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ink/ink2.xml" ContentType="application/inkml+xml"/>
  <Override PartName="/ppt/notesSlides/notesSlide2.xml" ContentType="application/vnd.openxmlformats-officedocument.presentationml.notesSlide+xml"/>
  <Override PartName="/ppt/ink/ink3.xml" ContentType="application/inkml+xml"/>
  <Override PartName="/ppt/notesSlides/notesSlide3.xml" ContentType="application/vnd.openxmlformats-officedocument.presentationml.notesSlide+xml"/>
  <Override PartName="/ppt/ink/ink4.xml" ContentType="application/inkml+xml"/>
  <Override PartName="/ppt/notesSlides/notesSlide4.xml" ContentType="application/vnd.openxmlformats-officedocument.presentationml.notesSlide+xml"/>
  <Override PartName="/ppt/ink/ink5.xml" ContentType="application/inkml+xml"/>
  <Override PartName="/ppt/notesSlides/notesSlide5.xml" ContentType="application/vnd.openxmlformats-officedocument.presentationml.notesSlide+xml"/>
  <Override PartName="/ppt/ink/ink6.xml" ContentType="application/inkml+xml"/>
  <Override PartName="/ppt/notesSlides/notesSlide6.xml" ContentType="application/vnd.openxmlformats-officedocument.presentationml.notesSlide+xml"/>
  <Override PartName="/ppt/ink/ink7.xml" ContentType="application/inkml+xml"/>
  <Override PartName="/ppt/notesSlides/notesSlide7.xml" ContentType="application/vnd.openxmlformats-officedocument.presentationml.notesSlide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14.xml" ContentType="application/inkml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ink/ink15.xml" ContentType="application/inkml+xml"/>
  <Override PartName="/ppt/notesSlides/notesSlide12.xml" ContentType="application/vnd.openxmlformats-officedocument.presentationml.notesSlide+xml"/>
  <Override PartName="/ppt/ink/ink16.xml" ContentType="application/inkml+xml"/>
  <Override PartName="/ppt/notesSlides/notesSlide13.xml" ContentType="application/vnd.openxmlformats-officedocument.presentationml.notesSlide+xml"/>
  <Override PartName="/ppt/ink/ink1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5" r:id="rId1"/>
  </p:sldMasterIdLst>
  <p:notesMasterIdLst>
    <p:notesMasterId r:id="rId22"/>
  </p:notesMasterIdLst>
  <p:handoutMasterIdLst>
    <p:handoutMasterId r:id="rId23"/>
  </p:handoutMasterIdLst>
  <p:sldIdLst>
    <p:sldId id="456" r:id="rId2"/>
    <p:sldId id="472" r:id="rId3"/>
    <p:sldId id="475" r:id="rId4"/>
    <p:sldId id="477" r:id="rId5"/>
    <p:sldId id="476" r:id="rId6"/>
    <p:sldId id="478" r:id="rId7"/>
    <p:sldId id="479" r:id="rId8"/>
    <p:sldId id="480" r:id="rId9"/>
    <p:sldId id="481" r:id="rId10"/>
    <p:sldId id="489" r:id="rId11"/>
    <p:sldId id="490" r:id="rId12"/>
    <p:sldId id="491" r:id="rId13"/>
    <p:sldId id="492" r:id="rId14"/>
    <p:sldId id="473" r:id="rId15"/>
    <p:sldId id="482" r:id="rId16"/>
    <p:sldId id="483" r:id="rId17"/>
    <p:sldId id="484" r:id="rId18"/>
    <p:sldId id="485" r:id="rId19"/>
    <p:sldId id="487" r:id="rId20"/>
    <p:sldId id="488" r:id="rId2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3300"/>
    <a:srgbClr val="FFFF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00" autoAdjust="0"/>
    <p:restoredTop sz="92676" autoAdjust="0"/>
  </p:normalViewPr>
  <p:slideViewPr>
    <p:cSldViewPr>
      <p:cViewPr varScale="1">
        <p:scale>
          <a:sx n="121" d="100"/>
          <a:sy n="121" d="100"/>
        </p:scale>
        <p:origin x="225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0" d="100"/>
        <a:sy n="70" d="100"/>
      </p:scale>
      <p:origin x="0" y="385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Relationship Id="rId5" Type="http://schemas.openxmlformats.org/officeDocument/2006/relationships/image" Target="../media/image18.wmf"/><Relationship Id="rId4" Type="http://schemas.openxmlformats.org/officeDocument/2006/relationships/image" Target="../media/image17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3" Type="http://schemas.openxmlformats.org/officeDocument/2006/relationships/image" Target="../media/image33.wmf"/><Relationship Id="rId7" Type="http://schemas.openxmlformats.org/officeDocument/2006/relationships/image" Target="../media/image37.wmf"/><Relationship Id="rId2" Type="http://schemas.openxmlformats.org/officeDocument/2006/relationships/image" Target="../media/image32.wmf"/><Relationship Id="rId1" Type="http://schemas.openxmlformats.org/officeDocument/2006/relationships/image" Target="../media/image31.wmf"/><Relationship Id="rId6" Type="http://schemas.openxmlformats.org/officeDocument/2006/relationships/image" Target="../media/image36.wmf"/><Relationship Id="rId5" Type="http://schemas.openxmlformats.org/officeDocument/2006/relationships/image" Target="../media/image35.wmf"/><Relationship Id="rId4" Type="http://schemas.openxmlformats.org/officeDocument/2006/relationships/image" Target="../media/image34.wmf"/><Relationship Id="rId9" Type="http://schemas.openxmlformats.org/officeDocument/2006/relationships/image" Target="../media/image39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image" Target="../media/image35.wmf"/><Relationship Id="rId1" Type="http://schemas.openxmlformats.org/officeDocument/2006/relationships/image" Target="../media/image34.wmf"/><Relationship Id="rId6" Type="http://schemas.openxmlformats.org/officeDocument/2006/relationships/image" Target="../media/image39.wmf"/><Relationship Id="rId5" Type="http://schemas.openxmlformats.org/officeDocument/2006/relationships/image" Target="../media/image38.wmf"/><Relationship Id="rId4" Type="http://schemas.openxmlformats.org/officeDocument/2006/relationships/image" Target="../media/image37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2" Type="http://schemas.openxmlformats.org/officeDocument/2006/relationships/image" Target="../media/image44.wmf"/><Relationship Id="rId1" Type="http://schemas.openxmlformats.org/officeDocument/2006/relationships/image" Target="../media/image43.wmf"/><Relationship Id="rId5" Type="http://schemas.openxmlformats.org/officeDocument/2006/relationships/image" Target="../media/image47.wmf"/><Relationship Id="rId4" Type="http://schemas.openxmlformats.org/officeDocument/2006/relationships/image" Target="../media/image46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2" Type="http://schemas.openxmlformats.org/officeDocument/2006/relationships/image" Target="../media/image53.wmf"/><Relationship Id="rId1" Type="http://schemas.openxmlformats.org/officeDocument/2006/relationships/image" Target="../media/image52.wmf"/><Relationship Id="rId4" Type="http://schemas.openxmlformats.org/officeDocument/2006/relationships/image" Target="../media/image55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9.wmf"/><Relationship Id="rId2" Type="http://schemas.openxmlformats.org/officeDocument/2006/relationships/image" Target="../media/image58.wmf"/><Relationship Id="rId1" Type="http://schemas.openxmlformats.org/officeDocument/2006/relationships/image" Target="../media/image57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62.wmf"/><Relationship Id="rId2" Type="http://schemas.openxmlformats.org/officeDocument/2006/relationships/image" Target="../media/image61.wmf"/><Relationship Id="rId1" Type="http://schemas.openxmlformats.org/officeDocument/2006/relationships/image" Target="../media/image60.wmf"/><Relationship Id="rId4" Type="http://schemas.openxmlformats.org/officeDocument/2006/relationships/image" Target="../media/image63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67.wmf"/><Relationship Id="rId2" Type="http://schemas.openxmlformats.org/officeDocument/2006/relationships/image" Target="../media/image66.wmf"/><Relationship Id="rId1" Type="http://schemas.openxmlformats.org/officeDocument/2006/relationships/image" Target="../media/image65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71.wmf"/><Relationship Id="rId2" Type="http://schemas.openxmlformats.org/officeDocument/2006/relationships/image" Target="../media/image70.wmf"/><Relationship Id="rId1" Type="http://schemas.openxmlformats.org/officeDocument/2006/relationships/image" Target="../media/image69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75.wmf"/><Relationship Id="rId2" Type="http://schemas.openxmlformats.org/officeDocument/2006/relationships/image" Target="../media/image74.wmf"/><Relationship Id="rId1" Type="http://schemas.openxmlformats.org/officeDocument/2006/relationships/image" Target="../media/image73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79.wmf"/><Relationship Id="rId2" Type="http://schemas.openxmlformats.org/officeDocument/2006/relationships/image" Target="../media/image78.wmf"/><Relationship Id="rId1" Type="http://schemas.openxmlformats.org/officeDocument/2006/relationships/image" Target="../media/image7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576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1577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577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3FB477B-E956-49D0-B976-2421B31C0FC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701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6-29T01:02:12.14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14745 5251 5734,'4'2'0,"0"0"0,31-1 0,-22 0 0,24 2 0,-27-2 0,-2 1 0,2-1 0,-2 0 0,0-1 0,0 0 0,8 0 0,-4 0 0,11-1 0,-13 0 0,5-1 0,-7 2 0,0 0 0,9-2 0,-7 1 0,29-1 0,-25 0 0,16 1 0,-19-1 0,0 1 0,2-1 0,-3 0 0,2 1 0,0-1 0,-1 2 0,1-1 0,-3 2 0,-2-1 0,-2 1 0,3 0 0,3-1 0,-3 1 0,4 0 0,-6-1 0,9 1 0,-7 0 0,7 0 0,-7-1 0,-1 1 0,2 0 0,2 1 0,-2 0 0,4-1 0,-3 0 0,20 1 0,-14-2 0,14 1 0,-18-1 0,-2 0 0,1 0 0,-1 0 0,0 0 0,0 0 0,0 0 0,-1 0 0,1 0 0,18-1 0,-13 0 0,14-1 0,-9 1 0,-7 0 0,6 1 0,-9 0 0,1 0 0,-1 0 0,-1 0 0,4 1 0,-3 0 0,6 0 0,-6 1 0,3-2 0,6 1 0,-7-1 0,15 1 0,-17 0 0,7 1 0,-6-2 0,-3 0 0,7 0 0,-5 0 0,2 0 0,-4 0 0,3 1 0,-3 0 0,7-1 0,2 0 0,-4 0 0,4 0 0,-8-1 0,-1 0 0,2 0 0,-2 0 0,15 0 0,-9-1 0,11 0 0,-9 2 0,6-1 0,2 1 0,-3-1 0,-1 1 0,-9 0 0,3-1 0,-1-1 0,-4 2 0,4-1 0,1 0 0,-4 1 0,5-1 0,-1-1 0,-3 1 0,4-1 0,0 1 0,-3-1 0,4 0 0,0 0 0,-4 0 0,5 1 0,1-1 0,-3 1 0,4-1 0,18-2 0,-18 1 0,17-1 0,-24 2 0,-1 1 0,-1 0 0,1 0 0,-1 0 0,0 1 0,5-1 0,-4 0 0,4 0 0,18-3 0,-14 2 0,16-1 0,-16 1 0,-5 1 0,6-1 0,-3 0 0,-2 1 0,3-1 0,2 0 0,-5 1 0,3-1 0,1 1 0,-5 1 0,15 0 0,-14 0 0,7 0 0,-3 0 0,-3-1 0,6 0 0,1 0 0,-4 0 0,4-1 0,1 1 0,-7 0 0,18 1 0,-11 0 0,5 0 0,-9 0 0,-6-1 0,0 1 0,14-2 0,-10 0 0,21-1 0,-21 2 0,7-1 0,20 0 0,-22 1-360,19 1 360,-29 0 0,-1 1 0,4 0 0,-5 0 0,9 0 0,-10 0 0,4-1 0,-5 2 360,-2-2-360,1 1 0,2-1 0,-4 0 0,2 0 0,-1 0 0,-2 0 0,1 0 0,-3 0 0,1 0 0,-1 0 0,1 0 0,4-1 0,-4 1 0,3-1 0,-6 1 0,-1 0 0,0-2 0,0 1 0,-2-2 0,-3-1 0,-3-3 0,-1-3 0</inkml:trace>
  <inkml:trace contextRef="#ctx0" brushRef="#br0" timeOffset="21755">8822 7006 5734,'-3'13'0,"0"-1"0,1-6 0,0 7 0,0-5 0,-1 7 0,0 10 0,0-12 0,0 13 0,2-16 0,-1 10 0,0-8 0,0 9 0,0-1 0,1-3 0,-2 29 0,2-18 0,1 9 0,0 0-1430,0 0 1430,1-8 0,0 1 0,0-3 0,0-3 0,0 17 0,0-14 0,0 1 0,0 11 0,0-4 0,1 7 0,-1-5 0,0-8 0,-1 2 0,2 12 0,-1 5 0,1-6 0,-2 4 0,1-17 0,0 1 0,-1-2 0,0-2 0,0 14 0,0-15 0,0 0-12,0 5 12,0 11 0,0-12-508,0 7 508,0-14 0,0 20 0,0-20 0,0 15 0,0-27 0,0 2 0,0-3 1345,0 6-1345,0-9 14,0 3-14,0-7 591,0-2-591,-6 0 0,2-2 0,-4 0 0</inkml:trace>
  <inkml:trace contextRef="#ctx0" brushRef="#br0" timeOffset="23691">8832 6954 5734,'3'-3'0,"-1"2"0,-1 1 0,2 0 0,1 0 0,-1 0 0,2 0 0,-2 0 0,12 0 0,-4-1 0,10 0 0,-1 0 0,-4-1 0,6 0 0,0 0 0,-4 1 0,6-2 0,-1 0 0,-5 0 0,6-1 0,-1 1 0,-6 0 0,6-1 0,1-1 0,-4 2 0,8-3 0,3 1 0,-7 1 0,8-2 0,8 1 0,0 0 0,-3 0-677,4 0 0,-3 1 677,-15 1 0,0 1 0,0 0 0,9-1 0,-8 0 0,6 0 0,0 1 0,-7 0 0,22-2 0,-22 3-333,12-2 333,-18 2 0,1-1 1225,1 1-1225,-1 0 0,11-1 0,-7 1 0,8-1 0,1 1 0,-7-1 0,8 1 0,-3-1 0,-5 2 0,5 0 0,2 2 0,-8-2-54,8 1 54,-10-1 0,11 0 0,-8 0 0,18 0 0,-17 0 77,8 0-77,3 0 0,-9 0 0,9 0 0,3 1 0,-1-1 0,-1 1 0,1-1 0,-1 1 0,-5-1 0,-7 0 0,18 0 0,-7 0-500,2 0 500,-3 0 0,-7 0 0,1-1 0,4 1 0,-4-1 0,0 1 0,-4-1 0,10 1 0,-8 0 0,8-1 0,-11 1 0,10 0 0,-8 0 0,1 0 0,-1 0 0,2 0 0,14-1 0,-20 1-233,-1 0 233,-1-1 0,0-1 0,0 1 0,10-1 0,-7 1 0,8-1 0,4-1 0,-7-1 106,11 0-106,-10 0 0,0 0 0,2 1 0,-1-1 0,12 0 0,3 0 0,-1 0-743,-1 0 0,-1 1 743,-12 1 0,0 0-702,15-1 702,-12 0 0,12-1 0,-14 2 0,0 1-553,0-1 553,-1 1 0,2 1 0,1-1 0,3 0-112,-4 1 0,-2 0 112,-6 0 977,17 1-977,-15 0 0,5 0 0,-1-1 0,-1 1 0,4-1 0,1 0 0,-3-1 0,17-1 0,-12 0 0,-8 0 926,9-1-926,-1-1 0,-8 1 0,0 0 0,-1 0 0,0 1 696,14-2-696,-10 0 0,-5 1 1124,8-3-1124,-8 3 0,0 1 0,7-2 20,-6 3 1,0-1-21,13 2 0,-8 0 0,-2 0 0,-1 0-1173,8 0 1173,-12 1 0,1-1 0,-1 2 0,-1 0 0,15 0 0,-15 1 0,2-1 0,0 1 0,0-1 0,15 3 0,-16-3 0,4 1 0,16 1 0,1 0 0,-19-2 0,0 0-818,21 2 0,-1 0 818,-5-1 0,0 1 0,-13-2 0,-1 1 0,16 0-118,-16-1 0,1 0 118,1 0 0,0-1 0,17 2-155,-18-2 0,2 1 155,0-1 0,-1 1-294,17 0 294,-16-1 0,1 0 0,1 0 0,-1 0 0,-8 0 0,1-1 0,7 1 0,-1 0 0,11 0 967,-1 1-967,1-1 0,0 0 0,-10 0 0,0 0 0,-7-1 0,-1 0 0,8 0 0,1 0 0,1-1 0,-1 0-556,-7 0 1,0 1 555,9-1 0,-1 0 0,-9 1 0,-1-1-440,23 0 440,-1 0 0,-2 0 0,1 0 0,1 1 0,0-2 0,0 1 0,-2 0 0,-18 0 0,6-1 1067,-12 2-1067,13-1 0,-13 1 445,9 0-445,-4-1 0,-13-1 1596,7 1-1596,-16 0 1392,1 1-1392,0 0 0,0 2 0,0 0 0,-1-1 0,2 0 0,-2 0 0,3 1 0,-2-1 0,0 0 0,-2-1 0,-20 1 0,1-1 0,-17 1 0</inkml:trace>
  <inkml:trace contextRef="#ctx0" brushRef="#br0" timeOffset="27354">8789 8606 5734,'0'5'0,"1"-1"0,2 21 0,-1-11 0,1 19 0,-2 9 0,0-12 0,0-6 0,0 2 0,0-1 0,0-1 0,2 15 0,0 4 0,0 1-2318,0 2 2318,0-11 0,-1 0 0,0-8 0,0-2-398,0 13 398,0-14 0,0 0 0,0 8 0,1-2-476,-1-1 476,1-2 0,-1 7 0,0-10 0,0 3-119,0-4 119,-1-10 1471,0 3-1471,-1-9 1031,0-3-1031,0 0 636,0-1-636,0-1 173,0-1-173,0 1 0,1-1 0,0 1 0,1-2 0,0-1 0,0 0 0,-1 0 0,1-1 0,-1 1 0,-1 0 0,1 0 0,0 0 0,9 0 0,-1 0 0,8-1 0,-4-1 0,2 0 0,3 1 0,13-3 0,-5 2 0,12-1 0,6 0 0,-8 2 0,-4 0 0,6 0 0,-4 1-1074,-7 0 0,-1 0 1074,6 0 0,2 0 0,-3 1 0,15 0-1349,1-1 1349,-24 1 0,3 0 0,5-1 0,4 0 0,-2 0 0,0 1 0,0-1 0,0 0 0,3 0 0,-1 0 0,9 0 0,-3 1 0,-8-1 0,-1 0 0,10 0 0,1 0 0,-1 0 0,-2 0 0,-9 0 0,-1 0 0,10-1 0,0 0 0,-13 1 0,-1-1 0,0 0 0,0 0 0,0 0 0,0 0-503,-1-1 1,0 1 502,-1-1 0,1 1 0,22-2 0,0 0 0,-3 0 0,-12 2 0,5 0 0,-4 0 0,-4 1 0,-1-1 0,5 0 0,3 1 0,-5 0 0,10 0-264,0 1 264,-13 1 0,0-1 0,15 1 0,-16-1 0,1 1 0,-1 0 0,-1 0 0,15 0 0,1 0 0,0 0 0,3 0 0,-14 1 0,5 0 0,-4-1 0,12 2 0,-11-1 0,1 1 0,-7-1 0,-1 0 0,14 2 0,4-1 0,1 0 0,2 0 483,-11-1 1,2 1-484,-9-1 0,-2 0 0,16 1 0,-15 0 0,0 0 0,0-1 0,0 0 0,14 1 0,-9 0 0,5 0 0,-4 0 0,-9-1 0,1 0 0,13 1 0,7 0 0,-6 0 0,-15 0 0,0-1 34,14 0 1,0 1-35,3 0 0,1 0 950,-1-1-950,-3 1 0,1-1 0,-15 0 0,1-1-558,11 1 0,8-1 1,1 1-1,-8-1 558,-7 0 0,0-1 0,11 1 0,4 0 0,-5-1-362,-8 0 1,-4 0 361,-5 0 0,1 0 232,6 0 0,1 0-232,3 0 0,-2 0 0,-6 0 0,-1 0 0,8 0 0,2-1 0,-2 1 0,2 0 0,10-1 0,2 1 0,-10 0 0,1 0-194,5 0 0,-3 1 194,1 0 0,-12 1 0,-1 0 0,16 1 0,-17 0 0,0-1 0,0 1 0,-2 0 0,13 1 0,-13-2 0,-1 1 0,0 0 0,-1-1 0,14 1 0,-14-1 0,1-1 0,-1 2 0,0-1 0,13 2 0,11 1 0,-4 2 0,-11-2 0,9 2 0,0 0 0,-10-1 0,9 1 0,-1-1 0,-9-1 0,7 2 1735,-4-2-1735,-12 0 1575,13 0-1575,-5-1 0,-7-1 0,3-1 0,-15 0 596,1-1-596,7 1 954,-4-1-954,14 2 0,-10-3 798,8 2-798,3-1 0,0 0 0,2 1-585,1-1 1,-2 1 584,-5-1 0,13 2-846,-9-1 846,8 2 0,0 0 0,-8-2 0,8 1 0,-13-2 0,1 0 0,8-1 0,6 0 0,1-1 0,-5-2 0,-2 0 0,-1 0 0,-4 0 0,6-2 0,3-1 0,-15 2-437,20-3 437,-28 4-130,17-1 130,-19 2 0,32-2 0,-24 2 552,20-2-552,-22 2 0,0 0 0,16-2 0,-13 3 0,10-3 598,-11 3-598,-5-1 436,12-2-436,-17 3 157,6-1-157,-12 2 497,-2 0-497,0 0 278,-1-1-278,-1 1 64,1 0-64,-1 0 0,-4 1 0,2-1 0,-4 1 0,4-3 0,-1 0 0,0-2 0,-1-1 0,-9-16 0,5 8 0,-7-14 0,6-3 0,2-1 0,-2-3-817,1-3 1,1 1 816,3-1 0,1 7 0,0-2 0,1 6 0,0 0-804,0-10 1,1 0 803,0 8 0,0 1 0,0-1 0,0 0 0,1 0 0,-1-1 0,0 2 0,1-1 0,-1-9 0,0-1 0,-1 11 0,1-1 0,0-6 0,-1 1-822,-1-9 822,0 4 0,-1 2 0,0 2 0,-3-11 0,3 11 0,-3-8 0,1 2 0,0 10-437,-1-8 437,4 12 0,-1 1 0,1 0 815,0 0-815,-1 1 0,0 1 0,0 1 0,-1 0 0,-2-5 0,-2-2 0,-1-8 0,1 8 0,0 2 1505,1 0-1505,-2 3 0,4 5 0,-3-6 0,4 9 0,0-1 0,0 0 0,-4-28 0,3 21 515,-3-23-515,6 29 534,-4-18-534,3 12 0,-3-21 0,3 23 380,0-6-380,2-8 0,0 14 0,0-4 0,0 1 0,0 3 0,-1-19 0,1 22 0,0-5 0,1-6 0,0 11 0,2-24 0,-1 25 0,4-20 0,0-2 0,-1 10-186,0-5 0,1 2 186,-3 13 0,0 0 120,0 1-120,-1-7 0,0 8 0,0-6 0,-1 2 0,1 4 0,0-4 0,0-3 0,0 10 0,-1-7 1002,0 13-1002,0 1 0,0 0 0,0-3 0,0 2 0,0-1 0,0 1 0,-1 3 0,0-2 0,0 3 0,1 2 0,-2-1 0,1 2 0,0 0 0,-5-1 0,2 1 0,-5-1 0,2 1 0,0 0 0</inkml:trace>
  <inkml:trace contextRef="#ctx0" brushRef="#br0" timeOffset="28336">16163 7936 5734,'1'5'0,"1"-1"0,-1-3 0,1-1 0,-1 0 0,2 0 0,1 0 0,2-1 0,9 1 0,1-2 0,19 1 0,-7-1 0,-1 1 0,1 0 0,9 0-709,-11 0 1,0 0 708,13-1 0,2 1 0,1 0 0,2 1 0,-1 1 0,1 1 0,-3 2 0,0 0 0,-14-1 0,-1 0 0,14 2 0,1 0 0,-4 1 0,-3-1 0,10 3 0,-11-3 0,-2-1 0,-4 1-649,12-1 649,-17-2-63,8-1 63,-20-1 0,1 0 0,-4 0 1303,1 0-1303,-5 0 747,0 0-747,-1 0 79,-2 0-79,-2-1 0,-5-3 0,-1 0 0,-2-2 0,2 2 0,-1 1 0</inkml:trace>
  <inkml:trace contextRef="#ctx0" brushRef="#br0" timeOffset="28738">17031 7937 5734,'12'0'0,"-3"-1"0,2 0 0,2 0 0,-4 0 0,4 1 0,6 2 0,-8-1 0,7 2 0,-11 1 0,0 1 0,5 8 0,-6-4 0,5 10 0,-8-8 0,-1 4 0,-6 2 0,-2-3 0,-5 5 0,-10 11 0,8-11 0,-14 19 0,18-24 0,-3 6 0,9-14 0,0 0 0,-1-5 0,4-2 0,-1-1 0</inkml:trace>
  <inkml:trace contextRef="#ctx0" brushRef="#br0" timeOffset="29491">17616 7473 5734,'-1'23'0,"1"-2"0,1 9 0,0 8 0,1 3 0,0 7-1093,-1-13 1,0 5 0,0-4 449,0-11 0,-1-2 643,1 10 0,-1-1 100,0 11-100,0-2 0,1-3 0,-1-3 417,1-3-417,-1-5 0,0-3-199,0 3 199,-1-10 2057,1 2-2057,-4-10 1157,2-7-1157,-4-4 175,2-7 1,-1-4 0,0-4-1</inkml:trace>
  <inkml:trace contextRef="#ctx0" brushRef="#br0" timeOffset="29774">17484 7561 5734,'22'-3'0,"13"-2"0,-7 3 0,-1 0 0,2 0 0,6 2 0,-1 0-1639,-5 0 1,0 0 1603,6 1 1,-2 1 34,1 0-264,-6 1 1,0-1 263,4 1 52,-2 0 1,-2-1-53,-10 0 0,5 0 0,-16-2 1415,-2 0-1415,-4 0 339,-8 0 0,-2 1 0,-6 0 0</inkml:trace>
  <inkml:trace contextRef="#ctx0" brushRef="#br0" timeOffset="29989">17670 7791 5734,'22'-1'0,"1"1"0,1-2-897,0 1 897,1 0 0,-1 0 0,16-1 0,-16 0 0,8 1 0,-18 0 0</inkml:trace>
  <inkml:trace contextRef="#ctx0" brushRef="#br0" timeOffset="30357">17872 7905 5734,'-5'15'0,"0"0"0,0 3 0,2 0 0,0 1 0,1 9 0,1-6 0,2 6 0,2-11 0,2-2 0,1-3 0,2-2 0,9-3 0,-1-5 0,7-5 0,13-20 0,-13 5 0,-2-2 0,-2-2 0,-3-1 0,0-9 0,-8 2 0,-3 8 0,-3-4 0,-19-3 0,6 17 0,-13-7 0,6 23 0,6 3 0,-3 3 0</inkml:trace>
  <inkml:trace contextRef="#ctx0" brushRef="#br0" timeOffset="30840">18093 7896 5734,'3'6'0,"-1"0"0,-1-2 0,1 2 0,0 1 0,1 2 0,1 1 0,1 9 0,-1-4 0,2 6 0,-3-5 0,8 28 0,-6-22 0,4 20 0,-5-25 0,-2-5 0,1 1 0,-1-3 0,-1-5 0,0 2 0,-1-6 0,-2-9 0,1 0 0,-4-18 0,3 11 0,0-26 0,3 21 0,6-13 0,1-1 0,0 11 0,1-2 0,1 2 0,6 4 0,-6 8 0,7-3 0,-6 7 0,-3 3 0,3 0 0,-1 4 0,-5 0 0,2 4 0,-7 0 0,-1 2 0,-1 1 0</inkml:trace>
  <inkml:trace contextRef="#ctx0" brushRef="#br0" timeOffset="31374">18285 7987 5734,'0'28'0,"0"0"0,-1-8-459,1 2 459,0-1 0,3 16 0,-1-14 0,7 18 0,-4-27 0,2 4 150,1-15-150,-1-3 77,4-3-77,0-10 0,-2 1 0,2-5 0,-5 1 0,0 0 0,1-1 0,-1 0 0,-1-1 0,-1 1 0,-1 1 232,0 0-232,0-4 0,-1 6 0,0-2 0,0 7 0,-2 2 0,1 1 0,-1 0 0,0 2 0,0 3 0,1 6 0,-1 2 0,1 6 0,-1-1 0,2 0 0,1 9 0,-1-5 0,2 7 0,-1-8 0,3 4 0,1 1 0,-1-4 0,2-4 0,0-11 0,-1-2 0,3-4 0,6-14 0,-6 3 0,7-20 0,-12 15 0,0-9 0,-3-1 0,-2 8 0,0-6 0,-4 1 0,3 12 0,-2-10 0,2 18 0,2-4 0,0 9 0,1 0 0,7 2 0,-1 0 0,6 2 0</inkml:trace>
  <inkml:trace contextRef="#ctx0" brushRef="#br0" timeOffset="32038">18731 7901 5734,'-7'4'0,"-2"1"0,-2 6 0,3-2 0,-4 5 0,-1 8 0,5-6 0,-4 14 0,9-15 0,-1 5 0,4-1 0,-1-6 0,3 2 0,1-2 0,0-5 0,3 2 0,-3-8 0,1-1 0,1-6 0,0 0 0,2-3 0,-2-4 0,-1 1 0,1-4 0,-1-4 0,-1 6 0,2-10 0,-2 7 0,1 3 0,-3 3 0,0 7 0,-1 3 0,0 6 0,0 1 0,0 14 0,1-5 0,0 8 0,9 20 0,-3-19-556,6 19 556,-5-29 0,0 0 0,2 0 0,-1-5 0,2 0 0,6-11 0,-6-2 0,15-14 556,-16 5-556,6-12 0,-11 11 0,0-2 0,-3-3 0,-1 7 0,-1-6 0,0 13 0,-3 2 0,0 5 0,-2 4 0,-8 27 0,9-19 0,-8 19 0,11-28 0,0-1 0,-1-1 0,2-2 0,0-9 0,1-6 0,3-20 0,-1 9-375,2-7 375,-1 13 0,1 0 0,0 1 0,0 2 0,0 1 0,3-3 0,-2 4 0,2-1 375,-2 5-375,1 2 0,-2 1 0,3 2 0,-2 2 0,1 2 0,0 2 0,0 2 0,2 0 0</inkml:trace>
  <inkml:trace contextRef="#ctx0" brushRef="#br0" timeOffset="32419">19092 7985 5734,'-7'3'0,"-4"3"0,2 1 0,-2 2 0,-11 20 0,12-13 0,-8 15 0,15-18 0,1 4 0,2-5 0,1 1 0,2-3 0,1-6 0,5-4 0,-2-6 0,4-6 0,2-18 0,-6 8 0,1-8 0,-1-1 0,-2-2 0,-1 0 0,-1 0-956,-1 0 956,-2-8 0,-3-5 0,1 19-546,-2-20 546,3 33 0,-3 9 0,3 15 0,-3 16 0,2 1 0,3 7 0,1 2 0,1 11-857,0-8 0,1 0 857,2 4 0,1-1-264,2-2 264,-1-3 0,-1-6 0,1 0 0,2-2 0,-2-6 0,-1 1 0</inkml:trace>
  <inkml:trace contextRef="#ctx0" brushRef="#br0" timeOffset="33993">19543 7765 5734,'27'-8'0,"-10"4"0,11-3 0,-13 4 0,6 2 0,-6-1 0,5 2 0,-5 3 0,-5 1 0,2 2 0,-5 6 0,-4-2 0,-1 8 0,-8 8 0,-2-4-659,-3 10 659,-1-8 0,-5 13 0,4-9 0,-3 9 0,7-6 0,1-1 0,1 0 0,2 5 0,4-3 0,5-17 0,6 7 0,17-12 0,-7-5 0,13 0 0,-1-8 0,7-8 0,-5 1 0,1-6 0</inkml:trace>
  <inkml:trace contextRef="#ctx0" brushRef="#br0" timeOffset="34458">20014 7955 5734,'10'0'0,"1"0"0,18-1 0,-10 1 0,11-2 0,-14 1 0,-2-1 0,0 0 0,-1 0 0</inkml:trace>
  <inkml:trace contextRef="#ctx0" brushRef="#br0" timeOffset="34775">20470 7630 5734,'-3'18'0,"1"2"0,4 20 0,-1-11 0,1 8 0,-1 1 0,1-2 0,-1 5 0,0 1 0,0-7 0,-1-1 0,1 0 0,-2-11 0,-2 16 0,0-28 0,-4 1 0,1-14 0,-3-2 0</inkml:trace>
  <inkml:trace contextRef="#ctx0" brushRef="#br0" timeOffset="34979">20419 7595 5734,'25'0'0,"1"0"0,21 1 0</inkml:trace>
  <inkml:trace contextRef="#ctx0" brushRef="#br0" timeOffset="35341">20691 8217 5734,'-11'-23'0,"2"0"0,4 6 0,-2-19 0,4 13 0,-2-21 0,6 24 0,2-5 0,2 9 0,21-20 0,-9 17 0,15-15 0,-1 10 0,-12 10 0,12-9 0</inkml:trace>
  <inkml:trace contextRef="#ctx0" brushRef="#br0" timeOffset="35986">20256 7615 5734,'-6'1'0,"1"0"0,1 0 0,0 1 0,1-1 0,1 0 0,7-2 0,14-3 0,0 0 0,10-2 0,2 1 0,-5 1 0,8-2 0,4 1 0,-8 1 0,10-1 0,2 2-1020,-10 0 1020,7-1 0,-5 2-375,-11-1 375,4 1 0,-13 2 0,-3 0 0,-2 1 0,-1 0 978,-2-1-978,-1-1 417,-1 0-417,-1 0 0,2 0 0,-2 1 0,2 0 0,1 0 0,-2 0 0,1 1 0,-2 0 0,-3 0 0,0 0 0</inkml:trace>
  <inkml:trace contextRef="#ctx0" brushRef="#br0" timeOffset="37224">20910 7915 5734,'-19'5'0,"5"0"0,-5 3 0,2 2 0,5-1 0,-3 2 0,4 4 0,4-4 0,-1 5 0,5 0 0,3-3 0,0 4 0,4-3 0,0-3 0,2 1 0,2-2 0,-2-4 0,2 1 0,17-10 0,-14 1 0,15-7 0,-15-4 0,-1 2 0,7-16 0,-9 11 0,8-21 0,-10 13 0,0 0 0,-2 7 0,-4 8 0,2 4 0,-1-1 0,0 5 0,-1 1 0,-3 10 0,2-2 0,-3 9 0,2 4 0,1-2 0,0 8 0,4 6 0,0-7 0,3 8 0,0-4 0,0-9 0,2 5 0,1-9 0,-2-6 0,3 1 0,20-34 0,-18 11-302,18-21 302,-26 16 0,0 1 0,-1 1 0,-1-11 0,-1 10 0,0-11 0,-1 16 0,-1 0 0,-1 2 302,1 4-302,-2 1 0,1 6 0,-1 2 0,-1 4 0,0 1 0,0 3 0,0 2 0,0 1 0,-1 9 0,2-6 0,-1 5 0,2-3 0,0-7 0,0 3 0,1-6 0,1-4 0,0 0 0,0-7 0,2-13 0,-1 3 0,2-11 0,2 1 0,-1 4 0,3-6 0,8-12 0,-7 16 0,8-13 0,-7 19 0,-2 5 0,5-2 0,-6 7 0,4 2 0,-4 4 0,1 1 0,1 1 0,5 11 0,-4-5 0,11 27 0,-13-20-215,4 13 215,-8-18 0,-1-1 0,-1 0 0,0-2 0,-1-2 0,0-2 0,0 0 0,1-1 215,-1-3-215,2 0 0,0-3 0,2 0 0</inkml:trace>
  <inkml:trace contextRef="#ctx0" brushRef="#br0" timeOffset="37574">21426 7988 5734,'-14'0'0,"-2"1"0,-1 2 0,-1 0 0,-24 15 0,22-8-492,-16 11 492,30-11 162,1 6-162,5-4 81,2 5-81,15 4 0,-5-8 0,23 15 0,-18-17 0,9 5 0,-8-6 0,-6-4 249,1 1-249,-6-3 0,-2-1 0,-1-1 0,-5-2 0,-15-2 0,5-1 0,-12-2 0,7-1 0,5 1 0,-6-10 0,12 5 0,-2-6 0</inkml:trace>
  <inkml:trace contextRef="#ctx0" brushRef="#br0" timeOffset="37872">21742 7537 5734,'-16'9'0,"1"2"0,-9 24 0,10-8 0,4-4 0,-1 3 0,4 0 0,2 0-1449,-4 18 1449,2 0 0,0 0-1059,4-15 1,0-1 1058,-1 10 0,0 3 0,2-5 0,0 2 0,0-3 0,0-1 0,0 1 0,0 7 0,1 7 0,0 0 0,0-9 0,0-9 0,0-2 0,1 8 0,0 3 0,0-8 753,0-10-753,-2 3 0,2-13 0,-3 0 0,-1-19 589,-1-2-589,-3-7 0,-1-8 0,1-1 0,-3-5 0,3 2 0,-1 0 0</inkml:trace>
  <inkml:trace contextRef="#ctx0" brushRef="#br0" timeOffset="38215">21641 8010 5734,'35'-7'0,"-6"2"0,-17 6 0,-1 1 0,-2 1 0,-1 1 0,-2 1 0,-1 2 0,-1 3 0,-2 0 0,0 3 0,-1 19 0,0-13 0,0 13 0,1-20 0,3 3 0,-2-7 0,4 1 0,4-11 0,-1-2 0,5-4 0,2-6 0,-5 2 0,2-4 0,-6 1 0,-4 5 0,-3-11 0,-4 11 0,-5-5 0,-4 7 0,2 3 0,-3 0 0,1 2 0,2 1 0,1 0 0,5 1 0</inkml:trace>
  <inkml:trace contextRef="#ctx0" brushRef="#br0" timeOffset="38509">21921 7985 5734,'2'10'0,"0"6"0,-1-1 0,0 19 0,-1-16 0,0 22 0,1-24 0,0 8 0,2-12 0,-1-4 0,19-9 0,-13-4 0,15-9 0,-17 2 0,-2-7 0,-4 3 0,-2-3 0,-7-1 0,1 7 0,-29-18 0,22 20 0,-16-10 0,26 17 0</inkml:trace>
  <inkml:trace contextRef="#ctx0" brushRef="#br0" timeOffset="38910">22109 8013 5734,'0'17'0,"1"9"0,-1-6 0,2 9 0,2 12 0,-1-19 0,2 15 0,-3-27 0,1 2 0,-2-6 0,-1 1 0,-1-16 0,-1 1 0,0-15 0,0 7 0,0-6 0,-1-2 0,0 6 0,0-6 0,1 2 0,0 5 0,1-3 0,2 4 0,1 4 0,3-2 0,3 4 0,0 4 0,4-1 0,7 4 0,-3 2 0,23 0 0,-17 1-214,11 0 214,-19-2 0,-1-2 0,-4 1 0,0 0 0</inkml:trace>
  <inkml:trace contextRef="#ctx0" brushRef="#br0" timeOffset="39741">21313 8346 5734,'18'-11'0,"-5"3"0,19-13 0,-15 10 0,21-12 0,-19 12 0,9-5 0,-16 8 0,-2 2 0,-7 4 0,-1-1 0,-1 1 0,-1-1 0,-3 2 0,1 0 0,-3 1 0</inkml:trace>
  <inkml:trace contextRef="#ctx0" brushRef="#br0" timeOffset="40790">22328 8042 5734,'-1'12'0,"0"1"0,-1 0 0,2 2 0,4 28 0,-2-22 0,3 19 0,-2-30 0,1 1 0,-2-5 0,2 0 0,0-5 0,0-2 0,0-3 0,2-19 0,-3 11 0,3-15 0,-2 5 0,-1 8 0,3-9 0,0 6 0,-1 3 0,3-4 0,1 2 0,-3 4 0,2-2 0,-3 5 0,-1 3 0,0-1 0,0 5 0,-2 2 0,2 2 0,-2 6 0,1-1 0,0 5 0,0 5 0,-3-4 0,2 4 0,0 4 0,0-6 0,0 5 0,0-12 0,-2-2 0,0-5 0,3-6 0,1-1 0,2-3 0,-1 1 0,0-1 0,1-1 0,11-20 0,-6 15 0,7-15 0,-8 21 0,-1 0 0,4 0 0,-4 4 0,4 0 0,-2 4 0,-3 3 0,3 3 0,0 11 0,-3 0 0,1 8 0,1 8 0,-3-7 0,3 8 0,-1 2 0,-5-17 0,0 5 0,-5-21 0,-1-4 0</inkml:trace>
  <inkml:trace contextRef="#ctx0" brushRef="#br0" timeOffset="41574">18366 8570 5734,'27'6'0,"1"1"0,15 0 0,1-1 0,3-2-1639,-10-3 1,1-1 1519,7 0 1,5 0 0,-2-1-583,-6 0 0,-2 1 1,4-1 700,-2 0 0,3 0 0,2 1 0,1-1 0,-3 1 0,2 0 0,0 0 0,0 0 0,-2 1 0,4-1 0,-3 1 0,2 0 0,1-1 0,-8 1 0,0 0 0,1-1 0,2 1 0,3 1 0,4 0 0,-12-1 0,3 2 0,2-1 0,3 1 0,2 0 0,0 0 0,1 1 0,0-1 0,-1 1 0,-2-1 0,-1 0 0,-3 0 0,-4 0 0,9 0 0,-5 0 0,-2 0 0,-1 0 0,0 0 0,3 0 0,5 0 0,-9 0 0,4 0 0,2 1 0,2-1 0,1 0 0,0 1 0,2 0 0,-1-1 0,-1 1 0,-1 0 0,-2 0 0,-2-1 0,-3 1 0,12 0 0,-2 1 0,-2 0 0,-3 0 0,-1 0 0,-1-1 0,-3 1 0,11 0 0,-5-1 0,0 1 0,3 0 0,-5-1 0,2 1 0,2 0 0,0 0 0,-4-1 0,-3 0 0,9-1 0,-5 0 0,-4 0 0,4 1 0,-2-2 0,5 1 0,-3-1 0,-18-3 0,-5 0 0,6-5 0,-2-3 0</inkml:trace>
  <inkml:trace contextRef="#ctx0" brushRef="#br0" timeOffset="41743">22626 9062 5734,'1'-7'0,"0"2"0,-6-1 0,2 3 0</inkml:trace>
  <inkml:trace contextRef="#ctx0" brushRef="#br0" timeOffset="52325">6058 11416 5734,'5'0'0,"22"-3"0,-13 1-870,22-3 870,-14 3 0,19 1 0,3 0 0,4 1-449,-1 1 1,2 0 448,-18 1 0,-2 0 0,18 2 0,-14-2 0,4 1 0,1 0 0,-4 0 0,1-1 0,-1 1 0,0-1 0,-1 1 0,3-1 0,3 0 0,3 1 0,-1 0 0,-6-1 0,-5-1 0,0 0 0,5 1 0,7-1 0,-1 0 0,-8-1 0,13 0-427,-6 0 1,-3-1 426,-13 0-477,15-2 477,-19 2 324,9 0-324,-20 1 766,-3 0-766,0 0 1366,-3 0-1366,0 0 641,-1 0-641,-1 1 0,-2 1 0,0 0 0,-1 0 0,0-1 0,1-1 0,0 0 0,-1 1 0,1 0 0,-1-2 0,2-1 0,-2 0 0,2-2 0,-1-1 0,1-1 0</inkml:trace>
  <inkml:trace contextRef="#ctx0" brushRef="#br0" timeOffset="56735">13880 7283 5734,'-7'-4'0,"-1"1"0,-5-4 0,1 2 0,-4-2 0,-25-10 0,20 8 0,-10-3 0,-9-3 0,7 2 0,-1 3-807,-11-5 0,1 2 807,21 11 0,-14 1 0,-1-1 0,2 3 0,4-2 0,-3 2 0,4 2 0,2 1 0,-4 0 0,-1 1 0,2 1 0,6 1 0,0 0 0,-1 0 0,0 1 0,-16 5 0,22-7 0,-13 7 0,14-6 0,-15 8 0,21-8 0,-10 4 0,11-3 0,-4 2 0,-1 1 0,5-3 0,-16 12 0,14-8 1614,-10 5-1614,-4 10 0,11-10-531,-11 12 531,16-15 0,-9 16 0,7-11-93,0 3 1,0 2 92,-2 5 0,-2 5 0,4-7 0,4-1 0,3-6-274,-2 7 274,5-10 0,-3 19 0,4-13 506,-3 15-506,4-8 0,1-7 190,0 8-190,1 2 0,1-6-669,1 9 669,0-10 0,1 12 0,0-10 0,1 9 0,0-12 0,5 22 0,-1-16 0,0-1 0,1 0 0,1-1 0,0-5 0,1 0 0,3 4 0,0-4 0,0 0 0,3 4-656,7 8 656,-6-12 0,12 11 0,-6-9 0,9 8 0,-8-12 0,-7-7 0,3 0 0,7 5 0,1-1 0,-5-2 0,1-2 0,4 3 0,0-3 0,3 1 0,0-7 0,6 2 0,-3-3 0,-7-1 0,1-1 0,7 2 0,3 1 0,-2-4 0,-1-3 0,-4-3-800,-5 1 1,0-1 799,9-1 0,-1-1 0,-9-1 0,-1 0-502,0 0 0,1-2 502,-2 1 0,2-2 0,6-4 0,2-2 0,-2 0 0,-1 1 0,2-3 0,1-3 0,5-3 0,0-2 0,-5 3 0,-2-1 0,-1-3 0,2-3 0,4-6 0,-1 0 0,-5 3-756,-2-2 0,-3 1 756,1-2 0,1-2 0,-3-1 0,-7 5 0,-2 1 0,-2 0 0,2-5 0,-1-2 0,-3 2 0,0-5 0,-1-1 0,-2 5 0,0-2 0,-3-1 0,-3 0 0,-2-7 0,-1-3 0,-1 2 0,0 10 0,-2 0 0,-2 1 0,-1-11 0,-2-5 0,0 12 0,-5 13 0</inkml:trace>
  <inkml:trace contextRef="#ctx0" brushRef="#br0" timeOffset="58470">14060 11077 5734,'-13'-4'0,"-7"-3"0,4 3 0,-6-1 0,-3 1 0,5 1 0,-25-2 0,20 3 0,-16-1 0,-3 6 0,0 1 0,2 0-553,-4 1 0,2 1 553,17 0 0,2 0-192,-1 1 192,2-1 0,-10 6 0,9-2 0,-8 4 0,1 1 0,0 1 0,-2 1-283,1 0 1,2 0 282,7-3 0,2 1 0,0 1 0,-7 5 0,2 0 0,0 1 0,0 0 0,-8 8 0,-1 2 0,8-8-281,-7 8 281,11-10 0,2 1-320,0 0 320,0 1 0,-4 10 0,6-8 0,-3 6 0,10-11-310,0 0 310,2-1 0,1 0 0,0 0 0,-3 10 0,3-8 0,-6 18 0,7-16 0,-1 8 0,3-9 0,1 0 0,0 1 0,1 0 0,-1 7-119,1-6 0,1-1 119,1 3 233,1-2 1,1 0-234,0 8 0,2 5 0,0 0 0,1-4 0,2-4 0,0 5 0,1-4 0,1 6-182,1-1 0,-1-2 182,2-10 0,-2 1 304,2-1-304,0-1 0,0 0 784,1-1-784,2 8 0,-2-7 495,2 7-495,1-2 0,-3-7 1326,3 6-1326,2 1 0,-3-6 0,4 7 0,4 1 0,-4-7 0,2 2 0,2-1 0,1 2 0,-5-6 0,3 0 0,8 8 0,0-1 0,1 0-640,0-1 0,-2-2 640,-6-9-558,7 5 558,-6-7 0,5 4 0,0-2 0,-5-5-273,5 3 273,-8-5 0,26 3 0,-19-5 0,20 3 0,-8-6 0,-11-2 0,14 0 0,-5-4 0,-8 0 1162,10-1-1162,-12-1 0,1 0 0,6-2 0,-1 0 0,0-2 0,-2 0 0,7-4 0,-2-3-145,-9 3 145,7-3 0,-10 2 0,-1 0 0,4-2 0,-3 1 0,-1 0 0,6-5 0,-6 3 0,6-8 0,1-1 0,-3 3-324,-2 0 0,-1 1 324,-6 6 0,-2 0-486,7-8 486,-5 6 0,5-6 0,0-1 0,-6 6 666,5-6-666,1-8 0,-6 11 432,6-12-432,-11 15 0,0-1 286,0 0-286,-1 0 0,2-1 0,-2 0 0,0-1 0,-1 1 0,3-9 0,-3 6 0,2-6 0,-4 9 0,0 2 0,1-1 0,-1 1 0,1 0 0,1-10 0,-1 8 0,1-9 0,-2 10 0,0-2 0,-1 1 0,2 0 0,-2 2 0,1-1 0,-1 2 0,-1 1 0,3-7 0,-2 6 0,1-5 0,4-15 0,-4 16 0,3-17 0,-2 14 0,-2 6 0,1-6 0,-1 7 0,1-8 0,-1 5 0,2-16 0,-3 14 560,0-9-560,0-14 0,-3 15 0,1 7 0,0 0 0,-2-17-788,0 10 788,-2-11 0,0 13 0,1 0-621,-2 1 621,1-1 0,-1 3 0,-2-1 0,-2 0 0,-1 1 0,-12-10 0,1 8-994,-9-7 994,2 13 0,3 8 0,-1 0 0,-16-5 0,13 7 0,-2 1 0,-4 1 0,0 2 0,8 2 0,-1 1-199,-8-2 0,-1 0 0,9 4 1,1 1-1,0 1 0,-1-1 0</inkml:trace>
  <inkml:trace contextRef="#ctx0" brushRef="#br0" timeOffset="72732">14469 11861 5734,'-3'1'0,"0"0"0,1 0 0,1 1 0,3 0 0,-1-2 0,8 0 0,-2 0 0,17-3 0,-2 0-820,7 2 1,11-1 0,3-1 0,-6 2 761,-3-1 1,2 0 57,7 0 0,10 0 0,-1 0 0,-8 0-128,-10 1 1,2-1 127,-3 1 0,8 0 0,3 0 0,2 0 0,-4 0 0,-6 0-285,-1 1 1,-5 0 0,5 0 284,1 0 0,8 0 0,3 0 0,-1 0 0,-4 0 0,-10 1 0,-2 0 0,-3 0 0,5 1 0,3 0 0,-5-1 0,6 0 0,-6 1 0,-1-1 0,-4 1-103,8 0 103,-22-1 2792,4 0-2792,-7 0 326,4 2-326,-3 1 1301,-3-1-1301,4 2 184,-5-3-184,0 0 0,3 2 0,-3-1 0,3-1 0,-6-2 0,-3-1 0,-6-1 0,-1 0 0,-4 0 0</inkml:trace>
  <inkml:trace contextRef="#ctx0" brushRef="#br0" timeOffset="75002">14255 11984 5734,'-3'4'0,"1"1"0,-2 25 0,2-13-862,-2 24 862,3-22 0,-1 2 138,1 11-138,0-6 0,-1 1 0,1 2 0,0 0 0,-1 7 0,1-1 0,-1-3 0,0 5 0,1 0 0,-1-4-71,1-8 1,0 1 70,1 0 0,0 0 0,0-1 0,0 10 0,1-9 0,0 7 0,0-12 0,0 5 0,-1-7 0,0 17 0,0-23 0,0 8 0,0-18 421,0 0-421,0-2 108,0 2-108,0-2 336,0 3-336,0-3 0,0 2 0,0 1 0,0-2 0,0 2 0,2-1 0,-2-2 0,3 0 0,-6 0 0,6 0 0,-3 6 0,5-3 0,-2 5 0,-2-4 0,1 0 0,-1-1 0,1 0 0,0-1 0,1 0 0,0-1 0,3 1 0,-1 0 0,4 1 0,0-2 0,9 2 0,-5-2 0,5-1 0,-4 0 0,9-2 0,-5 0 0,8-1 0,4-1 0,-7 1-485,9-2 485,-10 2 0,21-3 0,-15 1 0,4 0 0,1 0 0,9-2 0,-17 3 0,0 0-697,12 0 697,-10 1 0,-1 1 0,12-1 0,-10 0 0,10 1 0,-14 1 0,10 0 0,-8 0 0,7-1 0,-11 0 0,18 1 0,-13-1-686,16 1 686,-18-1 0,1 0 0,14-1 0,-7 1-426,9-1 426,-11 1 0,14 1 0,-10 1 0,10-1 0,-14 1 0,4 0 0,1 0 0,4 0 0,8 1 0,-1 0 0,-12-1 0,4 0 0,0-1 0,-5 0 0,-8-1 0,1 0 0,13 0 0,-9 0 0,9 0 612,-1-1-612,7 0 0,-1-2-574,-7 1 574,-17 0 0,-10 0 654,0 2-654,-3 0 915,0 1-915,-2 0 0,-1 0 0,-1 0 687,-2 0-687,0 0 0,-1 0 0,-4 2 0,1-1 0,-6 3 0,2-3 0,-2 1 0,-8 0 0,9-1 0,-6 0 0,9-1 0,2 0 0,0 0 0,1-1 0,0 0 0,-1-3 0,1 1 0,0-3 0,-2-6 0,0-2 0,-2-17 0,2 10-204,0-6 204,1 10 0,0-1 0,-1-18 0,0 12-558,-1-14 558,3 17 0,-1-2 0,1 1 0,-2-13 0,2-4-1022,-1 0 1022,0 2 0,1 11-330,0-1 330,-1 1 0,1 0 0,-1-6 0,1-1 0,-1 0 0,1-10 0,-1 2 0,2 15 0,0-3 0,0 0 0,0 6 0,0-24 0,0 28 212,0-17-212,-1 22 0,1-13 0,-1 17 1008,1-10-1008,0 9 577,0-1-577,0 4 317,0 3-317,0 3 0,0 0 0,0 0 0,0 0 0,-1 2 0,-18 2 0,6 0 0,-17 2 0</inkml:trace>
  <inkml:trace contextRef="#ctx0" brushRef="#br0" timeOffset="76142">14331 11934 5734,'-3'-3'0,"0"-6"0,1 6 0,0-4 0,2 6 0,0 0 0,1 0 0,1 0 0,1 1 0,2 0 0,2 0 0,25-1 0,-8 1-883,19 0 883,-13 0 0,8 4 0,0 1 0,7 0 0,-6 0 0,0 2 0,-4 0 0</inkml:trace>
  <inkml:trace contextRef="#ctx0" brushRef="#br0" timeOffset="93015">13951 7441 5734,'7'3'0,"24"2"0,-16-3 0,32 1 0,-25-2-820,8-2 1,11-1 0,3-1 0,-7 1-373,-4 0 0,0 0 1192,5 0 0,6-1 0,0 1 0,-7-1-14,-8 1 0,-4 0 14,3 0 0,2 0 0,14-1 0,0 0 0,-10 0 0,2 1 0,-1 1 0,5 0 0,1-1 0,-5 1-23,5 0 1,-2 0 22,2 0 0,3 0 0,-5 1 0,-7-1 0,-2 1 0,-2-1 0,2 0 0,15 0 0,0 0 0,-19 1 0,0-1 644,11 1 1,-1-1-645,5 1 0,-19 0 1325,7-1-1325,-22 1 2970,-1 0-2970,-5 0 0,-6 1 0,-5 0 0</inkml:trace>
  <inkml:trace contextRef="#ctx0" brushRef="#br0" timeOffset="94343">13909 7469 5734,'2'16'0,"1"-1"0,-2 0 0,1-2 0,0 4 0,-2 3 0,2-3 0,-2 5 0,2 2 0,0 12 0,0-5-740,1 7 740,-2-15 0,0 1 0,1 2 0,-1 3 0,0 1 0,0 18 0,0-9 0,-1-15 0,1 3 0,-2 9 0,1 0 0,-1 10 0,-1-2 0,1-1 0,1-3 0,0-16 0,0 1 0,1 18 0,0-12 0,-1 9 0,-3-4 0,1-9 0,-2 5-292,2-13 292,-1-1 0,0-2 0,0-2 0,-6 11 0,2-7 0,-3 6 0,3-12 716,3-3-716,0-1 316,1 0-316,0-2 0,0 0 0,1-1 0,0 0 0,2-2 0,0-1 0,0 1 0,0-2 0,2-4 0,-2 2 0,2-3 0,-1 3 0,0 0 0,9 0 0,-2 0 0,8-1 0,1 0 0,-2 0 0,6 0 0,4 1 0,-2-1 0,7 0 0,-6 1 0,13 0 0,2 1 0,9 0-1206,-3 0 0,0 1 1206,-19 0 0,-1 0 0,17 1 0,0 0 0,-8 0 0,0 0 0,11 0 0,1 1 0,3 1 0,-2 0 0,-11-1 0,1 0 0,9 1 0,2 1 0,-1-1 0,-3 0 0,-10-1 0,0 1 0,8-1 0,2 1 0,-6 0 0,-1 0 0,-9-2 0,-1 1-540,6 0 1,-1 0 539,5-2-477,-5 0 477,-6-1-96,-5 0 96,-4 0 1903,-4 0-1903,-1 0 1292,-3-1-1292,-1 1 712,-5-2-712,-2 0 157,-5-2-157,-6-1 0,-13-4 0,-8-1 0,-1-1 0,2 3 0,9 2 0</inkml:trace>
  <inkml:trace contextRef="#ctx0" brushRef="#br0" timeOffset="94947">15449 7431 5734,'-6'18'0,"-1"6"0,0 5 0,0 4-1709,2-4 1709,-2 3 0,3-3 0,-1 1 0,1-5 0,0 1 0,-1 9 0,-1 4 0,1 1 0,-1 3 0,1-3 0,0-1 0,0 4 0,1-9 0,0 8 0,-1 3 0,1 0 0,-1-2 0,2-8-1615,-1 12 1,0-2 1614,1-3 0,-1 6 0,1-1 0,1-10 0,1-9 0,1-4 709,-1 23-709,2-17 0,-1-2 0,1 13 0,0-8 0,0-2 0,0-5 0,1 14 0,-3-30 143,-8-5 1,2-12 0,-7-7 0</inkml:trace>
  <inkml:trace contextRef="#ctx0" brushRef="#br0" timeOffset="96741">15384 8394 5734,'0'-6'0,"0"1"0,0 5 0,3 1 0,0 0 0,3 2 0,0 0 0,11 2 0,-5-1 0,9 3 0,-7-3 0,1 1 0,1 1 0,18 7 0,-10-4 0,13 5 0,-1 0-1249,-5-3 1249,14 5 0,-16-6 0,1-1 0,-6-1 0,2 0 0,8 3 0,4 0 0,2 2 0,3 0 0,-3 1 0,1-1 0,2 1-745,-3 0 0,6 2 1,0 0-1,-6-1 745,4 2 0,0 1 0,-8-3 0,5 2 0,-1 1 0,-3-2-433,-6-2 0,-2-1 0,2 2 433,7 3 0,4 2 0,-1 0 0,-3-1 0,-6-4 0,-3 0 0,3 1 0,5 2 0,4 3 0,0-1 0,-4-2-69,-6-2 0,-3-2 0,2 1 69,7 3 0,2 2 0,-3-2 0,1 0 0,-2-1 0,-1 0 0,0 0 0,-2-1 0,0 0 0,-2-2 0,0 0 0,-3-1 0,0-1 0,-1 0 0,-2-2 0,20 9 762,-6-2-762,-10-5 0,-1-1 0,1 2 1508,11 4-1508,-31-13 1697,-1-1-1697,-2 0 1430,0 1-1430,-1-3 0,1 1 0,-3-3 337,-1 1-337,-4-3 0,1 2 0,-10-7 0,7 5 0,-6-4 0,4 1 0,2 3 0,-2-5 0,3 4 0,-2-1 0,1 0 0,2 1 0,-5-6 0,4 5 0,-3-4 0,2 3 0,0 1 0,-2-3 0,2 2 0,-4-5 0,3 3 0,-10-10 0,9 10 0,-6-5 0,2 1 0,3 2 0,-3-3 0,0-2 0,3 3 0,-4-2 0,0-1 0,3 4 0,-2-3 0,0 2 0,3 4 0,-2-3 0,-1 2 0,3 1 0,-4-3 0,7 7 0,0-1 0,4 4 0,-1 0 0,1 1 0,-1 0 0,2 2 0,0-1 0,0 3 0,12 7 0,-5-3 0,11 7 0,-7-5 0,2 0 0,0 1 0,9 6 0,-5-3 0,4 4 0,1 5 0,-9-7 0,6 17 0,-15-18 0,0 8 0,-14-4 0,0-3 0,-7 3 0,-1 0 0,-5 1 0,5-4 0,-2 0 0,-9 5 0,7-5 0,2 0 0,0-1 0,4-2 0,-7 6 0,18-14 0,1-1 0,1-1 0,2-1 0,0 3 0,2-4 0,4 3 0,2-3 0</inkml:trace>
  <inkml:trace contextRef="#ctx0" brushRef="#br0" timeOffset="98153">18353 9564 5734,'-5'-4'0,"1"1"0,2 2 0,1 0 0,0 0 0,1-2 0,2 2 0,-1-1 0,2 1 0,6-2 0,-1 0 0,4-2 0,-1 1 0,6-1 0,-3 2 0,5-1 0,15 1 0,-15 2 0,15 1 0,-21 1 0,-1 1 0,-2 0 0,7 6 0,-7-3 0,4 5 0,-9-3 0,-1 0 0,-2 2 0,-3 11 0,-2-5 0,-2 8 0,-2-2 0,0-5 0,-3 6 0,-6 8 0,5-9 0,-12 18 0,12-20 0,-3 6 0,0 3 0,2-3 0,-1 4 0,5-11 0,5-7 0,3-3 0,0-3 0,1 2 0,3-3 0,1-1 0,4 0 0,7-1 0,-1-2 0,24-3 0,-8-2 0,7 0 0,-10-1 0,4 1 0,-12 1 0,8 0 0,-14 1 0,-4 1 0,0 0 0,-3-1 0,-3 0 0,-4-1 0,-3 3 0,-7-2 0,0 0 0,-1-1 0</inkml:trace>
  <inkml:trace contextRef="#ctx0" brushRef="#br0" timeOffset="98421">18449 9741 5734,'10'-4'0,"6"1"0,-7 3 0,19-1 0,-13 0 0,10 1 0,-3-2 0,-5 1 0,14-2 0,-17 3 0,6-2 0,-12 3 0,-2-3 0,0 0 0</inkml:trace>
  <inkml:trace contextRef="#ctx0" brushRef="#br0" timeOffset="99225">18765 9441 5734,'7'-2'0,"2"0"0,1 0 0,9-3 0,-4 1 0,6-1 0,-1 2 0,-4 1 0,4 0 0,19-1 0,-23 1 0,16-1 0,-27 3 0,-3 0 0,1 0 0,-2 0 0,-5 3 0,-4 2 0,-1 0 0,-2 2 0</inkml:trace>
  <inkml:trace contextRef="#ctx0" brushRef="#br0" timeOffset="100123">19154 9271 5734,'-2'10'0,"1"-2"0,0 3 0,0 2 0,1-1 0,0 3 0,1 1 0,0-3 0,0 3 0,1 0 0,0-4 0,-1 4 0,1-1 0,-1-4 0,1 3 0,1 3 0,-2-9 0,2 5 0,-2-12 0,-1 0 0,1-6 0,0 1 0,-1-4 0,3-14 0,-1 10 0,1-13 0,-2 15 0,1 0 0,0 0 0,1-1 0,0 0 0,3-5 0,-1 4 0,1-3 0,2 2 0,-4 2 0,3-1 0,0 0 0,-2 4 0,2-2 0,1 2 0,-2 2 0,3-1 0,2 1 0,-3 2 0,3-1 0,9 3 0,-11 2 0,9 0 0,-13 3 0,2 3 0,-1 0 0,3 10 0,-4-3 0,1 6 0,-5 10 0,-1 2 0,0 0-514,-1 2 1,1-1 513,-1-9 0,0-1 0,2-3 0,0-1 0,-1-2 0,-3 7 0,-1-12 0,-5 7 0</inkml:trace>
  <inkml:trace contextRef="#ctx0" brushRef="#br0" timeOffset="101673">16269 12484 5734,'22'-11'0,"2"-1"0,2-2-2446,8-3 2446,6-5-789,-16 10 0,1-1 789,3-1 0,2 0 0,0 0 0,6-3-252,-3 2 1,7-2 0,5-2 0,1-1 0,-2 1 0,-5 3 251,4-3 0,-3 3 0,8-4 0,-14 5 0,6-2 0,5-2 0,2-1 0,3 0 0,-1-1 0,-1 1 0,-4 1 0,-3 2 0,-7 2-51,5-1 0,-8 3 0,0 0 1,4-2 50,5-1 0,4-3 0,2-1 0,0 1 0,-3 0 0,-6 3 0,3-1 0,-6 1 0,-3 1 0,6-3 0,-1 0 0,8-3 0,-2-1 0,-9 3 0,-4 1 0,-7 5 0,-2 0 0,4-2 0,-1-1 0,13-14 0,-15 13 1476,4-7-1476,-16 15 2963,-2 2-2963,-2 0 1001,0 3-1001,-3-1 0,3 1 0,-3 2 294,2-1-294,-4 3 0,-5 3 0,0-1 0,-5 4 0,-1-2 0,2-1 0,-4 1 0,4-2 0</inkml:trace>
  <inkml:trace contextRef="#ctx0" brushRef="#br0" timeOffset="101991">18087 11474 5734,'12'-3'0,"-1"0"0,11 3 0,-5 0 0,10 2 0,-10 0 0,3 1 0,-1-1 0,7 3 0,-8-2 0,3 2 0,-3 4 0,-9-2 0,-7 27 0,-7-17-610,-9 17 610,5-20 0,1-1 199,0 0-199,1-1 101,1 0-101,0-3 0,-2 3 0,4-4 0,-1 1 0</inkml:trace>
  <inkml:trace contextRef="#ctx0" brushRef="#br0" timeOffset="104142">18579 11350 5734,'0'6'0,"3"2"0,1-1 0,2 2 0,1 1 0,3 1 0,2 1 0,1-2 0,3 0 0,10 1 0,14-6 0,-5-2-211,6-6 211,-18-2 0,15-10 0,-15 5-428,11-7 428,-20 6 0,-1-2 0,1-8 0,-4 2 0,0-4 0,-6 5 0,-5-18 0,-1 18 0,-3-13 0,0 22 0,-1 2 0,-2 1 0,-14 7 0,7 1 0,-25 18 0,21-4-418,-10 11 418,16-8 0,0 11 0,4-6 0,2 7 0,5-10 0,10 21 0,-1-19 91,6 0 0,3-2-91,3-10 0,22 2 0,-17-11 0,8-3 0,4-9 0,-15 1 0,10-5 0,-17 3 0</inkml:trace>
  <inkml:trace contextRef="#ctx0" brushRef="#br0" timeOffset="104487">19158 11081 5734,'10'-1'0,"6"0"0,-3-1 0,8-2 0,24-8 0,-23 6-551,20-8 551,-32 11 0,-2 0 180,-2 1-180,-2 1 92,-3 1-92,0-1 0,-2 1 0</inkml:trace>
  <inkml:trace contextRef="#ctx0" brushRef="#br0" timeOffset="104905">19435 10926 5734,'6'11'0,"0"1"0,3 7 0,-2-2 0,4 8 0,-2 3 0,-2-5 0,1 7 0,-2 1 0,-4-7 0,1 6 0,-5-4 0,-1 0 0,-2 1-304,1-1 1,-1-2 303,-2-9 0,-4 3 0,2-8 0,-8 2 0,7-9 0,-4-2 0,-24-31 0,19 13-176,-1-3 0,2-1 176,5-1 0,1-4 0,3-2 0,1-2 0</inkml:trace>
  <inkml:trace contextRef="#ctx0" brushRef="#br0" timeOffset="105074">19476 10779 5734,'12'-8'0,"2"-3"0,0 1 0,-3 1 0,1 0 0,-7 7 0,-1-1 0,-3 1 0,1 0 0</inkml:trace>
  <inkml:trace contextRef="#ctx0" brushRef="#br0" timeOffset="105767">19542 10891 5734,'-4'14'0,"0"13"0,2-11 0,0 28 0,1-22 0,4 17 0,-1-22 0,1 4 0,8-1 0,-5-12 0,7 5 0,-6-15 0,9-10 0,-5 2 0,12-21 0,-13 14 0,2-10 0,-5 0 0,-3 13 0,0-8 0,-3 16 0,0 1 0,-1 3 0,0 7 0,-1 3 0,-1 13 0,0-5 0,0 6 0,1 10 0,1-12 0,3 19 0,0-26 0,6 8 0,-3-17 0,16-20 0,-13 4-213,9-17 213,-14 13 0,-2-1 0,-2-1 0,-2-5 0,0 5 0,-2-3 0,2 7 0,0 4 0,0 1 0,1 2 0,-3 0 0,2 3 0,-2 0 0</inkml:trace>
  <inkml:trace contextRef="#ctx0" brushRef="#br0" timeOffset="106142">19849 11085 5734,'1'7'0,"0"-1"0,0 1 0,-1-3 0,2-1 0,-1-5 0,1-2 0,1-4 0,0-2 0,1 0 0,0-3 0,3-3 0,-3 4 0,4-5 0,1 0 0,-1 4 0,6-10 0,-6 13 0,3-5 0,-4 11 0,-1 2 0,1 4 0,2 9 0,-3 2 0,1 9 0,-2 8 0,-2-5 0,-1 10 0,0-7 0,-1-1 0,0-1-53,3 20 1,-2-40 0,2-1 0</inkml:trace>
  <inkml:trace contextRef="#ctx0" brushRef="#br0" timeOffset="108591">19492 8861 5734,'-18'-6'0,"0"0"0,-2 0-619,-1 2 619,-2 0 0,-1 2 0,0 0 0,-9-1 0,-14 2 0,-1 0 0,6 2-948,5-1 0,0 1 948,2 1 0,0 0-190,1 1 1,-1 0 189,-11 1 0,11 0 0,0 0 0,8-1 0,0 1 0,-9 3 0,0 0 0,5-2 0,1 1 0,-4 1 0,1 2 0,7-2 0,3 1 0,-14 5 0,13-4 0,1 0 0,-21 10 0,13-4 0,0 2 0,1 0 0,-1 2 0,8-5 0,0 1 0,-12 7 0,7-5 0,-7 5-106,11-6 106,-11 8 0,10-5 0,-7 6 0,5 0 0,6-6 229,-3 7-229,5 0 0,4-5 1475,-1 7-1475,5 0 0,2 1 0,0 0 0,0 9 0,3-1 0,5-12 1148,2 13-1148,2-9 0,1-7-228,1 7 228,-1-9 0,3 9 0,0-6 0,0 0 0,2 1 0,0 0 0,8 13 0,-3-9 0,-2-8-431,4 7 431,-4-10 0,2 1 0,1-1 0,1 0 0,1 0 0,1-1 0,0 1 0,0-1 0,0 0 0,9 4 0,-7-5 0,6 4 0,0-2 0,-6-5-96,7 4 96,-8-6 0,19 6 0,-11-6 0,14 4 0,-4-6 0,-9-2 0,10 0 0,-13-3 0,-1 0 0,8 0 0,12 1 0,0 1 0,-11-2-269,-1 1 1,-2-1 268,-9 0 0,18 1 0,-14-2 0,16 1-707,-10-1 707,-6-1 395,6 1-395,7-1 0,-14 0-377,12 1 377,-16-3 0,-2 0 791,1-1-791,0 1 0,-1-2 0,10-1 0,-7 1 779,6-1-779,17-5 0,-18 3 0,4 0 0,0-2 0,-8 2 0,11-3 0,-11 2 0,-7 1 0,5-1 0,-2-1 0,-4 1 0,4-2 0,0-2 0,-5 2 0,6-6 0,0-2 0,-2 1 0,3-4 0,0 0 0,-7 3 0,15-20 0,-14 16 0,10-18-191,-15 20 191,3-5-293,-2 1 293,-2 4 0,1-4-196,4-17 196,-7 21 0,5-18 0,-9 26 0,0-5 0,-1 3 607,1-4-607,0-5 0,0 8 0,1-9 0,-1 7 0,1 2 414,0-2-414,1-3 0,-1 5 218,0-4-218,0 0 0,-1 4 0,2-4 0,-3 5 0,2 1 0,-1-2 0,1 1 0,-1-1 0,1-18 0,-1 13 0,0-15 0,-2 2 0,0 11 0,0-12 0,-1 9 0,-1 5 0,-1-4 0,1 7 0,-1 2 0,-1 0 0,-5-13 0,3 12 0,-6-13 0,6 19 0,-12-11 0,8 10 0,-9-5 0,8 7 0,-1 1 0,-1 0 0,0 1 0,-9-1 0,6 2 0,-8-1 0,6 3 0,-2 1 0,0 0-310,-3 1 310,2 1 0,-13 1 0,7 1 0,-21 2 0,21-1 0,-9 1 0</inkml:trace>
  <inkml:trace contextRef="#ctx0" brushRef="#br0" timeOffset="117099">11584 9245 5734,'3'8'0,"0"1"0,2 0 0,-1 2 0,2 2 0,0 2 0,4 10 0,1 2 0,0 0 0,2 5 0,-1-1 0,-2-8 0,1 3 0,1 0 0,-1-3 0,0 2 0,0-2 0,-3-6 0,12 23 0,-10-22-288,7 13 288,-9-18 0,5 7 0,0 2 0,0-1 0,1 0 0,0 2 0,9 13 0,-10-18-394,12 16 394,-13-24 0,11 7 0,-7-7 0,18 11 0,-19-12 0,11 7 0,-14-8 0,2 0 277,-5-3-277,5 1 0,-4-3 0,4 2 405,-4-3-405,1 0 0,9 1 0,-5-1 0,7 0 0,-4 0 0,-4-1 0,5 1 0,-5-2 0,15 0 0,-10-2 0,19-1 0,-19-1 0,15-3 0,-13 2 0,9-4 0,-2-1 0,0-2 0,5-1-621,-4 0 0,0 1 621,-3 1 0,1 0 0,0 1 0,4-2 0,6-1 0,-1 1 0,-8 3 0,16-4 0,-6 1 0,-8 3 0,11-3-230,-11 2 230,14-5 0,-8 3 0,-14 4 0,2-1 0,16-5 0,1-1 0,-18 7 0,0 0-274,18-7 0,1 0 274,-15 6 0,-3 1 93,14-5-93,-15 6 0,1-1 0,1 0 0,-2 1 0,5-2 109,-1 3 0,0 2-109,-1 6 0,16 13 0,-18-1-450,0 10 450,-10-7 0,-1 2 0,0 1 0,0 2 0,0 5 0,0 0 0,1 3 269,-3-4 0,1 1-269,-4-3 0,-2-2 0,1-3 0,4 19 0,-10-33 1081,0-1-1081,-1-3 0,-2-4 0,-1-3 540,0-5-540,0-10 0,1 1 0,2-10 0,4-6 0,0 8-725,2-10 725,-1 13 0,1 2 0,0 1 0,1 3 0,3-6 0,0 8 0,1-4 0,-1 9 0,21-6 0,-12 12-372,18-3 372,-18 12 0,3 1 0,2 2 0,2 3 0,2 0 0,10 3 0,-8-2 0,3 1 0,6 3 0,-1 0 0,-12-4 0,1 0-812,7 3 1,5 2 0,-5-1 811,-6-3 0,-1-1 0,10 4 0,0 0-386,-11-4 0,0-2 386,-1 0 0,2-1 0,-1 0 0,0-1-212,-1 0 1,2-2 211,11-1 0,0-2 0,-8-1 0,-1-2-175,9 0 1,1-4 174,1-4 0,-1-2 105,-8 2 0,-1-1-105,8-4 0,3-2 0,-7 0 0,0-1 0,-2 0 160,-1 1 1,1-1-161,5-4 0,3-3 0,-5 3 0,-10 5 0,-3 0 0,6-4 0,0-2 0,2-7 0,-3 1 0,-10 11 0,-2-1 0,14-19 0,-4 0 0,-12 8 20,-4 6 0,-4 2-20,-6 4 637,-14-1-637,-21 19 0,6 0 0,-12 10 0</inkml:trace>
  <inkml:trace contextRef="#ctx0" brushRef="#br0" timeOffset="135994">4172 15399 5734,'4'1'0,"-2"0"0,-1 1 0,0-1 0,0-1 0,-1 2 0,-1-1 0,-1 1 0,6-3 0,1-1 0,2-1 0,-1 0 0,6-2 0,-6 3 0,7-2 0,-8 2 0,5 0 0,-4 0 0,4-1 0,-1 1 0,-4 0 0,4 0 0,-6 1 0,3-1 0,-2 2 0,1-1 0,-2 1 0,-1 0 0,6 0 0,-4 0 0,11-2 0,-8 2 0,6-2 0,0 1 0,-5 0 0,6 0 0,-8 1 0,3-2 0,-2 1 0,2-2 0,10 5 0,-9-1 0,11 1 0,-12-1 0,0-1 0,-1 1 0,1 0 0,0 0 0,1 0 0,0 1 0,19 0 0,-13-1 0,12 1 0,-13-1 0,-4 1 0,3 0 0,5 0 0,-6-1 0,16 2 0,-16-2 0,19 2 0,-5-3 0,0 1 0,-1-1 0,-12 0 0,-1 0 0,1-1 0,23-2 0,-18 2 0,17-2 0,-1 4 0,-17 0 0,17 0 0,-22 0 0,8-1 0,-5 1 0,5-1 0,5 1 0,-9 0 0,21 1 0,-22-2 0,21 3 0,-22-2 0,9 2 0,-6-2 0,-4-1 0,5 1 0,2-1 0,-5 1 0,6 0 0,24 3 0,-21-2-498,21 1 498,-29-2 0,-2 1 0,7 0 0,-5-1 0,4 1 0,-6-1 0,8 1 0,-5-1 0,5 1 0,11 0 0,-14 0-233,13 1 233,-18-2 0,1 1 0,-1-1 0,-1 0 486,0 1-486,-1-1 0,-1 0 0,0 1 0,14 3 0,-13-2 0,12 2 245,-12-2-245,-2 0 0,3 0 0,1 0 0,-2-1 0,4 1 0,7 1 0,-8-1 0,22 4 0,-21-4 0,17 2 0,1-1 0,-10 0 0,3-1 0,0 0 0,-10-2 0,-5 0 0,3 0 0,-1 1 0,-5-2 0,4 1 0,-1-1 0,15-1 0,-7 0 0,9-1 0,-15 0 0,7-1 0,-6 1 0,17-2 0,-18 3 0,9-1 0,-10 1 0,-5 1 0,3 0 0,-1 0 0,-2 0 0,2 0 0,2 0 0,-2-1 0,4 0 0,9-2 0,-8 1 0,10-1 0,20 0 0,-24 2 0,22-2 0,-18 2 0,-9 0 0,22-1 0,-21 1 0,9 0 0,19-2 0,-24 1 0,23-1 0,-14 0 0,-10 2 0,11-1 0,-7 1 0,-6-1 0,7 0 0,7-3 0,-10 2 0,22-3 0,-22 3-452,8 0 452,-9 0 0,11 0 0,-8 0 0,7-2 0,-1 1 0,-9 0 0,7-1 0,-1 1 0,-8 0-230,7 0 230,-9 2 441,8-2-441,2 0 0,13-4 0,-13 4-303,2-2 303,-15 5 0,-1 0 0,11-1 0,-8 0 0,21-4 0,-19 3 0,7-1 0,1 0 0,-3 1 0,3 0 0,-1 0 0,-4 0 0,6 0 0,1 0 0,-6 1 0,25-1 0,-23 1 0,14 0 0,-10 0 0,-7 1 233,7 0-233,9-1 0,-14 1 0,23-2-645,-26 2 645,6-1-57,-2 0 57,-7 0 0,6 1 0,8-1 0,-11 1 0,10 1 0,1-1 0,-6 1-297,-1 0 0,-1 0 297,-4 0 0,0 0 0,1-1 0,4 1 0,1-1 0,3 0 300,-4 1 0,0-1-300,14 1 0,-21 0 347,13-1-347,-25 1 660,2 0-660,-2 0 0,0 0 0,-2 0 0,-1 0 0,1 0 0,1 0 0,-1 0 0,0 0 0,0-1 0,-1 1 0,2 0 0,-3 0 0,-1 0 0,-5 0 0,-2 1 0,-4 0 0,0 1 0,0 0 0,-2 1 0,1-1 0</inkml:trace>
  <inkml:trace contextRef="#ctx0" brushRef="#br0" timeOffset="186313">18776 3386 5734,'-6'1'0,"0"0"0,4 0 0,-1-1 0,1 1 0,1-1 0,6 0 0,-4 0 0,7-1 0,-4 0 0,1 0 0,15-2 0,-7 1 0,11-1 0,-11 2 0,0-1 0,18-1 0,-14 2 0,23-3 0,-26 3 0,13-1 0,-16 2 0,4 1 0,-6 0 0,6 2 0,-6-1 0,4 2 0,-8 0 0,0-1 0,1 4 0,-4-2 0,2 3 0,-4-2 0,0 5 0,-2-1 0,0 4 0,-3-3 0,-1 2 0,-12 18 0,5-10 0,-11 14 0,8-15 0,-1 0 0,-5 7-597,3-5 1,1-1 596,-1 2 0,1-2 0,-1-1 0,-3 6 0,5-7 0,1 0-225,1-2 225,3-2-33,-2 1 33,5-5 0,-1 0 0,6-5 1159,-2 1-1159,3-4 254,0 1-254,3-2 38,1-2-38,3 1 0,1-1 0,4 0 0,2 1 0,14-1 0,-3-1-665,12 1 665,-7 0 0,14 0 0,-9 0-820,9 2 820,-14 0 0,7 1-422,-10 0 422,3 0-124,-7-2 124,-7 1 570,1-1-570,-7 0 822,-3-1-822,-5-1 486,-5-1-486,-3 0 0,-2-1 0,0-1 0</inkml:trace>
  <inkml:trace contextRef="#ctx0" brushRef="#br0" timeOffset="186637">18760 3641 5734,'10'5'0,"-1"0"0,-1-2 0,5 2 0,-2 0 0,3 1 0,2 0 0,-2-1 0,5 1 0,16 3 0,-15-5-270,16 4 270,-22-5 0,8 1 0,-10-2 0,3 2 0,-10-3 0,0-2 0,1 0 0</inkml:trace>
  <inkml:trace contextRef="#ctx0" brushRef="#br0" timeOffset="187001">19329 3697 5734,'4'1'0,"0"0"0,-1 0 0,2 0 0,0 1 0,4 0 0,7 1 0,-1 0 0,6-1 0,3 1 0,-7-1 0,5 1 0,-3 0 0,-6-1 0,3 0 0,4-3 0,-12 1 0,7-2 0,-15 1 0,-2 1 0,-2 0 0,-2 0 0,-3 0 0,0 0 0</inkml:trace>
  <inkml:trace contextRef="#ctx0" brushRef="#br0" timeOffset="187213">19349 3806 5734,'6'5'0,"0"-2"0,3-2 0,24-3 0,-16 0 0,19-1 0,-22 2 0,5-1 0,-5 0 0,4 0 0,-8 0 0,-6 1 0,-1 0 0</inkml:trace>
  <inkml:trace contextRef="#ctx0" brushRef="#br0" timeOffset="189000">20128 3367 5734,'-1'-5'0,"0"0"0,0 3 0,1 2 0,-5 5 0,2 1 0,-13 20 0,-2 5 0,3-5-145,-2 5 1,-1 1 144,1-2 0,5-5 0,-9 13 0,10-15 0,-2 4 0,4-8 0,-8 18 0,7-16 0,-7 15 0,8-17 0,2-5 0,0 2 0,-1-1 0,5-10 0,0-2 0,6-11 0,1-4 0</inkml:trace>
  <inkml:trace contextRef="#ctx0" brushRef="#br0" timeOffset="189277">20114 3268 5734,'-1'25'0,"0"-1"0,2 4 0,-2 4 0,2 1-1989,1 2 1989,1 1 0,0-9 0,1 1 124,2 13-124,-1-7 0,1 0 0,2 3 432,1 10-432,-1-14 0,0-3 0,-1 1-230,0-3 1,0-4 229,-4-14 952,-1 1-952,-2-7 101,-4-6 1,-1-6 0,-4-7 0</inkml:trace>
  <inkml:trace contextRef="#ctx0" brushRef="#br0" timeOffset="189481">19918 3616 5734,'6'-1'0,"2"-1"0,1 0 0,15-4 0,10 1 0,2-1-1374,4 0 1374,-9 3 0,-3 2 0,-1-1 0,9 1 0,-10 0 0,-1 0 0,0 0 0</inkml:trace>
  <inkml:trace contextRef="#ctx0" brushRef="#br0" timeOffset="189940">20589 3552 5734,'-3'3'0,"0"1"0,3-2 0,0 21 0,0-10 0,0 18 0,0-15 0,0 1 0,0 2 0,0-1 0,-1 1 0,0 6 0,1-7 0,0 4 0,0-9 0,1 7 0,-1-10 0,-1 4 0,0-11 0,-3-4 0,1-1 0,-2-3 0,1-2 0</inkml:trace>
  <inkml:trace contextRef="#ctx0" brushRef="#br0" timeOffset="190123">20529 3691 5734,'26'2'0,"-1"-1"0,0 1 0,-6-1 0,5 0 0,-8-2 0</inkml:trace>
  <inkml:trace contextRef="#ctx0" brushRef="#br0" timeOffset="190479">20949 3621 5734,'1'9'0,"7"16"0,-2-6 0,3 10 0,1 1 0,-1 3-433,-2-6 1,0 2 432,-2-4 0,-1-1 0,1 16 0,-3 2 0,-1 1 0,-2 0 0,-1-9 0,-1 0 0,-9 11-1079,2-14 1079,-6 6 0,-2-9-30,3-9 30,-6 1 0,-4-11 0,6-5 0,-13-22 0,1-7 0,7-1 0,-3-5 0,4-3 0,14 1 0</inkml:trace>
  <inkml:trace contextRef="#ctx0" brushRef="#br0" timeOffset="191008">21190 3443 5734,'3'9'0,"-1"-1"0,-1 3 0,1 0 0,-1 10 0,0-2 0,-1 7 0,0 7 0,1-6 0,-1 9 0,2 1 0,0-9 0,-1 2 0,0 0 0,-1-4 0,1 21 0,-1-35 0,0 1 0,-1-7 0,1-5 0,-2-1 0,0-5 0,-1-2 0,1-2 0</inkml:trace>
  <inkml:trace contextRef="#ctx0" brushRef="#br0" timeOffset="191477">21176 3374 5734,'24'-8'0,"-2"1"0,-2 3 0,10-1 0,-6 2-506,7 1 506,-11 2 0,-1 2 124,-3 1-124,-1 2 0,0 6 0,-6-2 0,-2 5 0,-7 4 382,-3-3-382,-12 18 0,4-15 0,-7 8 0,5-8 0,2-5 0,-1 2 0,3-3 0,4-5 0,-2 1 0,6-4 0,0-1 0,13 6 0,-3-4 0,14 10 0,-10-7 0,5 5 0,-5-1 0,7 9 0,-6-3 0,3 7 0,-8 3 0,-5-5 0,-9 3 0,-4 0 0,-3-3-768,-16 16 768,7-27 0,-2-2 0,-2-1 0,1-4 0,0-2 0,-6 1 0,-16-2 0,18-10 0,9 0 0,-2-5 0,12 0 0,3-2 0</inkml:trace>
  <inkml:trace contextRef="#ctx0" brushRef="#br0" timeOffset="191714">20985 3358 5734,'-1'-4'0,"1"0"0,0 2 0,0 0 0,1 1 0,2 1 0,3 5 0,-2 1 0,1 4 0,-2 0 0,-2 1 0</inkml:trace>
  <inkml:trace contextRef="#ctx0" brushRef="#br0" timeOffset="193635">19510 4989 5734,'5'-3'0,"1"0"0,9-2 0,-3 1 0,8-3 0,15-3 0,-7 4 0,11-5 0,-9 5 0,-13 3 0,5-1 0,-8 2 0,15-3 0,-16 3 0,11-3 0,-21 4 0,-2-1 0,-1-1 0</inkml:trace>
  <inkml:trace contextRef="#ctx0" brushRef="#br0" timeOffset="193998">19556 5050 5734,'6'-1'0,"10"0"0,-5 1 0,19-1 0,-11 0 0,9 0 0,0-2 0,1 0 0,4 1-665,3-2 1,-2 1 664,-8 1 0,8 0-409,-8 1 409,-7 0-102,10 0 102,-17 1 0,3 0 0,-8 0 1253,-3 0-1253,0-2 465,-4 1-465,-7-3 30,-5 1 1,-5-3-1,0 0 1</inkml:trace>
  <inkml:trace contextRef="#ctx0" brushRef="#br0" timeOffset="196151">20411 4996 5734,'-3'7'0,"1"0"0,1 3 0,3 1 0,2 19 0,2 3 0,-1-2-192,0 5 0,1-1 192,-1-1-541,-1-8 541,0 6 0,-2-12 0,0-2 0,0 8 0,-1-11 0,0 4 0,-1-13 271,0 0-271,0-3 654,-1 0-654,1-3 0,-4-4 0,3-2 0,-3-5 0,-1-20 0,2 11 0,-1-17 0,3 17 0,6-27 0,-2 19 0,4-6 0,1 0 0,1 8-688,7-13 688,-6 18 0,4-6 0,-3 7 0,4-4 0,-1 6 0,-3 4 0,2-1 0,-5 7 0,-2 2 0,-1 1 0,0 1 688,0 2-688,6 5 0,-4 0 0,9 8 0,-10-5 0,3 4 0,-8-2 0,-3-3 0,-2 0 0,-2-4 0</inkml:trace>
  <inkml:trace contextRef="#ctx0" brushRef="#br0" timeOffset="197152">20655 4928 5734,'8'6'0,"-1"-2"0,-4 1 0,1-1 0,0 2 0,5 9 0,-3-5 0,3 7 0,-6-9 0,-1 0 0,1 7 0,-1-6 0,1 4 0,-3-4 0,1-4 0,0 2 0,-1-6 0,0 0 0,-3-4 0,1-1 0,-2-2 0,1 0 0,0-3 0</inkml:trace>
  <inkml:trace contextRef="#ctx0" brushRef="#br0" timeOffset="198297">21062 5162 5734,'27'3'0,"-9"-3"0,12-1 0,0-8 0,-10 3 0,11-7 0,-9 0 0,-7 3 0,5-5 0,-6 1 0,-4 3 0,1-9 0,-8 11 0,-1-5 0,-11 3 0,0 5 0,-6-4 0,-18 8 0,13 2 0,-24 6 0,24 2 0,-1 4 0,1 2 0,-1 3 0,0 5 0,2 3 0,5-1-623,-5 14 623,15-17 0,1 1 0,4 0 0,15 22 0,-3-19-600,12 14 600,-6-27 0,2-3 0,4-1 0,15-2 0,-9-3 0,11-2 0,-13-2 0,-2-1 0,0-2 0,-3-1-131,-4-1 131,-4-1 575,-5 0-575,-4-3 0,-5 0 0,-3-3 0</inkml:trace>
  <inkml:trace contextRef="#ctx0" brushRef="#br0" timeOffset="199151">21560 4568 5734,'5'4'0,"2"7"0,-1 0 0,3 6 0,1 17 0,-4-10-790,2 15 790,-5-17 0,-2 0 192,-1-1-192,-2 8 0,0-8 0,-2 5 0,-2-6 0,1-6 0,-3 2 0,-4-2 598,4-6-598,-10 1 0,9-8 0,-3-2 0,-4-8 0,4 1 0,-15-23 0,14 11 0,-8-15 0</inkml:trace>
  <inkml:trace contextRef="#ctx0" brushRef="#br0" timeOffset="199319">21535 4408 5734,'21'-9'0,"-6"3"0,16-2 0,-15 5 0,6-1 0,-5 4 0,-5 0 0,4 0 0</inkml:trace>
  <inkml:trace contextRef="#ctx0" brushRef="#br0" timeOffset="200365">21761 4439 5734,'-4'3'0,"1"1"0,2-2 0,-2 17 0,0-8 0,-1 13 0,2-12 0,-1 15 0,2-9 0,-1 11 0,2-3 0,-1-5 0,1 7 0,0 0 0,0-7 0,1 4 0,-1-9 0,2-2 0,0-1 0,3 5 0,-1-7 0,1 2 0,2-7 0,-1-3 0,3 0 0,8-8 0,-6 0 0,8-5 0,-8 2 0,2-3 0,-1 0 0,8-8 0,-5 3 0,5-6 0,3-10 0,-9 12 0,6-13 0,-11 15 0,-3 0 0,1-1 0,-2-25 0,-2 20 0,-3-1 0,-1 1 0,-2 9 0,-4-3 0,-3 5 0,1 4 0,-5-1 0,-3 4 0,4 2 0,-5 1 0,1 2 0,4 3 0,-3 0 0,6 1 0,0 1 0,1 0 0,0 1 0,0 1 0,2-1 0,0 1 0,1 1 0,1-1 0,1 0 0</inkml:trace>
  <inkml:trace contextRef="#ctx0" brushRef="#br0" timeOffset="200633">21772 4622 5734,'17'-1'0,"0"-1"0,10-2 0,-8 1 0,29-4 0,-26 4 0,10-1 0,-1-1 0,-6 2 0,20-4 0</inkml:trace>
  <inkml:trace contextRef="#ctx0" brushRef="#br0" timeOffset="204654">18667 3024 5734,'-2'27'0,"0"0"0,-1 2 0,1 1 0,-1 4 0,0 2-1093,-1 1 1,-1 5 0,0-2 297,1-9 1,1 0-1,-2 6 795,0-2 0,-1 6 0,-1 6 0,-1 2 0,1 0 0,-1-1 0,2-3 0,0-6-19,-1 5 1,1-6 0,0 0 0,-1 8 18,2-10 0,-1 5 0,-1 4 0,-1 3 0,1 1 0,-1-1 0,1 0 0,1-4 0,-1-3 0,2-6 0,-1 5 0,2-7 0,-1 0 0,0 5 0,0-1 0,0 6 0,0 3 0,-1 2 0,0-1 0,1-1 0,0-4 0,1-6 0,0 9 0,0-6 0,0 6 0,1-4 0,-1 7 0,0 4 0,0 1 0,0-2 0,1-5 0,0-8 0,1 12 0,0-4 0,0-4 0,0 5 0,0-1 0,1-8 0,0-2 0,1-6 0,-1 16 0,0-2 0,0-2 0,0-8 0,0-3 0,1-3 0,0-15 345,-1 3-345,1-11 1997,-1 0-1997,0-1 3276,1 0-3160,-1-2-116,0 0 0,1-1 0,0 0 0,-1 0 0,0 1 0,0-7 0,0-2 0,-2-3 0,-2-3 0,-1 3 0,-2-4 0,1-2 0</inkml:trace>
  <inkml:trace contextRef="#ctx0" brushRef="#br0" timeOffset="205301">18749 3124 5734,'-9'-4'0,"0"-2"0,3 3 0,0-2 0,2 3 0,2 1 0,1 1 0,3 3 0,3-1 0,16 6 0,1-3-498,16 2 498,-8-7 0,9-1 0,7-2 0,1 0 0,-1-1 0,-7 2-1076,7 0 0,-5-1 1,7 0 1075,-10 1 0,6-2 0,3 1 0,1-1 0,0 1 0,-4-1 0,-5 1 0,0 0 0,-4 0 0,-1 0 0,3 0 0,6 0 0,3 0 0,2 0 0,-1 1 0,-2-1-503,2 1 1,-4 0 0,2 1 0,5-1 502,-7 2 0,5-1 0,2 0 0,1 1 0,-1 0 0,-2 0 0,-3 0 0,-1 0 0,-2 1 0,-2 0 0,0 0 0,3 0 0,1 0 0,-1 1 0,2-1 0,2 1 0,3 0 0,3 1 0,-15-1 0,3 1 0,3 1 0,2 0 0,1 0 0,2 0 0,0 0 0,0 1 0,0-1 0,-1 1 0,-2-1 0,-3 0 0,-1 0 0,-4-1 0,15 2 0,-6 0 0,-3-1 0,0 0 0,3 0 0,5 2 0,-12-3 0,3 2 0,4-1 0,1 1 0,3-1 0,0 1 0,0 0 0,-1 0 0,-1 0 0,-3 0 0,-3 0 0,-3-1 0,-5 0 0,18 3 0,-8 0 0,-4 0 0,-1-1 0,3 0 0,-3 1 0,1-1 0,6 1 0,2 1 0,-6-1 0,-5 0 0,-3 0 0,4 0 0,-1 0 0,-13-3 0,-1 1 0,10 2 0,-2-1 0,-9-3 0,5 1 0,-26-6 0,-2-1 1676,-16-4-1676,6 3 0,-22 0 0,14 4 686,-12 1 0,9 0 0,-1-1 1</inkml:trace>
  <inkml:trace contextRef="#ctx0" brushRef="#br0" timeOffset="206953">23012 3278 5734,'13'-6'0,"3"0"0,4-3 0,3 1 0,4-1-1639,-2 1 1,1 1 1286,12-4 1,3 0-391,-4 3 1,0-1 741,2 1 0,6 0 0,-6 3 0,8-1 0,5 0 0,0 0 0,-1 0 0,-7 1-68,-5 1 0,-5 0 0,1 0 1,5 1 67,-3-1 0,5 1 0,4-1 0,1 0 0,0 0 0,-3 1 0,-3 0 0,-6 1 0,6 1 0,-6 0 0,1 0 0,8 1 0,1-1 0,4 1 0,-4 2 0,5-1 0,1 2 0,-3-1 0,-6 0 0,-7-1 0,-5 0 0,4 1 0,4 0 0,8 0 0,0 0 0,-5 0 0,-12 0 0,-3 0 0,12-1 0,-22 0 195,9-1-195,-26-5 2329,0 4-2329,-4-3 656,1 3 1,-2 0 0,0-2-1</inkml:trace>
  <inkml:trace contextRef="#ctx0" brushRef="#br0" timeOffset="214889">22288 5081 5734,'4'0'0,"-1"0"0,7 2 0,-4-2 0,17 2 0,-11-2 0,18-1 0,-14-1 0,30-2 0,-29 2 0,17-1 0,-26 3 0,0 2 0,6 0 0,-8-1 0,6 1 0,-10-2 0,2 0 0,-2 1 0,0-1 0,-3 0 0</inkml:trace>
  <inkml:trace contextRef="#ctx0" brushRef="#br0" timeOffset="215247">22323 5281 5734,'20'-3'0,"-6"0"0,10-1 0,-7 0 0,2 0 0,0 0 0,1 0 0,0 0 0,-2 0 0,0 1 0,20-6 0,-19 5 0,15-4 0,-22 6 0,-5 1 0,1-1 0,-5 1 0,-3 1 0,0 0 0</inkml:trace>
  <inkml:trace contextRef="#ctx0" brushRef="#br0" timeOffset="216047">22908 4919 5734,'-1'5'0,"1"-2"0,-1 0 0,0 0 0,0 1 0,0 0 0,0 0 0,0-1 0,-1 1 0,1 3 0,0-3 0,0 6 0,0-6 0,0 4 0,0-1 0,0 0 0,0 3 0,0-2 0,0 1 0,0 1 0,0 0 0,0 7 0,0-4 0,0 6 0,1 3 0,0-5 0,1 9 0,0 0 0,1-4-304,0 22 304,-1-32 0,-1 8 0,0-10 0,1 6 0,-1-14 0,-1-1 0,-2-5 304,-4-5-304,-1 1 0,-2-2 0,3 1 0</inkml:trace>
  <inkml:trace contextRef="#ctx0" brushRef="#br0" timeOffset="216698">22891 4956 5734,'6'7'0,"-1"-2"0,5 5 0,-5-5 0,10 10 0,-7-7 0,5 5 0,-1 1 0,-3-2 0,4 4 0,-1 1 0,-3-3 0,1 3 0,1-1 0,-3-4 0,2 1 0,-3 0 0,-1-2 0,2 1 0,-4-5 0,0-3 0,-2-3 0,-1-2 0,7-9 0,-4 2 0,4-8 0,0-1 0,-2 2 0,12-22 0,-8 16 0,7-12 0,-8 14-228,0 1 228,-1 0 0,1 1 0,0 0 0,3-6 0,-3 6 0,2-4 0,-2 4 0,-2 5 0,1-1 0,-3 6 0,-1 1 0,-1 1 0,0 1 0,0 0 228,-1 1-228,-1 0 0,1 2 0,0 1 0,4 12 0,-1-3 0,4 11 0,-4 4 0,-2-2 0,-2 21 0,-1 3 0,-2-2-892,1 1 1,-1-2 891,-1-8 0,1-1-663,0-5 0,1 0 663,-2 6-8,2-9 1,-1-1 7,0 2 0,0-8 0,-7 4 0,6-17 0,-4-2 0</inkml:trace>
  <inkml:trace contextRef="#ctx0" brushRef="#br0" timeOffset="218124">23476 5121 5734,'9'6'0,"0"-1"0,1-2 0,1 0 0,0 0 0,2-1 0,0-2 0,2 0 0,9-6 0,2-1 0,-1 1 0,1-2 0,-1 0 0,-6-2 0,-6 3 0,2-4 0,-8 3 0,0-3 0,-4 2 0,0-3 0,-5-1 0,-1 2 0,-2-2 0,-3 0 0,1 4 0,-3-2 0,-2 3 0,1 2 0,-4 0 0,4 4 0,-1 1 0,0 0 0,1 2 0,0 0 0,-5 4 0,3-1 0,-4 5 0,-12 26 0,15-15 0,-2 5 0,3 1-424,8-4 424,1 6 0,4-8 0,6 8 0,0-7 0,6 5 0,5-3 0,-2-7 0,9-2 0,1 0 0,0-4-362,-1-1 0,-1-3 362,-1-4 0,-2-1-64,0-3 64,-3 0 390,-2-1-390,-3-2 0,0-3 0,-1-1 0,-1-3 0</inkml:trace>
  <inkml:trace contextRef="#ctx0" brushRef="#br0" timeOffset="219873">23888 4353 5734,'11'11'0,"5"21"0,-10-13 0,0 4 0,-1 2 0,-2 0 0,1 10 0,-3 2-1658,-2-8 1658,-2 8 0,0-12 108,-2-2-108,0-2 0,-9 12 0,5-13 0,-8 8 364,0-14-364,3-4 0,-23-2 0,19-9 0,-15-3 0,10-22 0,10 5 0,-6-16 0</inkml:trace>
  <inkml:trace contextRef="#ctx0" brushRef="#br0" timeOffset="220058">23907 4153 5734,'3'-10'0,"-1"2"0,0-2 0,1 0 0,1 4 0,1-3 0,-1 6 0,0 0 0,3 6 0,-3-2 0,3 3 0</inkml:trace>
  <inkml:trace contextRef="#ctx0" brushRef="#br0" timeOffset="220720">24145 4321 5734,'-1'14'0,"-1"1"0,0 1 0,0 3 0,0 10 0,0-6 0,0 6 0,7 18 0,-3-23 0,5 18 0,2-28 0,-3-8 0,5 2 0,3-13 0,-7 1 0,8-12 0,-10 4 0,2-6 0,-2-7 0,-2 3 0,0-8 0,-1-5 0,-1 9 0,-1-8 0,0 0 0,-1 13 0,-1-17 0,1 27 0,0-6 0,1 13 0,-1 1 0,0 0 0,-1 1 0,-2 2 0,-1 0 0,-2 2 0</inkml:trace>
  <inkml:trace contextRef="#ctx0" brushRef="#br0" timeOffset="220916">24132 4457 5734,'8'2'0,"1"-1"0,0-1 0,3 0 0,1 0 0,8-1 0,1-2 0,-2 1 0,-2-2 0,-9 1 0</inkml:trace>
  <inkml:trace contextRef="#ctx0" brushRef="#br0" timeOffset="222294">24164 4408 5734,'-3'-3'0,"1"0"0,0 2 0,1-1 0,0 0 0,-1-2 0,0 0 0,1-5 0,-1 4 0,1-3 0,0 4 0,-1-2 0,2 2 0,-2-4 0,2 2 0,1 1 0,-1-1 0,1 2 0,-1 1 0,1-1 0,-1 1 0,0-1 0,0 0 0,1-2 0,0 3 0,-1-2 0,1-1 0,-1 3 0,1-3 0,-1 5 0,1 0 0,2-2 0,-2 2 0,2-2 0,-3 1 0,2 1 0,0 1 0</inkml:trace>
  <inkml:trace contextRef="#ctx0" brushRef="#br0" timeOffset="223512">19707 5882 5734,'3'12'0,"-1"-1"0,1 7 0,-1 0 0,0 2-456,0 2 456,-1 2 0,1-1 0,-1 2 0,0 6-372,0-7 1,1 0 371,-1 0-459,2 7 459,-1-8 0,0 3 0,0-12 0,-1-2 298,0 1-298,0-4 840,0 0-840,-2-2 520,1-5-520,0-2 0,0-4 0,1-3 0</inkml:trace>
  <inkml:trace contextRef="#ctx0" brushRef="#br0" timeOffset="223976">19782 5872 5734,'1'-4'0,"0"-1"0,0 3 0,0 2 0,0 3 0,0 3 0,5 6 0,0 1 0,14 26 0,-8-14 0,0 0 0,2 2 0,0 2 0,1-1 0,7 13-509,-8-16 1,0-2 508,-4-8 0,1 1 0,-3-6 0,2 4 0,-6-12 0,11-24 0,-8 5-480,7-21 480,-7 16 0,1 0 0,4-13 0,-2 8 0,3-10 0,3 2 0,-5 8 0,1 4 0,-1 2 0,0 2 0,5-5 963,-6 14-963,-1 5 0,3 1 0,0 10 0,-4 2 0,3 8 0,-5 3 0,1 14 0,-2-5 0,1 11 0,-2 3-578,-1-9 578,0 10-4,-2-18 0,0 1 4,2 19 0,0 2-423,-1-16 423,-1-19 0,-1-3 0,2-3 0,1-5 0,1-3 0</inkml:trace>
  <inkml:trace contextRef="#ctx0" brushRef="#br0" timeOffset="224327">20595 5970 5734,'22'5'0,"0"0"0,-4-1 0,28 2 0,-16-1-1228,1-2 1,1 1 1227,-4-1 0,9 0 745,-15-1-745,4 0 0,-8-1 399,6 0-399,-14 0 0,0 1 0,-10-2 0,0 0 0</inkml:trace>
  <inkml:trace contextRef="#ctx0" brushRef="#br0" timeOffset="224494">20715 6079 5734,'5'3'0,"12"2"0,-4-1 0,13 2 0,3 1 0,-5-1-373,1-1 1,-1 1 372,-9 1 0,-1-1 0,-1 0 0,-1-1 0</inkml:trace>
  <inkml:trace contextRef="#ctx0" brushRef="#br0" timeOffset="225335">21264 5893 5734,'0'33'0,"0"-2"0,0-14 0,1 10 0,-1-7 0,1 6 0,-1-3 0,0-7 0,1 2 0,-1-1 0,0-8 0,0 3 0,0-14 0,0-5 0,0-8 0,-1 0 0,0-3 0,0-4 0,1 5 0,3-22 0,-1 18 0,6-27 0,-3 29 0,2-8 0,-2 13 0,-2 4 0,1 0 0,4 7 0,-3 4 0,4 5 0,-4 4 0,2 10 0,-1-2 0,2 7 0,-2 5 0,-2-7 0,0 7 0,0 0 0,-2-8 0,2 20 0,-3-35 0,0-5 0,-1-8 0,4-14 0,-2 1 0,3-4 0,2 5 0,-2 5 0,1-3 0,0 3 0,-3 4 0,2-1 0,-2 4 0,-1 2 0,0 1 0,1 4 0,0 2 0,1 2 0,2 8 0,0-2 0,3 12 0,-4-9 0,1 6 0,-2-7 0,0 0 0,0-2 0,-1-1 0,0-1 0,-2 3 0,0-4 0,-1 3 0,0-7 0,0-1 0</inkml:trace>
  <inkml:trace contextRef="#ctx0" brushRef="#br0" timeOffset="225769">21654 5929 5734,'-4'-3'0,"0"2"0,0 6 0,0 0 0,-3 6 0,1 0 0,-2 11 0,3-4 0,0 10 0,0 2 0,2-5-232,1 0 1,1-1 231,3-12 0,0-2 0,2 0 0,-2-5 0,5-3 0,-2-5 0,4-4 0,8-15 0,-6 7 0,14-25 0,-15 21 0,10-21 0,-13 25 463,2-5-463,-6 12 0,-1 3 0,0 1 0,2 8 0,0 1 0,2 6 0,-3-3 0,1 6 0,0-5 0,3 13 0,-4-11 0,4 15 0,-3-18 0,3 6 0</inkml:trace>
  <inkml:trace contextRef="#ctx0" brushRef="#br0" timeOffset="226138">21932 5950 5734,'-10'0'0,"0"2"0,-11 14 0,6 0 0,-9 17 0,15-16 0,2 2 0,5-13 0,1-1 0,0-1 0,0-2 0,7-15 0,-3 2 0,4-14 0,2-3 0,-3 6-297,6-21 297,-9 33 0,1 2 0,0 3 0,0 6 0,3 4 0,6 19 0,-2 2-571,6 16 571,-7-11 0,0 1-881,-2-5 0,0 0 881,3 9 0,0 2 0,-2 1 0,-1-1 0,-2-9 0,-1 0 0,1 7 0,0 1-643,-5-6 0,-1-1 643,-1 13-80,-1-18 1,-3 0 79,-15 10 0,1-13 375,-14-1-375,-11-24 0,-4-7 0,20 3 0,0-1 0,-7-3 0,-1-1 0,1 1 0</inkml:trace>
  <inkml:trace contextRef="#ctx0" brushRef="#br0" timeOffset="226603">20666 5831 5734,'-4'2'0,"2"-1"0,3 0 0,5 1 0,1 0 0,7 1 0,22-2 0,-9-1-621,1 0 1,1-1 620,2-2 0,10-1 0,1-2 0,-11 1 0,9-1-393,-5 2 0,-2 0 393,-4 1 0,1-1 0,-3 1 0,-17 3 0,0 0 0</inkml:trace>
  <inkml:trace contextRef="#ctx0" brushRef="#br0" timeOffset="227557">22155 5915 5734,'-4'13'0,"0"1"0,2-2 0,1 1 0,-1 1 0,0 7 0,0-5 0,1 4 0,0-8 0,0 2 0,1-4 0,1 0 0,-1-4 0,0-2 0,-1-1 0,0-3 0,-1 0 0,0-4 0,1-1 0,0-3 0,0-3 0,0 0 0,0-4 0,2-3 0,1 4 0,1-4 0,3-2 0,0 6 0,6-15 0,-5 15 0,12-14 0,-13 21 0,7-5 0,-2 18 0,-4-1 0,4 6 0,-2 4 0,-3-1 0,3 6 0,2 16 0,-3-15-276,3 15 276,-6-22 0,3 5 0,-4-7 0,2 3 0,-4-10 0,0-2 0,2-1 276,0-2-276,1-2 0,1-3 0,1-2 0,0-3 0,0-1 0,3-6 0,-3 4 0,1-4 0,-3 1 0,-2 5 0,-1-3 0,0 7 0,-2 1 0,1 2 0,-1 1 0,0 1 0,0 0 0,1 1 0,1 1 0,0 0 0,5 14 0,-3-5 0,5 15 0,-6-12 0,2 4 0,-3-6 0,0 0 0,1-1 0,-1-1 0,1 0 0,1-1 0,-2-2 0,-2 3 0,-2-4 0,-2 2 0,2-5 0,0 0 0</inkml:trace>
  <inkml:trace contextRef="#ctx0" brushRef="#br0" timeOffset="227826">22403 5779 5734,'-1'-11'0,"1"1"0,0 3 0,0 2 0,0-2 0,2 2 0,0 3 0,1-1 0,-2 5 0,0 0 0,-2 1 0,0 1 0,1 0 0,0 0 0</inkml:trace>
  <inkml:trace contextRef="#ctx0" brushRef="#br0" timeOffset="228111">22525 5755 5734,'-1'28'0,"0"-2"0,1-11 0,0 8 0,2-3 0,0 6 0,1 14 0,-1-13 0,2 16 0,2-9-797,-2-10 797,1 6-127,0-5 127,-2-9 0,2 6 0,-3-13 0,1-1 0,-4-9 146,-1-11 0,-1 1 0,0-7 0</inkml:trace>
  <inkml:trace contextRef="#ctx0" brushRef="#br0" timeOffset="228559">22508 5958 5734,'4'-4'0,"8"-2"0,-3 2 0,14-3 0,-10 3 0,5-1 0,3 2 0,-8 2 0,14 5 0,-17-1 0,6 4 0,-6 2 0,-3-1 0,4 9 0,-6-6 0,1 3 0,-2-4 0,0 4 0,-1-5 0,1 8 0,-2-13 0,0 2 0,1-14 0,0 1 0,6-15 0,-4 9 0,9-20 0,-6 12 0,2-1 0,-5 7 0,-3 10 0,-1 2 0,0 0 0,1 1 0,-1 0 0,1 2 0,-1 2 0,2 3 0,1 8 0,0-1 0,4 19 0,-4-12 0,4 10 0,-4-9 0,-1-6 0,0 3 0,-2-5 0,0-4 0,0 0 0,3-7 0,0-1 0</inkml:trace>
  <inkml:trace contextRef="#ctx0" brushRef="#br0" timeOffset="229251">23011 5922 5734,'-9'0'0,"-2"0"0,3 1 0,-7 5 0,7-2 0,-3 3 0,5 1 0,1-2 0,0 4 0,3 0 0,2-1 0,9 9 0,-2-12 0,7 4 0,-6-12 0,0-3 0,0-1 0,2-2 0,-2-1 0,2-10 0,-3 4 0,1-8 0,-4-4 0,-2-1 0,1-2 0,-1 1 0,0-1 0,-6-7 0,2 15 0,-5-17 0,4 27 0,-1-4 0,1 10 0,2 3 0,-1 1 0,-2 16 0,1-4 0,-2 22 0,4-12 0,1 10 0,4 6 0,1-7 0,3 9 0,7 0 0,2-1 0,-1-4-197,1 3 0,0-4 197,-4-21 0,-1-1 0,0-4 0,1-2 0,7-6 0,-4-2 0,5-4 0,4-12 0,-2-4 0,-2 1 0,3-2 0,-3-1 0,-12 0-306,-3 6 306,-1-5 0,-4 8 0,-3 2 0,-1 2 382,-1 0-382,-7-2 0,2 7 0,-10-1 318,8 10-318,-5 4 0,2 9 0,3-2 0,-1 8 0,6 16 0,4-12 0,5 5 0,3 0 0,4-4 0,10 13-627,-4-21 627,2-2 0,12 0 0,-6-6 0,19 0 0,-19-8 0,8-2 0</inkml:trace>
  <inkml:trace contextRef="#ctx0" brushRef="#br0" timeOffset="230982">20118 6667 5734,'-8'41'0,"-1"-1"0,2 1 0,0 2 0,2-3 0,5-12 0,5 12 0,1-18 0,7 7 0,-1-23 0,10-13 0,2-5 0,4-3-638,-2-2 0,0-2 638,-4-7 0,-7 6 0,-1-2 0,5-12 0,-6-3 0,-1-1 0,-5-2 0,-2 10 0,-2-1-895,-6-10 895,0 12-403,-3-5 403,0 15-151,-8 0 151,0 7 0,-6 2 0,3 8 0,0 1 0,0 0 0</inkml:trace>
  <inkml:trace contextRef="#ctx0" brushRef="#br0" timeOffset="231169">20006 6747 5734,'15'-7'0,"-3"2"0,10-7 0,5-1 0,-5 3 0,2 0 0,1 0 0,1 2 0,11-4 0,-13 8 0,-9 2 0,5-1 0,-7 2 0</inkml:trace>
  <inkml:trace contextRef="#ctx0" brushRef="#br0" timeOffset="231884">20178 6545 5734,'12'-10'0,"1"0"0,5-4 0,-3 3 0,17-7 0,-15 9 0,9-3 0,-6 6 0,-5 2 0,4 0 0,-5 4 0,-2 0 0,1 0 0</inkml:trace>
  <inkml:trace contextRef="#ctx0" brushRef="#br0" timeOffset="232595">20740 6690 5734,'4'-3'0,"2"0"0,11 3 0,-3-1 0,9 1 0,3 1 0,-4 0 0,18 0 0,-15 0 0,9-1 0,-4 0 0,-1 0 0,0 0-248,-2 0 1,-2-1 247,-13 0 0,-1-1 0,-4 2 0,-1 0 0,-5 2 0,-2-1 0</inkml:trace>
  <inkml:trace contextRef="#ctx0" brushRef="#br0" timeOffset="232910">20782 6797 5734,'6'0'0,"2"-1"0,2 0 0,21-4 0,-8 2 0,15-2 0,-1 1-1134,-10 2 1134,10-2 0,-6 1 0,-1 0 0,0 1 0,-2-1 0,-1 0 247,-8 0-247,-9 1 0,1 0 0,-9 2 0,-4 3 0,-3 0 0,-3 1 0,-2 0 0</inkml:trace>
  <inkml:trace contextRef="#ctx0" brushRef="#br0" timeOffset="233184">20783 6904 5734,'-5'0'0,"9"2"0,10-1 0,6 1 0,1 0 0,8 0 0,-6-1 0,3 1 0,1-1 0,0 1 0,2 0 0,-1 1 0,-5-1 0,9-1 0,-18-2 0</inkml:trace>
  <inkml:trace contextRef="#ctx0" brushRef="#br0" timeOffset="234129">21503 6613 5734,'0'-9'0,"2"4"0,0 10 0,1 3 0,3 16 0,-1-2-275,3 13 275,-4-11 0,-1 1-1376,3 17 1376,-2-14 0,-1 4 0,3 14 0,0 0 0,-2-17 0,-1 1 0,2 6 0,1 4 0,-2-6 0,2 13 0,-2-20 0,0 1-904,3 19 904,-3-21 0,2 7 0,-4-23 158,-1-8-158,-7-43 0,1 14 13,0-5 0,0 0-13,1-5 0,-1-5 0,3 10 0,0-2 0,1 9 0,1-2 0,1-8 0,2-4 0,-1 4 0,2 7 0,-1 2 463,2-14 0,3 0-463,11-2 0,2 4 0,2 0-711,0 2 1,2 4 710,-2 16 0,12-2 0,-10 6 0,0 7 0,-1 1 0,-2 5 1211,9 6-1211,-18 10 0,-6-1 0,-4 7 0,-13 6 0,-1-7 0,-8 8 0,-9-3-818,6-6 818,-8 2 0,1-5 0,8-6 1497,-5 0-1497,-8-7 0,16-6 0,-10-3 0,21-5 0</inkml:trace>
  <inkml:trace contextRef="#ctx0" brushRef="#br0" timeOffset="234602">21972 6357 5734,'2'18'0,"0"11"0,0-7 0,0 12 0,2 6 0,-1-7-357,1 10 357,-1 3-1108,0-13 1108,0 11 0,0-9-463,-1-10 463,0 3-145,1-4 145,-3-12 220,2 2-220,-3-14 1143,0-3-1143,0-4 531,0-1-531,0-4 0,0-8 0,0 2-28,2-7 28,0 5 0,2-1 0,0 1 0,9-24 0,-4 21-409,6-17 409,-6 27 0,-1 1 0,1 1 0,3 0 0,-1 5 0,2-1 198,0 10-198,-2 0 418,2 6-418,2 18 0,-6-7 0,1 7 0,-2 1 0,0-1 0,-1 3 0,1-1 0,-2-5 0,3 17 0,-5-26 0,0 2 0,-1-5 0,0-5 0,0 0 0,1-6 0,4-2 0,0-2 0</inkml:trace>
  <inkml:trace contextRef="#ctx0" brushRef="#br0" timeOffset="235027">22386 6595 5734,'-13'-6'0,"1"2"0,-2 3 0,2 2 0,-4 2 0,0 5 0,3 0 0,-3 6 0,0 14 0,6-9 0,2 4 0,2 2 0,3-4 0,2 11 0,2-16 0,2-3 0,0-1 0,4-1 0,0-4 0,2-1 0,23-35 0,-17 14 0,3-8 0,0-1-369,-11 5 369,2-5 0,-4 8 0,-1-3 0,-1 7 0,2-7 0,-3 16 0,2-2 0,0 22 369,-1-4-369,1 9 0,0-1 0,-1-4 0,1 4 0,0-2 0,-2-6 0,1 3 0,-1-6 0,1-3 0,0 0 0,-2-3 0,1-1 0,2-1 0,2-3 0,2-1 0,1-2 0</inkml:trace>
  <inkml:trace contextRef="#ctx0" brushRef="#br0" timeOffset="235608">22689 6561 5734,'-14'-7'0,"2"1"0,4 7 0,1 2 0,-2 2 0,2 0 0,0 2 0,-2 6 0,3-1 0,0 21 0,5-13 0,3 4 0,2 1 0,1-4 0,5 12 0,-2-12 0,-2-7 0,2 8 0,-6-13 0,0 4 0,-4-10 0,-2 0 0,-5-3 0,0 0 0,-28-7 0,21 4 0,-16-3 0,25 4 0,1 1 0,4 0 0,0 1 0,7-1 0,2 0 0,7-1 0,0 0 0,3 0 0,23-4 0,-13 1-818,17-3 818,-20 4 0,1-3 0,1-1 0,1 0 0,-1-2 0,-2 0 0,-10 0 0,2-3 0,-8-2 0,-3 2 0,-3-3 0,-3-2 0,-3 4 818,-1-3-818,-4 2 0,0 5 0,-3-3 0,0 5 0,3 2 0,-3 1 0,5 4 0,-1 2 0,1 4 0,-1 2 0,0 4 0,3 16 0,2 5 0,0 0-626,1 3 1,3-2 625,5-5 0,3-1 0,7-2 0,3-2 0,5 0 0,-2-3 0,1-4 0,2-11 0,22-14 0,-17-1 0,-8 0 0,1 1 0</inkml:trace>
  <inkml:trace contextRef="#ctx0" brushRef="#br0" timeOffset="236376">20249 7236 5734,'27'1'0,"7"0"0,3-1 0,-12 1 0,3 0-820,8-1 1,8 0 0,1 1 0,-4-1-373,3 0 0,5 0 1192,-14 0 0,8 0 0,5 0 0,5 0 0,1 0 0,0 0 0,-3-1 0,-3 1 0,-7 0-19,6-1 1,-7 1 0,1-1 0,5 1 18,-4-1 0,6 1 0,3-1 0,2 1 0,-1-1 0,-2 1 0,-5-1 0,-7 0 0,6-1 0,-7 1 0,-1-1 0,0 0 0,1 0 0,-2 0 0,-1 0 0,0 0 0,-1 0 0,12-1 0,-1 0 0,-5 0 0,0-1 0,6 0 0,-3 0 0,-12 2 0,-5-2 0,0-11 0,-38 9 0,-11 1 0,-1 0 0</inkml:trace>
  <inkml:trace contextRef="#ctx0" brushRef="#br0" timeOffset="237168">18772 6373 5734,'2'9'0,"1"-2"0,1 6 0,-1-4 0,3 19 0,-4-10 0,2 9 0,-1 3 0,1 3-276,-2-7 1,0 2 275,0-2 0,0-2 135,0 16-135,1 1 0,0 9 0,0-7-1149,-1-14 0,-1-1 1149,2 10 0,-1 6 0,0-8 0,-1-2-391,-1 13 391,0-13 0,0-4 0,0 0 0,0-3 0,-1 11 302,0-15-302,-1-11 0,1 3 0,0-12 2270,2-2-2270,1-5 533,1 0-533,0-4 0,4-5 0,0 2 0,5-5 0,0 4 0</inkml:trace>
  <inkml:trace contextRef="#ctx0" brushRef="#br0" timeOffset="237749">21744 7459 5734,'-3'3'0,"0"-1"0,3-1 0,11-3 0,5 0 0,16-2-1639,3-1 1,2 0 1508,-2 1 1,1 0 129,-2 0 0,4-1 0,1 1 0,0 0 0,2 0 0,1 1 0,-2-1 0,4 1 0,-1-1 0,6 1 0,-8 0 0,5 1 0,4-1 0,1 0 0,-1 1 0,-2-1 0,-5 1-430,5 0 0,-6 0 0,1 1 0,4-1 430,-8 1 0,2 0 0,3 0 0,1 0 0,1 0 0,-1 0 0,-1 0 0,-2 1 0,2 0 0,0 0 0,-2 1 0,0-1 0,-2 1 0,1 0-96,2-1 0,-1 1 1,-1 0-1,0-1 1,0 1 95,1 0 0,1 0 0,0 0 0,-4 1 0,-4-1 0,10 1 0,-6 0 0,-2-1 0,-1 1 0,6 0 0,-2 0 0,-12-1 0,-2 0 0,4 1 0,-1-1 0,8 0 0,-13 0 1382,-1-1-1382,-14-9 1928,-9 4-1928,-4-8 565,-9 7 1,-2-2-1,-2 1 1</inkml:trace>
  <inkml:trace contextRef="#ctx0" brushRef="#br0" timeOffset="237913">24496 7547 5734,'16'-3'0,"-7"2"0,7-6 0,-12 3 0,1-2 0</inkml:trace>
  <inkml:trace contextRef="#ctx0" brushRef="#br0" timeOffset="244752">20477 1428 5734,'-8'19'0,"-10"22"0,6-14 0,-4 10 0,-2 3 0,1-2 0,3 0 0,-4 7 0,3-7 0,7-14 0,0-1-879,-4 13 1,-1 6 0,3-8 878,4-4 587,-3 15-587,5-13 0,2-16 0,0 8 0,1-19 0,1-2 0,2-12 0,-1-2 0</inkml:trace>
  <inkml:trace contextRef="#ctx0" brushRef="#br0" timeOffset="245029">20385 1381 5734,'1'9'0,"0"9"0,0 0 0,1 8 0,1 15 0,0 3 0,1 1-544,0 1 0,1 1 544,0-19 0,-1-3-928,4 16 928,-2-14 0,-1-1 0,3 8 0,0-6 0,1 1 0,1 4 0,-2-8 0,0-2 0,0-4 0,3 3 0,-5-11 0,2 3 0,-5-10 723,-6-5-723,0-3 1293,-5-3-1293,0-3 0,-2-1 0,-1-2 0</inkml:trace>
  <inkml:trace contextRef="#ctx0" brushRef="#br0" timeOffset="245184">20215 1770 5734,'13'-6'0,"3"1"0,24 0 0,-11 2 0,7 4 0,9 2 0,-7 0 0,7 3-527,-13-1 0,4 0 0,-8 1 0,-4 5 0,-2 0 0</inkml:trace>
  <inkml:trace contextRef="#ctx0" brushRef="#br0" timeOffset="245389">20827 2060 5734,'-6'27'0,"-2"-3"0,1-8 0,-1-1 0,-1 1 0,0-1 0,0 0 0,0 0 0,-4 4 0,4-5 0,-3 2 0,5-8 0,0-2 0</inkml:trace>
  <inkml:trace contextRef="#ctx0" brushRef="#br0" timeOffset="245778">21240 1589 5734,'-3'-5'0,"1"4"0,0 1 0,2 6 0,-2 19 0,1-5 0,0 10 0,-1 3 0,1 0-185,1-6 0,0 0 185,0 15-879,0-11 879,2 8 0,0-11 0,1-3 0,0 2 0,2 17-3,-4-34 3,0-3 0,-1-3 0,1-3 0</inkml:trace>
  <inkml:trace contextRef="#ctx0" brushRef="#br0" timeOffset="246230">21117 1587 5734,'14'-1'0,"1"1"0,18 4 0,4 2 0,-5-1 0,6 1 0,-1 0 0,-11 2 0,-9-1 0,9 13 0,-18-10 0,-17 33 0,-3-27 0,-15 17 0,10-15 0,7-8 0,-2 4 0,9-5 0,3-4 0,5 5 0,1-5 0,4 1 0,0-1 0,6 4 0,-4-2 0,15 11 0,-14-7 0,11 17 0,-16-14 0,0 7 0,-12-3 0,-2-3 0,-9 4 0,-13 1 0,-12 0-1417,-1 0 1417,-2-3 0,2-2 0,11-4-680,-11 4 680,21-6 0,-2-1 0,12-1 0,6-6 0,4-1 0</inkml:trace>
  <inkml:trace contextRef="#ctx0" brushRef="#br0" timeOffset="246407">21598 2087 5734,'-10'23'0,"-6"12"0,7-17 0,-6 21 0,10-23 0,-2 13 0,8-22 0,0 4 0</inkml:trace>
  <inkml:trace contextRef="#ctx0" brushRef="#br0" timeOffset="247194">22260 1687 5734,'0'7'0,"-3"18"0,-1 16 0,1-1 0,-1 6 0,3-21 0,2-1 0,0 8-572,0-7 1,0-2 571,2 1-143,0 5 143,0-9 0,4 20 0,-4-27 0,2 9 0,-4-21 0,-1-4 0,0-1 831,-2-4-831,-1-5 0,0-1 0,-1-6 0,3 0 0,0-1 0</inkml:trace>
  <inkml:trace contextRef="#ctx0" brushRef="#br0" timeOffset="247594">22271 1542 5734,'1'-6'0,"-1"1"0,2 4 0,-2 2 0,2 2 0,2 17 0,-1-4 0,8 28 0,1 5 0,-1-10-858,2 6 1,-1-3 857,-1-16 0,4 8 0,-3-11 0,2 5-400,2-4 400,-5-11 0,4 4 0,-2-15 0,-3-2 0,5-5 0,2-10 0,-3 1 1634,5-8-1634,2-11 0,-5 7 153,6-13-153,-10 17 0,-1 0-1118,6-12 1118,-6 12 0,1-2-323,5-11 1,0 0 322,-6 12 0,0 0 0,5-10 0,-1 3 0,-2 4 0,-7 13 0,2 2 0,-3 6 270,2 5-270,0 17 0,-3 2 384,2 13-384,-3-1 0,-2 12 0,-1 3 0,0-20 0,0 0-1226,0 22 1,-1-2 1225,-1-5 0,-2-1-749,1-1 749,0-2 0,0-2-461,1-3 461,-1-2 0,0-4 29,-2 5 1,3-11 0,0 5 0</inkml:trace>
  <inkml:trace contextRef="#ctx0" brushRef="#br0" timeOffset="247778">23038 2112 5734,'-2'10'0,"-1"6"0,-1-3 0,0 4 0,-1 20 0,3-19 0,-2 18 0,3-26 0,1-2 0,2-1 0</inkml:trace>
  <inkml:trace contextRef="#ctx0" brushRef="#br0" timeOffset="248607">23592 1438 5734,'0'-12'0,"-2"-2"0,0 10 0,-4-3 0,3 7 0,-11 13 0,6 1 0,-5 13 0,2 2 0,0 2 0,-1 6-802,1-3 0,1 0 802,2 1 0,1 0 0,3-9 0,0-1 0,-1 14-505,2-13 1,1-2 504,1 8-724,2 9 724,1-11 0,2-6 0,2 0 0,8 5 0,1-2 0,2-11 0,-6-13 1282,8-4-1282,-3-3 0,7-5 0,1-6 0,-4 0 1083,5-7-1083,-8 0 0,-1-2 0,3-8 0,1-10 0,-2-3 757,-6 3-757,-6 7 0,-1-5 0,-1 5-451,-3-8 451,-3 1 0,-4 2-766,-3 14 766,-5-5 0,2 13-335,-9-1 335,5 6 182,-19-5-182,10 14 0,-18 11 0,19 4 0,-3 12 0,13-7 0</inkml:trace>
  <inkml:trace contextRef="#ctx0" brushRef="#br0" timeOffset="248790">23485 1897 5734,'19'-5'0,"9"-6"0,-9 2 0,10-4 0,9-4-2390,-7 3 2390,12-5 0,-11 7 0,-1 1 0,8-2 0,4 2 0,-1 3 0,-13 6 0,15 2 0</inkml:trace>
  <inkml:trace contextRef="#ctx0" brushRef="#br0" timeOffset="253357">21718 1950 5734,'0'-4'0,"0"0"0,0 3 0,1 1 0,1 0 0,0 0 0,-1 0 0,4 1 0,-3-1 0,8 0 0,-3 0 0,18-3 0,3 0 0,-6 1 0,4-2 0,1 1 0,-4 0 0,-11 2 0,8-1 0,-13 2 0,-1 0 0,6 0 0,-4 0 0,3 0 0,-4 1 0,4 0 0,-4 0 0,5 0 0,-6-1 0,3 0 0,-5-1 0,0 0 0,-3 0 0,-1 0 0,-2 1 0,-3 1 0,-2 2 0,-1-1 0,-1 1 0</inkml:trace>
  <inkml:trace contextRef="#ctx0" brushRef="#br0" timeOffset="253799">21635 1726 5734,'1'7'0,"0"-1"0,-3 9 0,1-6 0,-1 7 0,-1 0 0,2-4 0,0 14 0,0-12 0,1 6 0,0-9 0,1 0 0,0-1 0,0 0 0,0-2 0,2 2 0,-1-2 0,8 6 0,-5-7 0,5 2 0,-3-4 0,15 2 0,-9-3 0,10 2 0,-7-5 0,-4 0 0,2 0 0,-4 3 0,-4-1 0,3 1 0,-4-3 0,2-2 0</inkml:trace>
  <inkml:trace contextRef="#ctx0" brushRef="#br0" timeOffset="254325">21939 1835 5734,'2'-4'0,"-1"0"0,-1 3 0,0-2 0,0 3 0,2-1 0,-1 1 0,6-1 0,-1 0 0,18 0 0,4 1 0,0 2-253,0 0 253,-13 1 0,-2 0 0,4 2 0,-5 0 0,2 1 0,-1 4 0,-7-2 0,-4 21 0,-8-13-51,-6 14 51,1-15 0,-2 2 0,-12 16 0,9-13 0,-9 12 0,7-11 0,6-7 0,-2 4 0,6-8 0,2-2 0,2-1 0,1-2 304,1-2-304,-2 4 0,2-4 0,2-1 0,2-4 0</inkml:trace>
  <inkml:trace contextRef="#ctx0" brushRef="#br0" timeOffset="255456">21679 1791 5734,'16'-10'0,"-9"5"0,11-3 0,-12 5 0,-2 1 0,2 0 0,-5 2 0,2 0 0,-2 0 0,0 0 0,-2 3 0,-1-1 0,0 2 0,0-1 0,-2 3 0,-1 0 0,-3 3 0,-3 4 0,3-2 0,-12 14 0,9-12 0,-7 8 0,4-5 0,3-3 0,-3 3 0,1 0 0,5-7 0,-1 6 0,8-13 0,2 0 0,3-5 0,0-2 0,3 0 0,0-1 0,11-12 0,-7 6 0,11-13 0,2-1 0,-6 5 0,1 0 0,0-1 0,-1 0 0,-8 9 0,4-5 0,-10 11 0,-1 3 0,-1 0 0,-1 3 0,-9 8 0,1-1 0,-7 9 0,-10 13 0,9-9 0,-4 5 0,0-1 0,3-3 0,-1 5 0,-1-2 0,7-6 0,-3 6 0,1-2 0,8-10 0,-6 10 0,10-19 0,0 0 0,0 0 0,1-1 0,3 0 0,-1-1 0,4 1 0,5 4 0,-2-1 0,7 3 0,0 1 0,-4-1 0,13 10 0,-12-7 0,7 7 0,-6-4 0,-5-3 0,3 3 0,-2 2 0,-4-6 0,6 8 0,-9-10 0,1 0 0,-3-2 0,-2-2 0,-1 2 0,-1-1 0,-1 2 0,2 1 0</inkml:trace>
  <inkml:trace contextRef="#ctx0" brushRef="#br0" timeOffset="265158">17948 14592 5734,'6'15'0,"0"-2"0,-2-4 0,-1 2 0,-2 26 0,0-12 0,-2 8 0,1 8 0,-1-5 0,1 12-690,-1-10 0,1 5 0,1-5 690,1 8 0,-1-17 0,1 2 0,2 5 0,0-1 0,2 8 0,2 1 0,0-1 0,0-15 117,6 17-117,-8-37 0,-1-24 0,-5 3 0,-4-23 0,-4 14 0</inkml:trace>
  <inkml:trace contextRef="#ctx0" brushRef="#br0" timeOffset="265894">17833 14485 5734,'-5'3'0,"0"0"0,2-2 0,0 1 0,-1-1 0,2 1 0,-1-1 0,2 0 0,0 0 0,0 0 0,0 3 0,1-3 0,2 2 0,0-3 0,10-5 0,-3 1 0,19-7 0,10 1 0,0-1-713,-14 6 0,0 0 713,13-2-730,-3 0 0,10-2 0,2-1 0,-6 1 730,1 0 0,1 0-291,-1 1 0,6-3 0,2 1 1,-7 1 290,-7 3 0,-4 0 0,-1 1 0,7-1 0,0 0 0,-5 1 0,2-1 0,-1 2 0,1-1 0,0 1 0,-2 0 0,6 0 0,2-1 0,-2 2 0,6-1 0,0 0 0,-6 1 0,6 0 0,0 0 0,-8 2 0,5-1 0,3 0 0,-3 1 0,-5 0 0,8 0 0,-1 1 0,1 1 0,7 0 0,0 1 0,-7 0-113,-4 1 1,-2 1 112,0-1 0,3 1 0,-3 0 0,2 2 0,-4-1 0,-8-1 0,-1 0 0,5 1 0,3 1 0,13 3 0,-2 0 0,-4-1 0,-1 0 0,-5-1 325,-21-5-325,-6 0 1188,0-1-1188,-4 0 2394,-1 0-2394,0 0 1786,2-1-1786,-3 0 41,3 0-41,-1-1 0,-2-1 0,2 0 0,-3 0 0,0 1 0,0-1 0,-2 0 0,-1 1 0,-3 0 0,0 3 0,-1-1 0,1 0 0</inkml:trace>
  <inkml:trace contextRef="#ctx0" brushRef="#br0" timeOffset="266519">20389 14251 5734,'-1'-4'0,"0"0"0,1 2 0,0 2 0,2 10 0,1 7 0,4 29 0,0-9-270,-3-11 0,0 1 270,0 1 0,-1 0-806,3 18 806,-2-14 0,0 2 0,0 4 0,-1-1-974,0-7 1,0 1 973,1 9 0,0-1 0,-1-10 0,-1-2-531,2 0 1,-1 0 530,0-1 0,1-1 0,4 23 0,-1-12 0,0-1 0,1 6 0,-1-12 0,-1-2 328,-1-8-328,2-1 563,-4-10-563,0-4 1899,-5-20-1899,-3 1 0,-2-9 0,0 4 0</inkml:trace>
  <inkml:trace contextRef="#ctx0" brushRef="#br0" timeOffset="267646">18227 15471 5734,'-5'2'0,"2"-1"0,3-1 0,4-2 0,-2 1 0,4-2 0,7-2 0,-2 1 0,6-3 0,0 2 0,-5 2 0,4-2 0,2 1 0,-5 2 0,20-1 0,-13 2 0,10 1 0,-1 0 0,-6 0 0,9 0 0,5 0 0,-8 1 0,12-1 0,-9 0 0,7-1 0,-5 1 0,-8-1 0,0 0-113,9 1 1,4-1-1,-2 0 113,8-2 0,-5 0-1828,8 0 1828,-6 0 0,-1 1 0,-7 0-702,-1 2 702,0 0 0,-1 0 0,10 0 0,3 0 0,0 0 0,-3 0 0,2 0 0,-12-3 0,-3 1 0,9-2 0,-7 1 0,-1 0 0,15-3 0,-11 3 0,8-2 0,-4 2 0,-10 1 0,6 0 0,-3 0 0,-7 0 0,8 0 0,13-2 0,-16 2 0,5-2 0,2 1 0,-4 1 0,4-1 0,1 2 0,-6-1 125,1 2 1,-1-1-126,4 1 0,3 1 0,-14 0 1727,-11 1-1727,-5-2 890,-1 1-890,-1-1 0,1 0 0,-3 1 0,1 0 0,-3 0 0,0 0 0,0-1 0,-7-1 0,2 0 0,-12-3 0,7 1 0,-7-4 0,9 0 0,-2 0 0</inkml:trace>
  <inkml:trace contextRef="#ctx0" brushRef="#br0" timeOffset="271478">18913 14390 5734,'0'-11'0,"0"-2"0,0-1 0,0-3 0,0-29 0,1 14 0,-1 6 0,1-3 0,5-19 0,1 1-1587,-3 19 0,0 0 1587,1-6 0,1-2 0,0 1 0,1-2 0,0 3 332,-2 7 1,1-3-333,1-6 0,2-7 0,0-1 0,-2 7-919,0 5 1,-1 2 918,2-12 0,1-4 0,-2 11 0,-2 12 0,-2 5 0,2-8 1892,-2 11-1892,3-7 21,-4 17-21,1 0 2433,-3 4-2433,-10 3 0,6-1 0,-8 3 0,9-3 0</inkml:trace>
  <inkml:trace contextRef="#ctx0" brushRef="#br0" timeOffset="271733">18911 13334 5734,'6'-13'0,"12"-8"0,-5 10 0,11-7 0,1 7 0,-5 3 0,7 5 0,-1 3 0,-4 2 0,19 7 0,-25 17 0,-7-7-380,3 13 380,-8-13 0,-3 6 0,0 1 0,0-1 0,-3 4 0,0-2 0,-2-13 0,-3 4 0,3-13 0</inkml:trace>
  <inkml:trace contextRef="#ctx0" brushRef="#br0" timeOffset="273423">19415 12518 5734,'0'-8'0,"0"1"0,2 3 0,-1 4 0,3 2 0,-2 6 0,3 4 0,5 28 0,-3-11 0,0 10 0,0 2-491,-2-2 491,-1-2 0,1-1 0,-2-3 0,-1-8 0,0-1 0,1 0 0,-1 3 0,0-6 0,-1-12 0,-1 3 0,0-15 0,-5-20 0,3 4 491,-4-17-491,3 7 0,1 0 0,0-12-809,0 8 0,1 0 809,1-5 0,0 12 0,1 0 0,2-13-962,1-9 962,1 19-275,5 0 1,1 1 274,2-2 0,4 0 0,2 4 0,-3 14-272,17-1 272,-14 15 0,7 5 0,11 16 0,-12-7 1283,11 12-1283,-11-5 0,-11-3 0,3 3 0,-9-6 0</inkml:trace>
  <inkml:trace contextRef="#ctx0" brushRef="#br0" timeOffset="273932">19898 12534 5734,'7'0'0,"2"0"0,8 1 0,-2-1 0,7 0 0,6-1 0,-4-1 0,8 0 0,5-3 0,-9 1 0,8-2 0,-3 1 0,-10 0 0,4 0 0,1-3 0,-16 4 0,6-1 0,-18 5 0,-10 7 0,2-2 0,-6 4 0</inkml:trace>
  <inkml:trace contextRef="#ctx0" brushRef="#br0" timeOffset="274231">19939 12783 5734,'4'-3'0,"5"1"0,-1 1 0,13-1 0,-4 1-352,8 1 352,-4-1 0,4 1 0,1-1 0,2 0 0,1 0 0,14 0 0,-11 0 87,7 0-87,-10-1 0,-1 0 0,-4 1 0,22-3 0,-40 3 0,0-1 0,-2 1 265,-1 1-265,-2-1 0,-2-1 0,-2-1 0,-2-1 0</inkml:trace>
  <inkml:trace contextRef="#ctx0" brushRef="#br0" timeOffset="274445">20048 12930 5734,'19'2'0,"-5"0"0,12 0 0,19 0 0,-13-1-1103,-6-1 0,1 1 1103,6-3 0,0 0 0,-3 0 0,0-1 0,10-1 0,-10 0 0,0 1 0</inkml:trace>
  <inkml:trace contextRef="#ctx0" brushRef="#br0" timeOffset="275460">20695 12406 5734,'4'12'0,"1"10"0,-2-1 0,1 10 0,0 12-2343,-1-10 2343,0 12 0,1-4 0,0-1 0,1-4 0,-2 1 0,1-5 0,-2-21 714,-1-3-714,1-2 381,0-2-381,1-9 0,0-2 0,1-20 0,1-4 0,-1 2 0,2-18 0,0-1 0,-1 18 0,2-4 0,-1 0 0,2 12 1248,1-10-1248,-1 16 0,-3 4 0,0 0 0,-2 7 0,0 1 0,-1 2 0,1 3 0,3 7 0,0 1 0,7 25 0,-5-13 0,2 17 0,-1 3 0,-2-12 0,-2 2 0,1-3 0,-4-9 0,-2-9 0,2 3 0,-2-9 0,1-2 0,2-17 0,-1 4 0,2-12 0,0 9 0,3-14 0,-2 10 0,3-9 0,-4 15 0,2-4 0,-2 6 0,2-2 0,-1 4 0,-1 2 0,1 0 0,0 3 0,-2 2 0,3 1 0,-1 1 0,0 4 0,0 1 0,1 3 0,-1 2 0,6 31 0,-6-17 0,0-2 0,-1 2 0,-1 5 0,-1-1 0,0 1-355,-1-1 1,1-3 354,0-10 0,0-2 0,1-4 0,1-1 0</inkml:trace>
  <inkml:trace contextRef="#ctx0" brushRef="#br0" timeOffset="275898">21287 12480 5734,'-9'5'0,"-1"2"0,3 3 0,-5 9 0,4-1-369,-1 6 369,4-4 0,1 1 0,0 1 0,2 9 0,1-7 91,0 6-91,3-6 0,-2-6 0,2 2 0,0-8 0,0-5 0,1-1 0,1-5 278,1-4-278,0-3 0,2-3 0,3-9 0,-2 1 0,1-8 0,-1-7 0,-2 6 0,1-10 0,-1-5 0,-3 17 0,1-14 0,-3 26 0,2 1 0,-2 10 0,1 3 0,-1 6 0,2 11 0,-1-2 0,2 9 0,2 12 0,-2-12 0,3 13 0,2-2 0,-3-18 0,4 11 0,0-23 0,-2-5 0,5-2 0</inkml:trace>
  <inkml:trace contextRef="#ctx0" brushRef="#br0" timeOffset="276308">21544 12545 5734,'-9'0'0,"-6"4"0,4 1 0,-4 4 0,2 6 0,4-2 0,-2 6 0,5 6 0,2-5 0,0 6 0,6-2 0,0-7 0,5 6 0,10-15 0,-4-4 0,7-9 0,-11-6 0,2-11 0,-4 4 0,-1-6 0,-3 7 0,-2-1 0,0 5 0,2 6 0,0 12 0,4 11 0,-3 7 0,1 8 0,1 2 0,1 14-1071,-2-9 0,0 6 1,-1-5 1070,-1-10 0,-2-1 0,2 17 0,-2 1-715,-3-13 0,-2-2 715,-3 16 0,-2-11 0,-2-1 0,-4 1-525,-8 4 525,5-20-239,-9-3 239,8-8 0,-18-14 0,21-5 0,-9-12 0,16-4 0,4-1 0,-2-5 0,3 2 0,2-1 0,7-9 0,1 8 0,5-9 0,-1 12 0</inkml:trace>
  <inkml:trace contextRef="#ctx0" brushRef="#br0" timeOffset="276906">21647 12587 5734,'2'-7'0,"1"-3"0,-1 5 0,-1 3 0,-2 7 0,-3 8 0,-2 12 0,1-2 0,2 4 0,1 2 0,1 1 0,1-1 0,3 1 0,8 11 0,-2-7-380,5-3 380,-6-20 0,11-2 0,-6-7 0,19-15 0,-17-1 0,7-10 0,-4-16 0,-7 13-905,4-18 905,-8 18 0,-1 2 0,2-20 0,-4 19 0,1-12 197,-4 20-197,-1 6 0,0 1 0,0 5 0,0 4 0,0 7 924,0 3-924,0 8 164,0 1-164,1 16 0,0-6-824,1 11 824,1-10 0,1 12 0,1-11 0,1 6-528,3-8 528,-3-9 0,3 2 0,15-16 0,-11-4 0,20-26 0,-20 7-430,2-14 430,-8 12 740,-1-7-740,-2 8 0,0-9 0,-2 16 547,-1-7-547,-1 15 0,-1 0 0,1 14 495,0 0-495,1 16 0,1-6 0,1 9 0,0 3 0,0-8-354,0 7 354,-1-11-60,0 3 60,1-8 0,-2 1 0,-1-8 0,-2-2 0,-3-1 87,0-4 1,0-4 0,1-2 0</inkml:trace>
  <inkml:trace contextRef="#ctx0" brushRef="#br0" timeOffset="277346">21988 12465 5734,'-7'-5'0,"1"0"0,4 2 0,0 1 0,4-1 0,0 3 0,2 1 0,2 4 0,0-2 0,4 2 0</inkml:trace>
  <inkml:trace contextRef="#ctx0" brushRef="#br0" timeOffset="278045">22133 12224 5734,'5'28'0,"-1"-1"0,1 6 0,-1-4 0,2 11 0,-3-5 0,0 6 0,0-5 0,-2-9 0,1-1-280,0 11 0,1 4 0,-2-6 280,-1 6 0,1-12 0,-1 3-7,1-11 7,-1-8 0,0 1 0,-7-8 0,3-5 0,-4-2 623,2-9-623,2 3 224,-1-5-224,3 3 0,-1-1 0,2 0 0,0-1 0,1-8 0,1 4 0,2-4 0,3 0 0,-1 6 0,2-3 0,0 4 0,-1 3 0,1-1 0,0 2 0,-3 3 0,2 0 0,-2 3 0,0 0 0,1 2 0,11 12 0,-8-3 0,8 10 0,-12-5 0,0 1 0,-1 1 0,0 2 0,-1 0 0,1 7 0,0-6 0,1 3 0,3-5 0,0-6 0,4-2 0,-3-9 0,1-6 0,-3-3 0,1-2 0,1-3 0,8-20 0,-6 10 0,0-2 0,-1-1 0,-2 6 0,3-12 0,-8 24 0,1 1 0,-4 20 0,3 12 0,-1 4 0,7 18 0,-2-25 0,2 11 0,3-5 0,-3-14 0,3 7 0</inkml:trace>
  <inkml:trace contextRef="#ctx0" brushRef="#br0" timeOffset="278659">22612 12623 5734,'-9'-4'0,"-1"2"0,0 1 0,-1 1 0,-9 5 0,8 0 0,-12 15 0,18-9 0,-3 15 0,9-14 0,2 5 0,3-8 0,0-3 0,10-6 0,-2-8 0,10-19 0,-10 4-607,0-10 607,-7 9 0,0-1 0,-2-3 0,2-15 0,-3 9 0,1-10 0,-2 6 0,0 12 0,-2-10 0,0 15 0,0 4 0,-2 7 0,0 10 0,-6 17 0,3-3 0,0 11 0,1 2 0,3 4 107,1-5 0,0 1-107,3-1 0,1-1-1219,2 15 1219,-1-14 0,0 0 0,1 1 0,0-2 0,5 12 0,-4-13 0,1-1-689,10 13 689,-4-12 0,5 2 0,1-14 0,4-10 0,2-4 0,-1-10 0,-6-2-171,1-4 171,-1-3 0,1-3 327,-1-2-327,0-2 0,-7 6 0,1 1 0,3-12 0,5-9 0,-11 15 0,-1-9 0,-5 11 702,-2-5-702,-7 7 0,-4 6 0,-3 4 0,-2 8 0,1 8 0,-1 5 0,-1 5 552,-1 6-552,3 7 0,1 2 0,-2 12 268,4-8 1,1 3-269,6-6 0,2-1-1286,1 16 1286,0-17 0,2 0 0,6 3 0,2-3 0,5 5 0,10-6 0,4-7 0,1-12 0,-4-5 0,-1-2-80,4-9 80,-3-3 0,-2-4 0,-1-3 0,-1-3 0</inkml:trace>
  <inkml:trace contextRef="#ctx0" brushRef="#br0" timeOffset="280895">19474 13552 5734,'0'-4'0,"0"2"0,-5 38 0,2-18-1115,-3 29 1115,4-28 0,1-1 0,4 24 0,1-22 0,4 18 185,1-26-185,-2-3 224,4 0-224,-3-4 0,5 0 0,-2-3 566,4-1-566,-4-2 140,6-5-140,-4 1 0,11-9 0,-11 3 0,11-14 0,-11 9 0,4-7 0,1-14 0,-8 18 0,4-14 0,-11 24 0,1-1 0,-3 5 0,0 1 0,-1 19 0,1-3 0,0 16-505,3-6 505,0 2 0,3 3 0,5 11 0,-2-8-791,6 8 791,-4-15 0,9 6 0,-6-10 0,5 1 0,1-11 0,-5-8 0,6-4 0,-8-8 0,5-24 0,-9 8 0,2-18 0,-14 16 0,-4-1 0,0 5 0,-1-2-716,-8-16 0,-2 1 716,6 18 0,0 2 0,-2-2 0,1 4 664,1 3-664,3 3 0,1 3 0,0 1 0,4 6 0,3 2 0,5 5 0,4 1 0</inkml:trace>
  <inkml:trace contextRef="#ctx0" brushRef="#br0" timeOffset="281398">20255 13615 5734,'-4'-6'0,"1"0"0,-2-4 0,3 3 0,-6-6 0,6 8 0,-4-2 0,5 5 0,1-1 0,0 2 0,1 0 0,10-1 0,-2 1 0,10-1 0,-3-1 0,9 0 0,-4 0 0,6-1 0,8-1 0,-14 2 0,3 0 0,0-2 0,-11 3 0,10-4 0,-23 5 0,-3 1 0,-14 8 0,4-2 0,-10 6 0</inkml:trace>
  <inkml:trace contextRef="#ctx0" brushRef="#br0" timeOffset="281795">20242 13726 5734,'16'-3'0,"-3"1"0,25 1 0,-17 0 0,15 1 0,-9 1 0,-5 0 0,9 1 0,0-1 0,-9 1 0,25 1 0,-40-3 0,-3 1 0,2-1 0,-5 0 0,0-1 0,-1 0 0,-3 1 0,-3 0 0,0 2 0,-1 1 0</inkml:trace>
  <inkml:trace contextRef="#ctx0" brushRef="#br0" timeOffset="282160">20306 13849 5734,'15'1'0,"-4"0"0,7 2 0,1-1 0,-4 0 0,6-1 0,2 0 0,-6-2 0,7 1 0,-2-2 0,-4 0 0,3 0 0,-1-2 0,-6 1 0,2-1 0,-4 1 0,-5 1 0,2-1 0,-4 1 0,-2 0 0,1 1 0,-9-1 0,2 0 0,-5 0 0</inkml:trace>
  <inkml:trace contextRef="#ctx0" brushRef="#br0" timeOffset="283484">20919 13477 5734,'-5'12'0,"1"1"0,2 5 0,0 20 0,3-4-179,-1-10 0,1 2 179,2 14 0,2 1-248,-3-14 0,2 1 248,1 12 0,2 7 0,0-6-1004,-2-12 0,0-2 1004,3 17 0,0-1 0,-1-13 0,-1-3-163,2 13 163,-2-12 0,0 0 0,1 7 0,-3-8 0,-1-7 196,-3-17-196,-2-3 461,-2-4-461,-1-5 0,-4-13 0,0-4 0,-2-6 0,0 3 0,1-5 0,1-3 0,1-4 0,2 4-247,0 7 0,1-1 247,-1-8 0,-1-4 0,2 6 0,2-7 62,2 3-62,2 14 0,0 0 0,2-11 0,3-9 0,5 10-543,-1 11 543,4-5 0,-2 16-174,8 0 174,-4 6 0,6 2 0,2 9 0,-6 3 2402,4 6-2402,-4 9 0,-7-2-240,1 8 240,-9-4 0,-5 5 0,-2 1 0,-2 4 0,-6 6 0,-3-1 0,0-11 0,-7 1 0,1-2 0,5-9 0,-11 6 699,20-21-699,3-3 0,1-5 0,1-2 0</inkml:trace>
  <inkml:trace contextRef="#ctx0" brushRef="#br0" timeOffset="284139">21273 13317 5734,'-3'-3'0,"0"1"0,2 4 0,1 14 0,0-1 0,0 13 0,0 10 0,0-8-303,0 13 303,2 2-1115,0-11 1115,1 10 0,0-5 0,-1-10 0,1 0 0,0-1 0,-1-8 0,2 15 0,-3-30 0,0-1 0,-1-3 200,-2-11-200,1 0 1218,-2-10-1218,1-18 0,1 16-517,1-19 517,2 21 0,4-18 0,0 15 0,3-13 0,0 14 0,-1 7 0,2-1 0,2 7 0,-3 5 0,5 2 0,1 10 0,-3 0 0,5 8 0,0 9 0,-3-4 0,3 9 0,-2 5 234,-4-8-234,2 9 0,-3-1 0,-2-8 0,2 6 0,-2-5 0,-3-8 0,2 11 0,-4-18 0,0 3 0,1-12 0</inkml:trace>
  <inkml:trace contextRef="#ctx0" brushRef="#br0" timeOffset="284648">21812 13567 5734,'-5'-4'0,"0"0"0,-4 5 0,0 1 0,-3 3 0,-18 20 0,14-9-602,-13 17 602,19-15 0,0 10 0,4-5 0,2 7 0,6-1 0,2-9 0,2 6 0,21-3 0,-13-13 0,18 3 0,-19-17 0,0-1 0,1-3 0,-3-2 602,0-2-602,0-9 0,-3 3 0,1-6 0,-3-13 0,-4 13 0,-2-21 0,-4 25 0,0-3 0,0 6 0,2 7 0,-1-1 0,0 6 0,2 3 0,-4 24 0,4-7 0,-2 20-501,3-15 501,1 2 0,1 0 0,2 0 0,2 8 0,-1-9 0,2 4 0,-2-11 0,2-2 0,-2-3 0,6 2 0,-4-7 0,5-1 0,-6-8 0</inkml:trace>
  <inkml:trace contextRef="#ctx0" brushRef="#br0" timeOffset="285270">22069 13466 5734,'-7'0'0,"-1"1"0,1 3 0,-9 13 0,8-4 0,-7 10 0,12-8 0,0 2 0,4 9 0,2-5 0,3 8 0,6 0 0,-2-6 0,0-1 0,1 0 0,1 0 0,8 16 0,-13-24 0,-1 8 0,-7-15 0,-3 2 0,-6-4 0,1 0 0,-17 3 0,15-5 0,-8 2 0,16-5 0,1 0 0,8 0 0,-1-1 0,6-1 0,25-8 0,-16 2-518,20-6 518,-21 6-298,17-12 298,-12 6 0,1-4 0,-1-1 0,-4 1-556,7-12 556,-16 13 0,-1-8 0,-5 4 0,-1-5 0,-7-1 0,-1 7 473,-3-6-473,-1 10 0,-11-2 0,5 9 0,-9 1 0,3 14 0,4 2 0,-2 6 0,9 20 0,5 4 0,1-2 0,0 3 0,5 2 0,8-15 0,4-4-631,3 7 631,-2-7 0,1-2 0,4-3 0,1-4 179,1-3-179,1-3 0,1-8 0,1-3 0,1-1 0,18-9 0,-30 2 0,-1 0 0</inkml:trace>
  <inkml:trace contextRef="#ctx0" brushRef="#br0" timeOffset="334537">7735 8083 5734,'0'4'0,"-1"-2"0,2-1 0,1-1 0,0 0 0,2-1 0,-1 1 0,0-1 0,11 3 0,-5 0 0,13 2 0,-10-1 0,13-1 0,4 0 0,0-1-886,9-1 0,1-1 886,-1-2 0,-4 0 0,7-1 0,-6 1 0,13-1 0,-1 0 0,-5 1 0,-19 3 0,-4 0 0,9 3 0,-16-2 0,9 2 0,-18-2 0,-2 3 0,-1-2 1772,-5 9-1772,2-5 0,-4 6 0,1-5 0,-5 2 0,3-3 0,-3 0 0,6-5 0</inkml:trace>
  <inkml:trace contextRef="#ctx0" brushRef="#br0" timeOffset="334817">8209 7855 5734,'20'7'0,"9"5"0,-10-3 0,5 6 0,4 12 0,-11-8 0,-1 8 0,-2 1 0,-7-5 0,-6 16 0,-3 0 0,-5-12 0,-1 0 0,-1 0 0,-7-2 0,6-7 0,-4 4 0</inkml:trace>
  <inkml:trace contextRef="#ctx0" brushRef="#br0" timeOffset="336497">20122 9654 5734,'-1'-4'0,"7"2"0,11 2 0,5 0 0,6-1 0,-3 1 0,14-1-1312,-8 2 1312,10-1 0,-14 2 0,7 1 0,0 1 0,-1-1 0,-1 1 0,-3-1 228,-10 0-228,-7-1 0,0 1 0,-9 1 0,-5-1 0,-6 3 247,-3-1 1,-4 0 0,-1 1 0</inkml:trace>
  <inkml:trace contextRef="#ctx0" brushRef="#br0" timeOffset="336795">20125 9940 5734,'-5'-7'0,"1"2"0,2 1 0,3 0 0,2 1 0,2-1 0,20-6 0,-6 3 0,5 0 0,2-1-887,4 0 887,12-1 0,-13 4 0,7-1 0,0-1 0,0 1 0,-2 0 0,-2 1 0,-15 1 0,3 1 0,-7-1 0,6 1 0,-12 1 0,-8 10 0,-5-5 0,-8 8 0</inkml:trace>
  <inkml:trace contextRef="#ctx0" brushRef="#br0" timeOffset="338079">20529 9557 5734,'-3'-3'0,"1"0"0,3 3 0,4 1 0,-1 2 0,4 3 0,0 2 0,-2 16 0,-2 5 0,-2-4 0,1 4 0,-4 2 0,-9-6 0,-3-4 0,0 6 0,1-5 0,-1 0 0,-3 4 0,7-10 0,-1 8 0,10-16 0,5-2 0,4-6 0</inkml:trace>
  <inkml:trace contextRef="#ctx0" brushRef="#br0" timeOffset="338646">20830 9621 5734,'-2'-6'0,"5"-2"0,3 3 0,15-4 0,-4 3 0,9 0 0,7 3 0,-1 2 0,-3 1-296,3 0 1,-4 3 295,-18 1 0,-2 7 0,-5-1 0,-7 14 0,-4-6-561,-7 9 561,0-4 0,-1 1 0,-4 4 0,1 1 0,-1 2-475,2-3 1,2-2 474,8-7 0,4-2 498,1 0-498,5 2 0,1-5 0,4 1 533,5-4-533,-1-5 1070,5-1-1070,4-6 0,-4-1 0,4-4 0,-4-3 0,-6-1 0,2-4 0</inkml:trace>
  <inkml:trace contextRef="#ctx0" brushRef="#br0" timeOffset="338877">20848 9825 5734,'9'-4'0,"8"-3"0,-1 2 0,8-2 0,7-1 0,-6 2 0,10-3 0,-2 0 0,-9 3 0,6 0 0,-7 1 0,-7 1 0,3-2 0</inkml:trace>
  <inkml:trace contextRef="#ctx0" brushRef="#br0" timeOffset="339247">21426 9695 5734,'4'-2'0,"0"-1"0,2 3 0,1-1 0,4-1 0,24-1 0,-13 1-332,17-1 332,-24 2 0,0-1 0,-1 0 0,-4 0 0,-1 1 0,-6 1 0,-3 1 0,0 0 0</inkml:trace>
  <inkml:trace contextRef="#ctx0" brushRef="#br0" timeOffset="339431">21405 9849 5734,'9'1'0,"1"0"0,-1-1 0,3-1 0,30-6 0,-20 3-477,21-5 477,-30 6 0,-3 1 29,4 0 0,-3 0 1,2 0-1</inkml:trace>
  <inkml:trace contextRef="#ctx0" brushRef="#br0" timeOffset="340027">21855 9597 5734,'2'25'0,"0"-1"0,-1-4 0,1 2 0,-1 24 0,-1-16 0,1 15 0,-1-14-463,0-10 463,-1 4 103,1-5-103,-1-10 0,0 3 0,1-10 0,-1-3 0,1-11 349,1 0-349,0-11 0,1 5 0,0-4 11,2-1-11,1-1 0,4-13 0,0 10 0,2-2 0,2 1 0,3-1 0,-3 8 0,2-1 0,14-6-958,-6 8 958,7-3-182,-1 6 182,-8 6 0,18-1 0,-22 9 0,8 0 0,-13 15 0,-7-4 0,3 8 0,-6-9 0</inkml:trace>
  <inkml:trace contextRef="#ctx0" brushRef="#br0" timeOffset="340497">22292 9862 5734,'24'-7'0,"0"0"0,19-6 0,-19-4 0,-6 3 0,3-6 0,-4-3 0,-7 5 0,-7-10 0,-2 0 0,-4 6-390,-9-22 390,1 37 96,-8 0-96,4 5 0,-6 3 0,-1 6 0,7 2 0,-4 5 0,5 8 0,6-4 0,0 8 0,13 14 0,2-14 0,4 0 0,2-2-816,7-3 816,11 6 0,-5-15 0,1-2 0,9 3 0,0-5 0,-1-2 0,-1-6 0,10-4 0,-19-4-179,-2-1 179,-2-5 0,-3-4 0,-1-3 0</inkml:trace>
  <inkml:trace contextRef="#ctx0" brushRef="#br0" timeOffset="340955">22816 9221 5734,'5'13'0,"0"-1"0,2 14 0,-2-8 0,3 14 0,-3-10 0,-1 2 0,0 1 0,1 12 0,-2-9-620,0 8 620,-3-13-389,-2 7 389,0-10 0,-10 13 0,2-19 0,-8 5 0,4-13 0,0-3 0,0-2 0,-18-11 0,11 2 15,-11-9 0,16-1 0,2-2 0</inkml:trace>
  <inkml:trace contextRef="#ctx0" brushRef="#br0" timeOffset="341092">22816 9004 5734,'9'-3'0,"-1"2"0,-1-1 0,12 3 0,-7-1 0,10 1 0,-9-2 0</inkml:trace>
  <inkml:trace contextRef="#ctx0" brushRef="#br0" timeOffset="341896">22997 9216 5734,'5'10'0,"3"6"0,-4-9 0,2 5 0,0-3 0,-1-2 0,1 1 0,-1-2 0,0-2 0,0 1 0,0-3 0,-1 0 0,3-2 0,0-2 0,0 0 0,3-3 0,0-1 0,-2 0 0,6-4 0,-10 6 0,4-2 0,-5 9 0,-2 0 0,5 8 0,-3-2 0,5 18 0,-3-12 0,3 8 0,-2-8 0,-1-5 0,0 1 0,2-5 0,-2-4 0,3-3 0,-3-4 0,1-3 0,0-1 0,3-6 0,-3 2 0,1-5 0,-3 5 0,-1 0 0,1 1 0,-2 2 0,-1 0 0,1 2 0,-2 2 0,2 0 0,-2 2 0,0 0 0,0 2 0,1-1 0,0 2 0,-1 0 0,1-1 0,0 1 0,-1-1 0,-1 0 0,1 1 0,0-2 0,0 1 0,0 0 0,0 0 0,0 0 0,-1 1 0,0 0 0,-1 1 0,1 0 0,-1 0 0,1 0 0,0 1 0,-1-2 0,0 2 0</inkml:trace>
  <inkml:trace contextRef="#ctx0" brushRef="#br0" timeOffset="348811">15110 10101 5734,'1'-4'0,"2"0"0,-1 4 0,0-2 0,-1 2 0,0-1 0,2 2 0,-1-1 0,0 2 0,0-2 0,10 5 0,-4-3 0,8 5 0,-6-2 0,1 1 0,10 11 0,-8-5 0,8 8 0,-10-6 0,11 16 0,-9-9-651,7 14 651,-11-13 0,-1 1 0,-1 14 0,-1-7 0,-4-3 0,0 1 0,-1 6 0,-2 3 0,-1 2 0,0 2 0,-3-1 0,0-1 0,-2 0-610,2-14 1,0 0 609,-3 9 0,0 0-821,0 0 821,1-1 0,-1-4 0,1 1 0,-2 6 0,2-8 0,0-1 0,0-1 0,-3 15 0,3-16 0,-1 11 0,2-15 512,1 1-512,0-4 1174,0 1-1174,4-14 1005,0 3-1005,0-5 0,0 0 0,0 1 0,1-2 0,-2 1 0,1-2 0,0 0 0,3-6 0,-2 3 0,2-3 0,-2 4 0,1 0 0,0 0 0,1-1 0,1 0 0,-1 1 0,1-1 0,0-3 0,-1 2 0,0-2 0,-2 4 0,1 0 0,1 1 0,-5-4 0,3 1 0,-6-6 0,5 4 0,-2-2 0,0-1 0,0 1 0,0-3 0,-4-7 0,3 4 0,-8-15 0,5 15 0,-5-13 0,6 15 0,-1-5 0,4 10 0,1 1 0,0 3 0,2 1 0,-1-1 0,3 5 0,-1-2 0,8 22 0,-6-12 0,6 14 0,-4-7 0,-1-4 0,2 5 0,1 6 0,-2-8 0,3 12 0,-1-4 0,-3-8 0,1 2 0,-4-14 0,1-1 0,-2-1 0,1-1 0,0-1 0,-1 2 0,0-2 0,0 2 0,1-2 0,-1 0 0,1 0 0,-1 1 0,5-10 0,-1 2 0,6-10 0,15-10 0,-7 8 0,2 0 0,1-1 0,2 0-892,8-6 892,-9 7 0,10-7 0,-9 7 0,6-6 0,-11 8-223,-1 1 223,-3 1 0,-1 2 0,4-6 0,-8 9 0,5-7 0,-11 13 0,-1-1 0,-7 7 871,-1 1-871,-4 4 244,-1-1-244,-1 2 0,-9 3 0,6-5 0,-4 3 0,8-6 0</inkml:trace>
  <inkml:trace contextRef="#ctx0" brushRef="#br0" timeOffset="350916">15208 10343 5734,'4'0'0,"-1"1"0,-2-1 0,-3-4 0,1 1 0,0-4 0,0-1 0,1 1 0,0-4 0,-2-2 0,1 3 0,-1-5 0,-2-6 0,2 8 0,-7-27 0,6 27 0,-5-15 0,6 21 0,-1-1 0,0-1 0,0 1 0,-1 0 0,0 0 0,2 2 0,-1 0 0,2-2 0,-1 4 0,1-1 0,0 3 0,0 2 0,-1-1 0,5 4 0,-1-1 0,6 1 0,6-2 0,-1-1 0,7-1 0,13 0 0,-12-1 0,23 1 0,-27 1 0,9 1 0,0 2 0,-12-3 0,8 3 0,-16-3 0,-2 2 0,0-1 0,-1 1 0,-1-1 0,1 0 0,-2-1 0,-1 1 0,2 0 0,-5-4 0,3 3 0,-4-5 0,0 3 0,-2 1 0,-5 0 0,-5 1 0,-4 0 0,-3-1 0</inkml:trace>
  <inkml:trace contextRef="#ctx0" brushRef="#br0" timeOffset="410267">2567 7355 5734,'-3'2'0,"0"-1"0,2 1 0,1-1 0,0 1 0,0-1 0,1 1 0,0 0 0,2 0 0,1 0 0,41 12 0,-21-9-779,11 2 1,2-1 778,-4-6 0,0-1 0,7 0 0,-3-1 0,-7 0 0,0 0-724,6 0 1,4-1 0,-4-1 723,-6 1 0,-1-1 0,0 0 0,4 0-669,9-2 0,5-1 0,-3 0 669,-1 1 0,2-1 0,-4 1 0,6 0 0,0-1 0,-6 2 0,2-1 0,0 1 0,-2 0 0,6-1 0,0 1 0,-6 0 0,3 1 0,0 0 0,-6 0 0,4 0 0,0 1 0,-6-1 0,-2 2 0,-1 0 0,5 0 0,4 0 0,-6 1 0,-10 0 0,-1 1 0,12 0 0,-3 0 280,-7 3-280,-4-1 648,4 6-648,-12-1 0,3 6 0,-9-2 0,0 0 0</inkml:trace>
  <inkml:trace contextRef="#ctx0" brushRef="#br0" timeOffset="414200">2440 4281 5734,'7'4'0,"-1"-2"0,2 1 0,-4 0 0,2-2 0,1 1 0,2 1 0,4-2 0,-4 1 0,0-3 0,-5 1 0,3-2 0,-3 1 0,3-1 0,-2 1 0,-1-1 0,4-1 0,-2 1 0,1-2 0,0 1 0,12-6 0,-8 4 0,9-4 0,-11 5 0,-1 0 0,0-1 0,-1 1 0,3 0 0,-3 0 0,3 1 0,-4 1 0,0 0 0,0 1 0,0 0 0,1-1 0,7 0 0,-6 1 0,5 0 0,-5 1 0,-3 0 0,6 0 0,-6-1 0,2 0 0,1 0 0,-3 0 0,3 0 0,-2 0 0,4-1 0,-1 1 0,1-1 0,15 0 0,-13 1 0,21-2 0,-22 2 0,6-2 0,-6 2 0,5-1 0,-4 1 0,5-1 0,0 1 0,8 0 0,-4 0 0,4 0 0,-12 0 0,2 1 0,6 0 0,-5 0 0,6 0 0,-7 0 0,1 0 0,-2 0 0,2 0 0,0 0 0,24 3 0,-16-2 0,5 1 0,0-1 0,-6 0 0,3 0 0,0 1 0,-4-1 0,12 1 0,-11-2 0,-5 0 0,4 1 0,-1 1 0,-4 1 0,5 1 0,21 3 0,-21-3-487,22 4 487,-28-6 0,0 2 0,1-2 0,22 3 0,-16-2 0,17 2 0,7 0 0,-22-2-576,23 2 576,-31-3 234,8-1-234,-6 0 0,5 0 0,-1 1 0,-5 0 0,4 0 0,0-1 0,-5 1 0,4-1 0,-8 0 0,0 0 0,-1-1 0,-1 0 591,0 0-591,6 1 238,-5-1-238,5 0 0,-6 0 0,0 1 0,0-1 0,18 2 0,-13-1 0,13 1 0,3-1 0,-14-1 0,13-1 0,-4 0 0,-11 1 0,17 0 0,-18 0 0,10 0 0,-11 0 0,4 0 0,-6 1 0,1 0 0,-1 1 0,0-1 0,1 0 0,11 0 0,-7 1 0,16-2 0,-15 1 0,4-1 0,-5 0 0,8 0 0,-5 0-227,6 0 227,-8 0 0,0 0 0,1 0 0,0 0 0,-1 0 0,0 0 0,0 0 0,-1 0 0,0 0 0,6 0 0,-6 0 0,25-1 0,-24 0 0,16 0 0,-8 0 0,-9 1 0,10 0 0,-11-1 0,-1 0 0,1 1 0,0 0 0,1 0 0,7-1 0,-4 1 0,22-2 0,-20 2-172,13-2 172,-17 0 0,23-1 0,-17 2 0,5-1 0,-1 0 0,-7 2 0,12-1 0,-10 0 0,-6 1 0,20-2 0,-18 1 0,8-1-91,-9 1 91,-4 0 0,3 0 0,3 0 0,-5 0 0,7-2 0,21-3 0,-18 2 0,3-1 0,0 0 395,-4 1-395,16-3 0,-16 2-417,9 0 417,-11 1 0,11-2 0,-7 3 0,8-2 0,-9 2 0,0 1 0,-1-1 0,1 1 0,1-1 0,4 1 0,2-1 0,4-1 0,-4 1 0,0 0 0,10-1 0,-8 1 0,9-2 0,0-1 0,-9 2 0,10-1 0,1-1 0,-10 2 0,10-1 0,-1-1 0,-9 2 0,10-1 0,0-1 0,-10 1 0,11-2 0,1 1 0,-11 1-1148,11-1 1148,-14 2 0,13-1 0,-10 1 0,9-2 0,1-1 0,-12 3 0,11-1 0,-1 2 0,0 2 0,3-2 0,-3 1 0,2 1 0,-12 0 0,-4 0 0,12-1 0,-10 1 0,-1 0 0,2 0 0,-1 1 0,1-1 0,-2 0 0,3 1 0,5-1 0,1 1-922,-1-1 0,0 0 922,-1 0 0,-3 1 0,4-1-536,0 1 536,0 0 522,1 0-522,-11 0 0,0 0 0,14 1 0,-16-1 0,1 1 0,6 0 0,-2 0 0,11 0 0,-12 1 0,1-1 0,14 1-785,-11-1 785,8 1 0,-1-2 0,-10 1 0,9-1 0,0 0 0,-11 0 0,10 0 1624,-13 0-1624,-2 0 0,1 0 0,6 0 0,-3 0 0,1 0 0,-3 0 0,18 0 1087,-18 1-1087,1-1 0,0 0 0,2 0 0,16 0 0,-13 1-83,-9-1 83,6 2 0,-12-1 1133,0 0-1133,-3 0 0,12 1 0,-13 0 0,9-1 0,-13 0 0,-2-1 0,2 1 0,-4 0 542,12 0-542,-5-1 0,34-1 0,-19-1-156,-5 1 0,3-1 156,-1 1 0,-2-1-1110,16 1 1110,-14 0 0,1 1 0,8 1 0,0 1 0,9 1 0,-1 0 0,-1 0 0,-2 0 0,-14-1 0,0 1 0,0 0 0,-1-1 0,11 3 0,9 0 0,-8 0 0,-9 0 0,5-1 0,-3 0 0,-1-1 0,-2 0-266,2 0 0,-3 0 266,-11-2 0,11-1 0,1 1 0,2-1-235,0 0 0,0 0 235,-5 0 0,5 1 0,3 0 0,3 0-12,-4 0 1,0 1 11,-2 0 0,-2 1 0,0 0 0,9 1 0,-8-1 0,-1 1 0,4 0 0,0 1-162,2 0 162,-9-1 0,2 0 0,12 2 0,-13-2 0,2 0 0,9 0 0,-1 0 0,11 1 0,-11-2 0,4 0 0,-4-1-56,12 1 56,-1-1 0,0-1-591,-3 0 591,-15 0 0,3 0 0,6-1 0,4 1 0,-5 0 0,-5-1 0,0 1-286,7-1 1,5 1-1,-7-1 286,10 0 0,2-1 0,-15 0 0,4-1 0,-3 1 0,1 0 0,1 0 0,-1-1 0,3 1 0,0-1 0,9 0 0,-2 0 0,-10 1 0,2 0 0,-2-1 0,6 0 0,-1 0 0,-3 0-811,4 1 1,-1-1 810,-1 0 0,3 0 0,2-1 0,2 1 0,3-1 0,0 0 0,-6 1 0,4-1 0,1 1 0,-7 0 0,8 0 0,2 0 0,-4 0 0,-9 1 0,-4 0 0,-3 1 0,15 0 0,0 0 0,2 1 0,-14 0 348,3 1-348,-11 0 0,-9-1 0,1 1 1394,-6 0-1394,-5-1 2663,-10 7-2663,-20 3 0,-8 4 0,-13 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6-29T01:09:36.4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8605 2654 5734,'3'5'0,"0"-3"0,0-1 0,-1-1 0,2 1 0,-1-1 0,4 2 0,-3-1 0,14-1 0,-8 0 0,7-1 0,-8-1 0,4 2 0,-2 0 0,4 2 0,-4-1 0,1 0 0,10 1 0,-8 0 0,10 0 0,-3 3 0,-7-3 0,7 3 0,3-1 0,-8-1 0,16 3 0,-14-3 0,12 2 0,-10-3-261,5 2 261,-6-2 0,17 1 0,-12-1 0,11 0 0,-16-2 0,12 1 0,-10 0 0,10-1 0,7 3 0,-16-2 0,17 1 0,-23-2 0,0 1 0,-1 0 0,0 0 0,5 0 0,-6-1 261,4 2-261,-6-1 0,15 2 0,-13-1 0,17 2 0,-18-2 0,3 1 0,1-1 0,-3 0 0,4 0 0,9-1 0,-9-1 0,10 0 0,-7 0 0,-3 0 0,4 0 0,24 0 0,-23 0 0,23 1 0,-14 1 0,-10-2-289,10 2 289,-14-2-20,0 0 20,-1 0 0,0 0 0,9 0 0,21 0 0,-12 0 0,12 0 0,-16-1 0,-7 0 0,6 0 0,1-1 0,-7 0-537,8 0 537,-9 1 0,11 0 0,-10 0 0,8 0 0,-1 0 0,-6-1 0,7 1 0,-10-1-37,1 1 37,-1 0 0,0 0 0,8-1 0,-6 0 0,6 1 0,-8-1 0,0 1 0,1-1 0,1-1 0,0 1 0,9-1 0,9 1 0,-5 0 0,9 0-554,-10 0 1,6 0 0,-9 1 553,-10 0 0,-1 1 0,0 0 0,9 0 0,-8 0 0,7 0 0,-1 0 0,-7 0 440,14 0-440,-2 0 0,-4 0-38,0 0 38,-14 0 0,1 0 1696,1 0-1696,0 0 0,2 0 0,1 0 0,12-1 0,-7 0 0,9-1 0,2 0 0,-9 1 0,9-1 0,-2 0 0,-9 1 0,8 0 0,-5 1 0,-7 0 0,5 0 0,-3 0 0,-6 0 373,7 0-373,1-1 0,-4 1 72,7-2-72,12 1 0,7 0 0,-18 0 0,0 0-554,-5 1 0,-1 0 554,15-1 0,-11 0-632,2 0 632,0 0 0,1-1 0,14 0 0,-11 1 0,10 0 0,-3 2 0,-11 1 0,9 0 0,4 0 0,-16 0 511,13 0-511,-20-1 0,18-1 0,-15 0 0,14 0 0,-12 0 0,-6-1 0,18-1 0,-16 1 0,11-1 0,-2 0 0,-7 1 0,10-1 377,2 0-377,-7 1 0,4-1 0,1 0 0,2 1 0,4-1 0,0 2 0,-5 0 0,-9 0 0,0 1 0,10 1 0,-9 1 0,5-1 0,17 2 0,-26-2 0,3 0 0,-1 0 0,-11-1 0,3 1 542,-5-1-542,8-1 0,-4 0 0,10 0 0,10 0 0,-4 1 0,8 0 0,2 0-1521,4 0 1521,-9 1 0,0-1 0,1 1-880,-1 1 880,-1-1 0,-4 1 0,11 0 0,-13 0 0,6 1 0,-7-1 0,-8 0 0,3 1 0,-9-2 0,-1 1 0,-1-1 1639,0 0-1639,0 0 0,8-1 0,-3 0 0,7-1 0,8 1 0,-6 0 0,11 0 0,3 0 1,-8 0-1,10 1 0,-1 0 0,-10 0 0,9 1 0,-13-1 0,-2-1 0,0 0 0,6 0 0,-3 1 0,-1-1 0,-4 0-282,6 0 282,-11-1 0,0 0 0,7 0 0,1-2 0,1 1 0,3-2 0,-11 2 0,15 0 0,-13-1 1038,9 1-1038,-2 0 0,1 0 0,5 0-440,-3 0 1,-1 0 439,-2 0 0,1-1-611,0 0 611,0-1 0,-1 1 0,1 0 0,0-1 0,-1 2 0,11-3 0,-10 2 0,10-2 0,-1 2 0,-9-1 0,9 0 0,-11 1 0,-1-1 0,1 0 0,-1 0 0,-1-1 0,20-3 0,-17 2 0,15-3 0,-4 1 0,-14 3 0,10-1 0,0 0 0,-8 1-295,-1 1 1,-1 0 294,-7 0 0,0 1 916,5 0-916,-7 1 0,3-1 635,-9 1-635,1-1 0,-4 1 0,0 0 705,-2 1-705,-2 0 138,0 0-138,-2 0 0,1 0 0,0 0 0,0 2 0,0-1 0,0 0 0,1 1 0,-3-2 0,-7-4 0,-4 3 0,-10-4 0,-1 4 0,-3-1 0</inkml:trace>
  <inkml:trace contextRef="#ctx0" brushRef="#br0" timeOffset="27767">1880 3762 5734,'0'5'0,"0"-1"0,0 3 0,-1-1 0,0 4 0,-1 3 0,1-2 0,-3 26 0,3-17 0,-1 10 0,1 1 0,2-7-646,0 20 646,1-23 0,2 13 0,0 2 0,0 1-672,1 1 1,-1-2 671,-2-7-422,1 5 1,0 2 421,0 4 0,0-5 0,0-1 0,-1-5 0,1-2 0,1 20 0,0-18 0,0 6 0,1 0 0,-2-10 0,2 20-290,-3-26 290,-1-6 480,0 5-480,-1-7 1236,0 5-1236,0-6 1005,0 4-1005,0-9 401,0 0-401,0-1 0,1-2 0,-5-5 0,-2-7 0,-3-2 0,-1-5 0,2 0 0</inkml:trace>
  <inkml:trace contextRef="#ctx0" brushRef="#br0" timeOffset="30913">1876 3679 5734,'8'0'0,"-1"0"0,7 0 0,-5 0 0,5 0 0,0 0 0,-3 0 0,6 0 0,1 0 0,-3 0 0,4 0 0,1 0 0,-3 0 0,4 0 0,5 0 0,-6 0 0,9 0 0,3-1 0,-7-1 0,9 1 0,0 0 0,-8 1 0,7 0 0,-10 0 0,-1 0-332,1-1 332,0 0 0,10-1 0,-6 0 0,7 0 0,2-3 0,-9 2 0,9-3 0,0-2 0,0 1 0,1-1-608,0 0 0,-3 0 608,-11 3 0,2-1 0,0 0 0,3-1 134,-4 2 0,0-1-134,5 1 0,-6 1 0,6-2 0,13 1 0,-16 1-581,16 0 581,-19 3 0,0 0 0,0 0 0,10 2 0,-7 1 1172,8 0-1172,0 2 0,-7-2-585,8 2 585,-10-1 0,0-1 0,0 1 0,0-1 0,1 0 0,-1-1 0,3 0 0,0 0 0,0 0 0,1 0 0,1-1 0,14 0 0,-10 0 0,10 0 0,3 0 0,-12-1-459,12 0 459,-14 0 0,2 0 0,-1 0 0,2-1-213,-3 1 1,3-1 212,-5 1 0,0-1 0,6 0 0,-1 1 0,-9 0 0,-1 0 0,8 1 0,0 0 0,9 0 0,-10 1 0,1 0 0,-8 0 0,-2 0-919,15 1 919,-13-1 0,-1 1 0,10-1 0,0 1 0,0 1 0,0-1 0,3 1 0,4-1 0,1 0 0,-18-1 0,0 1-320,18-1 1,-1 1 319,-8-1 0,0 0 159,0-1-159,-1 0 0,1 0 0,-1-1 0,-1 0 0,0 0 0,0-1 0,8 1 0,-9-1 0,6 0-42,-13 1 42,-1 1 613,-1-2-613,1 2 0,-1-2 0,9-1 0,-9 0 0,6 1 0,-10-1 0,-2 1 1252,-2-1-1252,-1-1 852,1 4-852,-4 0 555,0 1-555,1 0 327,-5-1-327,3 0 0,-7 0 0,0 0 0,0 0 0,-1-1 0,1 0 0,-1-1 0,1 1 0,-1-1 0,1 2 0,-1-1 0,0 0 0,0 0 0,-1-2 0,-2 8 0,2-4 0,-3 6 0,3-4 0,-1 2 0,-5 22 0,3-12 0,-4 19 0,2-8 0,1-5 0,-2 9 0,1 5 0,1-8 0,-2 10 0,0 2-1016,1-10 1016,0 11 0,1 0 0,1-9 0,0 8 0,2 5 0,0 0 0,1-2-697,0 2 0,0-2 697,0-17 0,0-1-718,2 19 718,0-16-132,0 1 1,1 0 131,0-5 0,0 3 0,0 0 0,0-6 0,0 12 749,-1-19-749,-1-1 1353,1 6-1353,0-7 903,0 4-903,-1-4 379,0-5-379,0 3 7,-1-5-7,0 0 0,0-1 0,0 0 0,0-1 0,0 1 0,0-2 0,0 1 0,0 0 0,-1-1 0,-1-1 0,0 1 0,-1-1 0,1 0 0,0 0 0,-2 0 0,-1 0 0,-1 0 0,0-1 0,-6 1 0,2-1 0,-4 0 0,4-1 0,-2 1 0,0 0 0,0 0 0,-1 1 0,-17 0 0,13 0 0,-12-1 0,11 1 0,4 0 0,-10 0 0,10-1 0,-4 0 0,-6-1 0,9 1 0,-9 0 0,1 0 0,8 1 0,-17-1 0,18 1 0,-8 0 0,6 0 0,4 0 0,-14 0 0,12 0 0,-7 0 0,-7 2 0,13-2 0,-12 3 0,17-3 0,1 0 0,-1 0 0,-9 0 0,7 0 0,-7 0 0,-13-4 0,15 4 0,-16-4 0,12 5 0,3 1 0,-5 0 0,7-1 0,6 1 0,-10-1 0,6 0 0,-7 0 0,3 1 0,5-1 0,-4 2 0,1-2 0,3 0 0,-3 1 0,0 1 0,3 0 0,-4 0 0,-1 1 0,4-2 0,-4 1 0,0 1 0,4-2 0,-8 1 0,9-1 0,-8 1 0,9-1 0,-4 1 0,4-2 0,0 1 0,-1 0 0,1 0 0,-1 1 0,-5 0 0,4-1 0,-3 1 0,4-1 0,1-1 0,0 0 0,-14 2 0,10-1 0,-11 1 0,8-2 0,5 1 0,-6 0 0,6-2 0,-6 1 0,5-1 0,-11 1 0,12-1 0,-5 0 0,2 0 0,4 0 0,-4-1 0,1 1 0,4-1 0,-4 0 0,-5-2 0,8 2 0,-8-2 0,5 2 0,4 0 0,-4 0 0,4 0 0,0 1 0,-1-1 0,0 1 0,-27 1 0,18-1-417,-20 2 417,26-1 0,-1 0 0,-30 2 0,23-2 0,-23 2 0,2 0 0,21-1-500,-21 1 500,29-2-173,-7 1 173,4 0 0,-4-1 0,-1 1 0,6 0 0,-5 0 0,1 0 0,6 1 0,-5-1 0,2 0 0,4-1 388,-4 1-388,3 0 0,2-1 0,-2 1 511,0-1-511,4 0 191,-5-1-191,1 1 0,2-1 0,-3 0 0,-2 1 0,5-1 0,-6 1 0,-20 0 0,19-1-284,-19 2 284,26-1 0,-6 0 0,6 1 0,-6 0 0,1-2 0,4 1 0,-6 0 0,-18 1 0,18-1-285,-19 1 285,26-2 276,-4 0-276,3 0 0,-2 0 0,0 0 0,5 0 0,-4-1 293,1 1-293,4 0 0,-4-1 0,5 1 0,1-1 0,-1 0 0,1 0 0,-1 1 0,0 0 0,0 0 0,0 1 0,0-1 0,0 0 0,0 0 0,0 0 0,0 0 0,2 0 0,-2 0 0,-3 0 0,3 0 0,-4 0 0,5 0 0,-5 0 0,-7 0 0,5 1 0,-3-1 0,5 1 0,4 0 0,-18-1 0,16 0 0,-14 0 0,18 0 0,-3 0 0,4 0 0,-5 0 0,4 0 0,-4 0 0,6 0 0,0 0 0,0 0 0,0 0 0,0 0 0,0 0 0,0 0 0,0 0 0,-1 0 0,0 0 0,0 0 0,0 1 0,0-1 0,-1 1 0,1 0 0,-1-1 0,-3 1 0,3 0 0,-2 0 0,2 1 0,2-1 0,-2 0 0,2 1 0,-2 0 0,1-1 0,-1 0 0,2-1 0,0 0 0,1 0 0,-1 1 0,1 0 0,-2 1 0,1-1 0,1 0 0,-6 1 0,6-1 0,-5 1 0,7-2 0,-1 1 0,1-1 0,-2 1 0,1-1 0,-1 0 0,2 0 0,-6 1 0,4 0 0,-3 1 0,6-2 0,1 0 0,0-2 0,0 1 0,3 0 0,-1 0 0,1 0 0,-22 7 0,11-1 0,-16 7 0</inkml:trace>
  <inkml:trace contextRef="#ctx0" brushRef="#br0" timeOffset="39237">17262 6429 5734,'-3'4'0,"1"1"0,1 0 0,0 7 0,1 0 0,3 34 0,0-20-157,0-1 0,-1 1 157,2 1 0,-1 3 0,0 14 0,0 4 0,-1-21 0,-1 2-991,2 13 1,-1 5-1,0-4 991,-1-12 0,1 2 0,0 6 0,0 11 0,0 3 0,0-2 0,0-7 0,0-9 0,-1-4 0,1 5 0,0 1 0,0 7 0,0 5 0,1 0 0,-1-1 0,0-4 0,0-9-1152,1 12 1,-1-3 1151,0-6 0,1 4 0,-1 0 0,0-6 0,0-1 0,0-3-73,0 0 1,0 2 72,0 3 0,1 4 0,-1-3 0,0-2 0,0-1 0,0 1 0,1 2 0,-1-5 0,0 14 0,1-12 0,0-1 0,0 6 0,-1-12 0,1-2 2047,-1-3-2047,-1-8 463,1 1-463,-2-9 1922,0-3-1922,-2-4 1106,-5-9-1106,0-2 0,-7-8 0,1 0 0</inkml:trace>
  <inkml:trace contextRef="#ctx0" brushRef="#br0" timeOffset="41626">17218 6506 5734,'-4'-3'0,"0"2"0,3 1 0,1 2 0,-1 0 0,1 0 0,-1 1 0,0-3 0,14 0 0,-7-2 0,11-1 0,-2 1 0,-2 0 0,4-2 0,5 0 0,-5 0 0,7-2 0,4-2 0,-5 3 0,9-3 0,6 0-1194,-6 1 1194,13-3 0,-8 3 0,2 0 0,-1 2 0,2-1 0,-3 1 0,4 0 0,0 0 0,-3 1-999,-3 1 0,-2 0 0,1 0 999,9-1 0,2 1 0,-4 0 0,-2 1 0,-2 0-772,3 0 1,0 1 771,0-1 0,2 1 0,-2 0 0,3 1 0,-2-1 0,7 0 0,0 0 0,-7 1 0,2-1 0,0 0 0,0 0 0,-1 0 0,-1 0 0,-10 0 0,0 0 0,4 0 0,2-1 0,8 1 0,3-1 0,0 0 0,-3 1 0,-6-1 0,1 1 0,-5-1 0,4 1 0,1-1 0,6 1 0,2-1 0,-4 0 0,-8 1 0,1 0 0,-5 0 0,1 0 0,1 0 0,10 0 0,0 0 0,-13 0 0,1 0 0,7 1 0,-1 0 0,6-1 0,-4 1 0,-5-1 507,-6 1-507,3 1 0,-11-1 2484,1 2-2484,-11-1 2163,-1 0-2163,-3 0 580,-1 0-580,0 0 0,-2-1 0,1 0 0,-1 0 0,-1 1 0,0-1 0,-1 1 0,3-1 0,-3 1 0,1 0 0,-3 1 0,-3-1 0,2 1 0,-2 0 0,2 0 0,-1-1 0,1 1 0,1-1 0,-1 0 0,0 1 0,1 0 0,-3 1 0,0 2 0,-1 2 0,-2 1 0,0 2 0,-3 8 0,2-2 0,-5 28 0,6-17 0,-2 17 0,4-1-1379,1-6 1379,1-13 0,1 1 0,0 4 0,0 0 0,0 18 0,0-15 0,0 1 0,0 4 0,1-1 0,0-9 0,-1 3 0,1 8 0,1 6 0,-1-3 0,1 4 0,0 0-786,0-10 0,-1 2 0,1-3 786,1 5 0,0-1 0,0-1 0,0-1-338,0-8 1,0 0 337,1 8 0,0 0 0,-1-11 0,-1-1-415,1 1 0,0-1 415,0 0 0,0 0 0,2 24 0,-1 0 0,0-1 0,-1-10 0,0 6 0,-1-5 0,0-8 0,0 0 0,0 6 0,0 5 0,0-8 0,-1 0 251,1 6-251,0-11 0,-1 4 1833,1-15-1833,-1-3 821,0-3-821,0-1 1312,0-2-1312,0 0 925,0-3-925,0 1 100,0-3-100,0-1 0,1 0 0,-1-1 0,0 1 0,0-1 0,-1 0 0,-1-2 0,0 0 0,0-2 0,0 1 0,-2-3 0,1 2 0,-6-5 0,5 4 0,-3-2 0,-2 1 0,1 0 0,-3 0 0,-5 0 0,3 1 0,-6-1 0,-4 0 0,-5-1 0,0 0 0,-12-1 0,14 3-668,-9-2 668,9 3 0,-1 0 0,-2 0 0,1 0 0,-3 0 0,-1-1 0,-16 0 0,11 1-626,12 1 0,-1 0 626,-9 0 0,-1 1 0,4 0 0,-1 0 0,-8 0 0,9 1 0,1-1 0,0 1 0,0-1-899,-11 1 899,10-1 0,-8 1 0,1 0 0,10 0 0,-9 0 0,-7 0 0,16 0 0,3 0 0,0 0 0,2 0 0,-6 0 0,0 0 0,7 1 190,-7-1-190,8 2 0,1-2 0,0 0 0,1 1 0,-1-1 988,1 1-988,-1-1 0,2 0 0,-1 0 0,1 0 0,1 0 0,0 0 0,-2 0 0,0 0 0,-20-1 0,13 0 0,1 1 0,1 0 0,0 0 1043,-8 2-1043,9-2 0,-1 1 0,-3-1-690,-19 1 690,26-1 0,2 0 242,-1-1-242,1 1 0,-15 0 0,13 0 0,-25 0 0,28 0 0,-12 1 0,15 0 0,-1 0 168,2 1-168,0-1 0,-6 0 0,5 0 0,-5 0 0,6 0 0,1 0 721,0 0-721,-4 0 157,5 0-157,-2-1 0,2 0 0,3 0 0,-2 0 0,4 0 0,-1 1 0,0-1 0,1 0 0,-1 0 0,-4 0 0,3 0 0,-3 0 0,-1 0 0,3 1 0,-2 0 0,0 1 0,3-1 0,-32 4 0,23-3 0,-22 3 0,26-4 0,-3 1 0,4 0 0,-3-1 0,4 1 0,3-1 0,-1 0 0,5 0 0,-3 1 0,4-1 0,-2 0 0,4-1 0,0 0 0,-1 0 0,-1 0 0,-1 1 0,0 0 0,-2 0 0,3 0 0,-2 0 0,1 0 0,-1 0 0,0-1 0,0 1 0,1-1 0,1 0 0,1 0 0,0 0 0,1 0 0,1 0 0,0-1 0,0-1 0,1 0 0,0 0 0,1-1 0,1-1 0,0-1 0</inkml:trace>
  <inkml:trace contextRef="#ctx0" brushRef="#br0" timeOffset="43924">15178 7471 5734,'-5'0'0,"2"-1"0,3 1 0,9 0 0,-2 1 0,9-1 0,-2 0 0,26-2 0,-11 1 0,14 0 0,2 0-2059,3 1 2059,-11 0 0,4 0 0,-8 0 0,2 0 0,-3 0 0,1 1 0,0-1-660,2 1 1,3-1-1,-4 0 660,-3 1 0,-2 0 0,1-1 0,2 1 0,14 0 0,1 0 0,-11-1 0,0 1 0,12 0 0,-1 0 0,-14 0 0,-2-1 0,1 1 0,-1 0-565,-1-1 1,1 1 564,-2-1 0,1 1 0,-3-1 0,2 1 0,9 0 0,-1 1 0,-9-2 0,0 1 0,6 0 0,1 0 0,-3 0 0,-2 0 0,15 1 0,-2-2 0,-2 0 0,-1 0-284,-1-1 1,-2 0 283,-10 1 682,9 0-682,-22 1 1656,-1 1-1656,-3-1 1523,0 0-1523,-5-1 1605,0 1-1605,0 0 268,-1 0-268,1-1 0,0 0 0,-1-1 0,2 1 0,-1 0 0,0-1 0,-2 1 0,0 0 0,-1 0 0,0 0 0,1 0 0,0 0 0,6 0 0,-3 0 0,4-1 0,-2 1 0,-1-2 0,-1 1 0,1 0 0,-2 1 0,1-1 0,-1 1 0,-2 0 0,0 0 0,0 0 0,-2 0 0,0 0 0,1 0 0,-3-3 0,0 1 0,-3-2 0,-1 1 0,-3-3 0,1 2 0,-3-3 0,2 1 0,-2 1 0,0-2 0,-1 1 0,-2 0 0,-1 0 0,-1-1 0,-1 0 0,-8-4 0,5 3-208,-5-3 208,8 3 0,0 1 0,2-1 0,-9-3 0,10 4 0,-6-2 0,11 5 0,3 1 0,0 0 208,2 2-208,1 0 0,-1 1 0,2 0 0,0 1 0,2 1 0,-1 0 0,3 0 0,-1 0 0,3 3 0,0-1 0,3 3 0,-1-1 0,3 0 0,-1 0 0,3 1 0,7 3 0,10 7 0,-3-4-450,4 3 450,-13-8 0,11 8 0,-10-7 0,9 6-168,-11-4 168,-5-3 0,4 5 0,-8-6 0,1 2 0,-2 5 443,-4-5-443,-4 19 0,-4-13-48,-6 11 48,1-10 0,-2 2 0,-2 0 0,0 1 0,-5 8 0,6-8 0,-3 5 0,6-10 0,2-2 0,1 0 0,0-3 0,2-1 0,-9 3 0,6-6 0,-7 2 223,7-6-223,-10-2 0,3-2 0,-7 0 0</inkml:trace>
  <inkml:trace contextRef="#ctx0" brushRef="#br0" timeOffset="44738">15414 6790 5734,'-3'-4'0,"2"5"0,1 8 0,4 10 0,1 2 0,2 3 0,2 7 0,0 0 0,1 1 0,0 0 0,1 0 0,7 11 0,-7-16 0,7 13 0,-7-16 0,-3-8 0,3 1 0,-5-6 0,0-4 0,-1 1 0,-2-4 0,-1-2 0,1 0 0,-9-4 0,5 1 0,-7-3 0</inkml:trace>
  <inkml:trace contextRef="#ctx0" brushRef="#br0" timeOffset="45036">15357 7282 5734,'6'-12'0,"1"-3"0,3-3 0,11-18 0,-4 6 0,4-6 0,1 0-2144,0-3 2144,-5 9 0,1 0 0,6-11-574,-5 11 574,4-7-717,-4 6 717,-5 9 0,2-3 0,-6 9 0,-4 6 1310,0-4-1310,-11 11 1148,1-1-1148,-8 9 0,4-1 0,1 1 0</inkml:trace>
  <inkml:trace contextRef="#ctx0" brushRef="#br0" timeOffset="45559">15704 6877 5734,'4'10'0,"-1"-2"0,-1 5 0,0 7 0,-1-2 0,4 25 0,-4-19 0,3 15 0,-3-10 0,1-8 0,-1 6 0,0 18 0,-1-25 0,0 20 0,1-30 0,0-4 0,0 1 0,2-3 0,-2-3 0,1 2 0,1-4 0,0 0 0,1 0 0,-1-1 0,4-2 0,-4 1 0,1-3 0,-7-1 0,2-2 0,-3-3 0</inkml:trace>
  <inkml:trace contextRef="#ctx0" brushRef="#br0" timeOffset="45838">15633 6871 5734,'2'-2'0,"2"0"0,3 3 0,1 1 0,4 0 0,-2 0 0,1 0 0,1 0 0,1 0 0,9-1 0,-7 0 0,13 0 0,-16-2 0,2 0 0,-9 1 0,-2 0 0,-2 1 0,-1 0 0</inkml:trace>
  <inkml:trace contextRef="#ctx0" brushRef="#br0" timeOffset="46460">15764 7390 5734,'16'6'0,"0"1"0,-1-1 0,-2 0 0,-5-3 0,1 0 0,5-1 0,-6 0 0,3-1 0,-4-4 0,-4 0 0,2-2 0</inkml:trace>
  <inkml:trace contextRef="#ctx0" brushRef="#br0" timeOffset="47014">15933 6952 5734,'2'24'0,"0"-1"0,1 3 0,-1-5 0,2 8 0,1 3 0,-1-8 0,1 5 0,0-3 0,-2-7 0,2 11 0,-2-18 0,1 4 0,-3-11 0,0-4 0,-1-8 0,0-13 0,0 0 0,1-6 0,1 3 0,0 4 0,2-11 0,-1 12 0,3-7 0,-3 12 0,3-2 0,-2 6 0,-1 1 0,1 1 0,-1 2 0,1 0 0,-1 3 0,0 3 0,2 1 0,0 3 0,7 28 0,-5-13-471,4 22 471,-9-24-207,1 7 207,-1-7 0,-1 4 0,-1-8 0,0-3 0,-1-2 0,0 0 461,0-3-461,-1-2 0,1-2 0,0-2 0</inkml:trace>
  <inkml:trace contextRef="#ctx0" brushRef="#br0" timeOffset="47455">16134 6879 5734,'6'-3'0,"1"1"0,21-2 0,-12 2 0,16-1 0,-17 1 0,5 2 0,-5-1 0,3 1 0,-5 0 0,-5 0 0,1 0 0,-4 1 0,-2 0 0,0 0 0,-2 0 0,-2 1 0,-1 1 0,0 1 0,0 2 0,-4 8 0,3-1 0,-2 5 0,2 13 0,3-9 0,1 23 0,1-21 0,2 2 0,0 2 0,-1-3 0,1 0 0,0 0 0,0 0-660,3 18 660,-5-21-306,1 4 306,-2-7 0,0 3 0,-3-10 0,-2 0 0,-1-2 0,-3-1 638,-1 0-638,-16 4 0,10-6 328,-10 3-328,14-9 0,1 0 0,-7-7 0,11 1 0,-3-8 0,11 2 0</inkml:trace>
  <inkml:trace contextRef="#ctx0" brushRef="#br0" timeOffset="49999">20105 7351 5734,'-3'0'0,"0"0"0,3 0 0,0 2 0,0 0 0,2 1 0,1-2 0,16 1 0,9-2 0,8 0-891,-7-2 0,1-1 891,13-2 0,-12 2 0,0-1 0,-5 1 0,-1 1 0,2-1 0,1 1 0,1-1 0,0 0 0,2 1 0,1 0 0,-1 0 0,3 0 0,-2 0 0,2 1 0,-1 0 0,5-1 0,0 0-764,-5 1 1,2 0 0,-3-1 763,3 1 0,-1 0 0,14-1 0,0 1 0,-13 0 0,1 0 0,1 0 0,3 0 0,-4 0 0,-4 0 0,-2 1 0,9-1 0,-2 0-445,-11 0 0,-2 0 445,22 0-270,-3-1 270,-14 0 0,0-1 0,12 0 171,-15 1 0,0-1-171,4 0 0,-1-1 1669,-4 1-1669,-3-1 0,15-1 0,-21 3 0,12-3 1185,-24 5-1185,0 0 442,-1 0-442,-1 0 1153,0 0-1153,-1 0 441,1 0-441,0 0 0,-5 2 0,3-1 0,-3 2 0,1-4 0,2 1 0,-2-1 0,0 0 0,1 0 0,-1-1 0,-9-3 0,3 1 0,-7-2 0,5 2 0,1 0 0,-2 0 0,-6-4 0,4 3 0,-17-7 0,15 6 0,-13-5 0,15 7 0,-2-1 0,0 2 0,7 1 0,-4-1 0,7 2 0,2 0 0,0 1 0,2 1 0,4 1 0,0 0 0,4 3 0,0-1 0,14 7 0,-5-3 0,16 7 0,-14-7 0,4 1 0,-7-2 0,0-1 0,3 3 0,-5-3 0,2 2 0,-8-4 0,-1 0 0,-2 0 0,-2-1 0,-1 3 0,-4-1 0,-1 3 0,-29 19 0,14-11 0,0-1 0,-1 0 0,-6 4-512,7-5 512,-5 3 0,3-2 0,6-5 0,-4 4 0,0-3 0,4-4 0,-3 0 0,6-5 0,1-3 0,1-2 0</inkml:trace>
  <inkml:trace contextRef="#ctx0" brushRef="#br0" timeOffset="51400">18280 6807 5734,'2'-3'0,"-1"0"0,1 4 0,-2 3 0,0 2 0,1 1 0,0 10 0,1-2 0,1 13 0,-1 3 0,2 3-706,-2-2 1,1 0 705,0 2 0,-1-8 0,0 0 0,1 14 0,-2-14 0,1 1 0,0 5 0,0-1 0,0 6 0,-1-8 0,1-1 0,-1-5 0,0-3 0,0-2 0,1-3 0,-1-3 0,0-2 0,-1-2 1411,0-1-1411,0-2 0,0-1 0,0-2 0,0 1 0,0-1 0,0 0 0,-1 0 0,1 0 0,-2-6 0,1 1 0,-1-5 0,-1-16 0,2 11 0,-1-13 0,3 10 0,0 4 0,1-5 0,0 4 0,0 0 0,2-1 0,-1 0 0,2-5 0,-1 4 0,2-3 0,2-7 0,-1 8 0,2-5 0,-3 11 0,-1 4 0,1-2 0,-1 3 0,2-6 0,-3 8 0,1-1 0,-2 7 0,5 14 0,-3-4 0,2 10 0,-1 4 0,-3-6 0,1 9 0,-2 1 0,-1-6 0,0 6 0,-3 0 0,1-8-276,-1 6 276,1-10 0,-1 0 0,0-2 0,-5 11 0,3-15 0,-3 7 0,3-17 0,-2-3 0,2-3 0,-2-3 0</inkml:trace>
  <inkml:trace contextRef="#ctx0" brushRef="#br0" timeOffset="52201">18532 7088 5734,'2'5'0,"0"-1"0,0-1 0,0 1 0,-1 0 0,2 2 0,-2 2 0,1-1 0,-1 2 0,3 18 0,-2-13 0,1 16 0,-1-17 0,-1 1 0,0 1 0,0 0 0,0 0 0,1 5 0,0-4 0,-1 4 0,1-2 0,-2-5 0,1 3 0,0-3 0,-1-3 0,0 1 0,0-2 0,0-3 0,0 2 0,1-1 0,-1-2 0,0 2 0,1 0 0,-1-3 0,3 4 0,-2-6 0,1 2 0,-1-2 0,2 0 0,-2 0 0,1-1 0,-1 0 0,2 1 0,2 0 0,0-1 0,6 0 0,-5-1 0,14 0 0,-12 0 0,7 0 0,-8 0 0,-2 0 0,3-1 0,-2 0 0,0-1 0,-3 1 0,1 1 0,-2-1 0,0-1 0,-1 1 0,-3-4 0,-1 3 0,-3-3 0,0 0 0,-1-2 0,0-1 0</inkml:trace>
  <inkml:trace contextRef="#ctx0" brushRef="#br0" timeOffset="52454">18536 7155 5734,'7'-4'0,"5"-3"0,-2 3 0,14-5 0,-9 6 0,13 1 0,-17 3 0,6 2 0,-8 2 0,-2-3 0,2 2 0</inkml:trace>
  <inkml:trace contextRef="#ctx0" brushRef="#br0" timeOffset="53063">18725 7220 5734,'2'7'0,"-1"0"0,1 1 0,0 1 0,3 15 0,-2-8 0,4 24 0,-1-9 0,0 5 0,0-10 0,-4-11 0,-1-6 0,0-2 0,0 3 0,0-5 0,0 2 0,-1-5 0,0-2 0,0-9 0,0 2 0,0-8 0,0 4 0,0-1 0,1-8 0,-1 5 0,1-7 0,2 1 0,-1 4 0,1-5 0,2-1 0,-1 7 0,2-5 0,-1 3 0,0 5 0,0-2 0,-2 7 0,0 2 0,-1 1 0,0 1 0,0 1 0,-1 2 0,1 0 0,-1 1 0,3 2 0,5 19 0,-4-7 0,6 14 0,-5-4 0,-2-5 0,1 6 0,-2 0 0,-1-6 0,1 5 0,-2-4 0,-1-7 0,1 9 0,-1-14 0,0 3 0,-3-10 0,-1-2 0,1-2 0,-1-3 0,2-2 0</inkml:trace>
  <inkml:trace contextRef="#ctx0" brushRef="#br0" timeOffset="53686">18913 7068 5734,'10'0'0,"19"-2"0,-12 1 0,22-2 0,-23 1 0,11 0 0,-11 1 0,2 0 0,-2 1 0,-7 0 0,3 0 0,-6 1 0,-2 0 0,-1-1 0,0 0 0,-2 0 0,1 1 0,-2 0 0,0 2 0,-1 0 0,-1 1 0,-3 7 0,2-4 0,-4 10 0,3-6 0,0 1 0,1-1 0,2-4 0,-2 0 0,1-1 0,0-2 0,0 0 0,1 0 0,0 0 0,-1-1 0,2 0 0,-1-1 0,1 1 0,0 0 0,0 3 0,-1 6 0,1-2 0,-1 3 0,1-4 0,1 13 0,0-7 0,2 10 0,-1-9 0,1 1 0,-1 0 0,2 18 0,-1-12 0,-1 1 0,1 0 0,-2-5 0,1 9 0,-2-14 0,0-4 0,1 0 0,-2-3 0,-1-2 0,-5 0 0,-2-3 0,-3 1 0,-2-1 0,0 0 0,0 0 0,0-2 0,2 1 0,1-2 0,1 1 0,-18-10 0,13 2 0,-14-8 0</inkml:trace>
  <inkml:trace contextRef="#ctx0" brushRef="#br0" timeOffset="56552">20609 6334 5734,'-5'-1'0,"0"2"0,1 8 0,-7 26 0,4-9 0,-3 21 0,8-5 0,2-2 0,-1-4 0,2 5 0,1-5 0,0-24 0,22-30 0,-15 4-601,16-27 601,-19 20 0,1-13 0,-3 9 0,-1-4 0,1 1 0,-1 5 0,1-14 0,-3 29 0,6 23 0,-3-2 0,4 20 0,-4-5-232,-1 3 232,-1-6 0,-1 2-1242,0 14 1242,0-14 0,0 3 0,-4 14 0,-1-1 0,0 4 0,1-6 0,-3-2 0,-3-5 509,2-12-509,-10 7 0,5-19 0,-14-2 0,8-8 0,-14-8 0,14 0-179,-4-5 179,7 2 0,2-2 0,3-2 0,2-2 0,3-1 0</inkml:trace>
  <inkml:trace contextRef="#ctx0" brushRef="#br0" timeOffset="57004">20802 6433 5734,'-3'3'0,"0"2"0,3 1 0,0 2 0,2 24 0,1-14 0,0 20-428,-1-20 428,-1 1 0,1 1-166,-1 0 166,1 0 0,-1 0 0,0-1 0,2 0 0,-1-2 0,2 0 0,1 3 0,0-5 0,1 3 0,8 1 0,-5-9 0,6 4 0,-8-10 421,-1-3-421,4-2 173,-2 0-173,3-2 0,-4-1 0,0-2 0,-1-1 0,-4-12 0,0 5 0,-2-10 0</inkml:trace>
  <inkml:trace contextRef="#ctx0" brushRef="#br0" timeOffset="57188">20833 6433 5734,'11'0'0,"0"0"0,-1 0 0</inkml:trace>
  <inkml:trace contextRef="#ctx0" brushRef="#br0" timeOffset="57636">20975 6497 5734,'0'9'0,"0"7"0,0-3 0,0 5 0,2 9 0,-1-10 0,1 9 0,0-14 0,0 0 0,0-2 0,0 1 0,-1-3 0,1 0 0,0-4 0,0 0 0,-1-3 0,1-1 0,3-12 0,-1 3 0,1-9 0,1 1 0,-1 3 0,0-6 0,3-2 0,-2 5 0,7-12 0,-4 13 0,3-4 0,2-1 0,-6 9 0,7-6 0,-11 15 0,6 9 0,-6 1 0,3 10 0,0 19 0,-3-14 0,-1 2 0,1 0-241,-2-4 241,0 4 0,-1-9 0,-1-1 0,-1-2 0,0-1 0,0-3 0,-2 3 0,1-6 60,-3 2 0,3-7 0,-1-1 1</inkml:trace>
  <inkml:trace contextRef="#ctx0" brushRef="#br0" timeOffset="58084">21230 6392 5734,'22'0'0,"-6"1"0,9-1 0,-10 2 0,0-1 0,5 0 0,-5 0 0,2-1 0,-5 1 0,-4 0 0,0-1 0,-2 1 0,-3-1 0,0 0 0,-2 0 0,-1 2 0,0-1 0,0 3 0,0 0 0,0 16 0,0-6 0,1 10 0,-1 2 0,0 3 0,1-6 0,-1 2 0,0 20 0,0-10-263,0 11 263,0-2-997,-1-12 997,1 7 0,-2-16-190,1-1 190,-2-4 0,-1-1 0,-2-4 0,-28 6 0,14-13 232,-19 3-232,15-17 0,7 1 0,-4-5 0,11 1 0,1-3 0,2-2 0</inkml:trace>
  <inkml:trace contextRef="#ctx0" brushRef="#br0" timeOffset="58516">21571 6662 5734,'3'-6'0,"0"0"0,6 2 0,-1 0 0,11-3 0,-6 3 0,5 0 0,14 2 0,-10 0 0,21 1 0,-22 2 0,3-1 0,-9 1 0,0 0 0,-4-1 0,-2 1 0,-7 0 0,-3 2 0,-5-1 0,-1 0 0,-2 0 0</inkml:trace>
  <inkml:trace contextRef="#ctx0" brushRef="#br0" timeOffset="58708">21571 6784 5734,'11'4'0,"0"-1"0,14 0 0,-8-2 0,28-1 0,-23-2 0,14 0 0,-7-3 0,-8 2 0,13 0 0,-17 1 0,3 1 0,-9-3 0,0-1 0</inkml:trace>
  <inkml:trace contextRef="#ctx0" brushRef="#br0" timeOffset="59734">22102 6476 5734,'24'31'0,"-4"-6"0,-5 0-1012,-4-4 1012,2 1 0,0 1 0,1 1 0,1-1 0,0-1 0,1-1 0,0 0 0,-1-1 326,5 6-326,-1-4 0,-1-2 167,-6-7-167,-4-3 0,-5-5 0,-1 1 129,-6-5 1,-1-2 0,-1 0 0</inkml:trace>
  <inkml:trace contextRef="#ctx0" brushRef="#br0" timeOffset="59916">22219 6679 5734,'18'-18'0,"0"1"0,1 1-640,-1 1 640,-1 1 0,-1 1 208,-3 3-208,-1 0 26,-3 2 1,-2 1 0,0-1-1</inkml:trace>
  <inkml:trace contextRef="#ctx0" brushRef="#br0" timeOffset="60633">22299 6580 5734,'-3'10'0,"-1"2"0,-4 7 0,1-2 0,-13 20 0,8-16 0,-7 12 0,3-10 0,4-6 0,-2 5 0,5-10 0,1-1 0,2-1 0,1-1 0,0 1 0,1-3 0,-5 10 0,4-11 0,-4 7 0,6-8 0,0-2 0,-1 3 0,2-4 0,0 0 0,2-7 0,0 1 0,2-7 0,2 2 0,1-1 0</inkml:trace>
  <inkml:trace contextRef="#ctx0" brushRef="#br0" timeOffset="61023">22466 6531 5734,'0'7'0,"1"7"0,-1-4 0,1 6 0,-1 1 0,-1-2 0,1 6 0,-2 3 0,1-5 0,-1 5 0,1 1 0,0-7 0,3 17 0,1-19 0,3 9 0,3-11 0,-1-5 0,3 1 0,3-6 0,-3-3 0,2-2 0,0-6 0,-5-7 0,-2 1 0,-4-5 0,-5 6 0</inkml:trace>
  <inkml:trace contextRef="#ctx0" brushRef="#br0" timeOffset="61199">22445 6509 5734,'28'-4'0,"7"-1"0,-14 4-108,7-1 0,-12 2 0,0-1 1</inkml:trace>
  <inkml:trace contextRef="#ctx0" brushRef="#br0" timeOffset="61568">22659 6570 5734,'0'11'0,"0"1"0,1 20 0,1-14 0,1 16 0,0-19 0,-1-1 0,1-1 0,1 2 0,-2-5 0,1 1 0,-2-5 0,1-1 0,0-2 0,0-4 0,1-1 0,1-4 0,1-6 0,-1 2 0,7-15 0,-5 10 0,5-8 0,4-2 0,-6 9 0,5-5 0,0 2 0,-5 8 0,9-9 0,-11 28 0,-1-1 0,5 20 0,-6-10 0,2 12 0,-1 9 0,-3-16 0,2 13 0,-4-24 0,-3 4 0,-1-7 0,-2 2 0,-1-10 0,2-3 0,1-2 0</inkml:trace>
  <inkml:trace contextRef="#ctx0" brushRef="#br0" timeOffset="61966">22910 6459 5734,'9'-2'0,"12"-1"0,-7 0 0,9 1 0,-6 1 0,4 1 0,-4 0 0,0 0 0,-10-1 0,-1 0 0,-2 0 0,0 0 0,-1 0 0,-2 2 0,1 0 0,-4 1 0,-1 3 0,-1 2 0,-2 3 0,2 2 0,0 1 0,1 2 0,0 3 0,2 19 0,0-11 0,0-1 0,1 0-512,-1 0 512,0 6 0,-3-3 0,1-8 0,-1 4 0,-3 1 0,4-15 0,-2 6 0,0-18 0,1 0 0,-4-3 128,3 1 0,-2-3 0,2-1 0</inkml:trace>
  <inkml:trace contextRef="#ctx0" brushRef="#br0" timeOffset="62373">23219 6596 5734,'0'-3'0,"-1"0"0,1 2 0,3 3 0,0 0 0,3 4 0,8 2 0,-2 0 0,22 12 0,-13-8 0,6 2 0,0 1 0,-2-1 0,3 1 0,-1 0 0,-5-3 0,20 11 0,-27-15 0,7 4 0,-16-9 0,0-1 0,-9-6 0,-7-3 0,-6-6 0,-1 2 0,0-2 0</inkml:trace>
  <inkml:trace contextRef="#ctx0" brushRef="#br0" timeOffset="62683">23418 6448 5734,'-5'6'0,"-1"0"0,1 5 0,-4 7 0,3-2 0,-4 7 0,1 5 0,1-4 0,1 1 0,0 0 0,0 1 0,-4 17 0,1 1 0,3-11 0,0 0 0,0-3 0,4-15 0,2-6 0,-1-1 0,0-1 0,0-2 0,1-1 0,-3-2 0,-1-6 0,0 1 0,-1-4 0</inkml:trace>
  <inkml:trace contextRef="#ctx0" brushRef="#br0" timeOffset="63032">23198 6739 5734,'16'-1'0,"-1"0"0,-2 0 0,0 0 0,1-1 0,10 0 0,-3 0 0,9-2 0,6-1 0,-9 2 0,10-2 0,2-1 0,-16 2 0,13-3 0,-24 4 0,0-1 0,-9 0 0,-3-1 0,-3-2 0,-3 0 0,-2 0 0</inkml:trace>
  <inkml:trace contextRef="#ctx0" brushRef="#br0" timeOffset="63250">23329 6496 5734,'-2'26'0,"-1"-1"0,2-7-518,0 2 518,0 2 0,1 15 0,2-8 0,-1 10 0,3-1 0,-1-9 170,2 6-170,3-7 0,-3-8 86,3 2-86,-1-10 0,1-8 0,3-2 0</inkml:trace>
  <inkml:trace contextRef="#ctx0" brushRef="#br0" timeOffset="64009">23738 6032 5734,'-6'35'0,"2"-6"0,-3 17 0,3-17 0,1 0-426,1-6 0,-1 2 426,1 10 0,-1 4 0,1-3-1195,1-6 1,0-1 1194,-1 17 0,1 0 0,1-12 0,0-3 0,1 17 299,0-18 0,-1 0-299,1 0 0,-1-1 0,0 5 0,0-7 0,0-3 0,0-9 0,0 2 0,0-13 338,0-4-338,-1-5 2172,1-5-2172,-1-8 0,1 3 0,0-8 0,6-2 0,-2 4 133,4-5-133,5 1 0,2 1 0,-1 3-254,2-2 0,-1 3 254,-5 12 0,1 2 0,-2 0 0,0 3 0,2 2 0,-2 2 0,1 4 508,0 8-508,-3-1 0,1 7 0,3 14 0,-4-12 0,2 14-338,-5-16 338,0-1 0,-1-1 0,-1-2 0,-1-2 0,0-1 0,-2-2 0,0-2 0,0 0 0,0-4 0,0-2 0</inkml:trace>
  <inkml:trace contextRef="#ctx0" brushRef="#br0" timeOffset="64388">24047 6484 5734,'-3'1'0,"0"0"0,3 1 0,0 4 0,0 0 0,0 4 0,-1 6 0,0-3 0,-1 13 0,2-9 0,-1 6 0,1-6 0,1 1 0,-1-1 0,2-1 0,0 1 0,5 11 0,-1-12 0,9 18 0,-8-22 0,12 11 0,-10-14 0,5 2 0,-5-7 0,-2-1 0,3-5 0,-6-2 0,0-7 0,-7 1 0,-1-5 0,-2 3 0</inkml:trace>
  <inkml:trace contextRef="#ctx0" brushRef="#br0" timeOffset="64948">24222 6597 5734,'0'15'0,"1"6"0,0-7 0,0 5 0,3 1 0,-2-5 0,2 8 0,-2-12 0,1 5 0,-1-9 0,-1 0 0,1-4 0,-2-1 0,1-6 0,0-1 0,0-6 0,1 2 0,-1 0 0,6-24 0,-2 16-301,5-18 301,-4 20 0,10-13 0,-5 10 0,6-7 0,-8 14 0,0 3 0,-1 2 0,-1 2 0,4 6 0,-3 1 0,2 6 0,-4 1 301,-1 3-301,1 2 0,1 8 0,-1-6 0,1 6 0,-2-8 0,-1-2 0,-1-1 0,1-1 0,-1-3 0,1 1 0,-2-3 0,1-1 0,-3-3 0,1-3 0,0-2 0,-1-1 0</inkml:trace>
  <inkml:trace contextRef="#ctx0" brushRef="#br0" timeOffset="65349">24520 6446 5734,'7'-2'0,"0"0"0,7 1 0,-5 1 0,7-1 0,-4 0 0,-3 0 0,3-1 0,-2 0 0,-4 0 0,2 0 0,-3 0 0,-2 1 0,0 0 0,-3 1 0,1 10 0,-2-3 0,1 9 0,-1-4 0,0 1 0,0 20 0,-1-10 0,0 15 0,-1-4 0,1-8 0,-2 8 0,3-2 0,0-8 0,2 20 0,0-23 0,1 8 0,-1-17 0,1-2 0,-2-2 0,1-3 0,-2 0 0,-2-2 0,-1-2 0,-3-1 0,-2-1 0,0-2 0,-2-2 0</inkml:trace>
  <inkml:trace contextRef="#ctx0" brushRef="#br0" timeOffset="65882">24033 6477 5734,'14'2'0,"5"-1"0,-8-1 0,5-2 0,11-3 0,-14 3 0,10-3 0,-18 4 0,0-1 0,-3 2 0,-1-1 0,-5 2 0,0 1 0,-4 0 0,3 1 0,1-1 0,-1 1 0,3-2 0,0 0 0,1 1 0,1-7 0,2-1 0</inkml:trace>
  <inkml:trace contextRef="#ctx0" brushRef="#br0" timeOffset="67801">21645 8054 5734,'9'-1'0,"-1"0"0,0-1 0,16-3 0,-8 2-313,14-2 313,-11 3 0,1 0 0,14 2 0,2 0 0,-5 0 0,3 1 0,-2 0 0,-20 0 77,-1-1-77,-1 0 0,-4 0 0,-4-3 0,-5 0 0,-5-2 0,0 1 0</inkml:trace>
  <inkml:trace contextRef="#ctx0" brushRef="#br0" timeOffset="68062">21689 8123 5734,'0'4'0,"0"0"0,2-2 0,0 1 0,3-1 0,0 1 0,12 3 0,-4-3 0,7 3 0,-6-4 0,1 1 0,0-1 0,18 2 0,-11-2-374,13 1 374,-16-3 0,-1 0-40,0-1 40,-1-1 0,-4 1 0,-4-1 0,-4 0 0,-2-1 0,-3-1 0</inkml:trace>
  <inkml:trace contextRef="#ctx0" brushRef="#br0" timeOffset="69090">22358 7542 5734,'2'5'0,"0"-1"0,-2-1 0,0 1 0,0 1 0,1 4 0,-1 0 0,3 6 0,0 14 0,-1 3 0,2 2-754,-1 3 1,0-1 753,0-3 0,3 14 0,-2-11-186,1 9 186,-1-4 0,-2-11 0,1 6 0,-2 6 0,0-21 0,0 13 0,-1-24 0,0-1 0,0 0 1474,0-2-1474,0-1 219,0-2-219,0-3 0,0 0 0,2-9 0,0 1 0,2-7 0,4-9 0,-3 7 0,13-27 0,-8 22 0,7-13 0,-1 5 0,-4 8 0,4-5 0,11-8 0,-15 20 0,12-12 0,-16 26 0,-2 2 0,11 13 0,-7-4 0,5 11 0,-2 5 0,-2 2 0,0 0-525,0 2 1,0-1 524,-5-8-430,1 7 430,-2-8 0,-1 5-21,-4-7 21,-4-7 0,-1-1 0,-1-8 0</inkml:trace>
  <inkml:trace contextRef="#ctx0" brushRef="#br0" timeOffset="69924">22838 7785 5734,'3'-2'0,"2"-1"0,-5 3 0,2 0 0,-2 7 0,-1-3 0,0 6 0,-1-2 0,0 1 0,-2 7 0,2-1 0,-2 5 0,2-4 0,0 1 0,-1 1 0,2 0 0,0 1 0,0-2 0,1 1 0,0-1 0,0 0 0,0-2 0,1 1 0,1 3 0,0-5 0,0 4 0,0-7 0,-1-1 0,2-2 0,1 2 0,-1-3 0,4 0 0,-3-5 0,2-1 0,7-1 0,-5-1 0,6-1 0,-6 0 0,-3 1 0,1-1 0,-3 0 0,-1-1 0,-1 1 0,-8-11 0,3 3 0,-5-10 0</inkml:trace>
  <inkml:trace contextRef="#ctx0" brushRef="#br0" timeOffset="70119">22841 7772 5734,'8'0'0,"15"1"0,-9 1 0,12 2 0,-14 0 0,0 1 0,0 0 0,0 0 0</inkml:trace>
  <inkml:trace contextRef="#ctx0" brushRef="#br0" timeOffset="70550">23063 7922 5734,'2'19'0,"0"-2"0,0 2 0,-1 0 0,1 0 0,1-1 0,-2-10 0,0 0 0,-1-4 0,1 0 0,-1-2 0,1 0 0,-1-6 0,1 0 0,0-16 0,1 7 0,1-8 0,0 6 0,2 1 0,-1-1 0,2-1 0,3-6 0,-1 4 0,3-3 0,1 4 0,-3 5 0,3-2 0,2 2 0,-5 6 0,9 2 0,-10 7 0,3 4 0,-5 2 0,-2 2 0,1 2 0,-1 3 0,-2 0 0,2 1 0,-2 1 0,0 1 0,1-1 0,-2 0 0,0-1 0,0-2 0,-1 11 0,-1-14 0,0 8 0,-1-17 0,0-2 0,0-3 0,2-2 0</inkml:trace>
  <inkml:trace contextRef="#ctx0" brushRef="#br0" timeOffset="71012">23317 7704 5734,'19'5'0,"0"1"0,-5-1 0,17 3 0,-10-3 0,26 2 0,-27-4 0,8-1 0,-13-2 0,-7 0 0,2 0 0,-7-1 0,-2 0 0,-4 0 0,-4 1 0,1 1 0,-4 4 0,2 4 0,2 0 0,-3 10 0,5-5 0,0 6 0,2-4 0,2 9 0,0-5-342,0 8 342,1-7 0,-1 1 0,-1 0 0,0 1 0,-1-1 0,-1 0 0,-1-1 0,-1 0 0,1-3 0,-15 19 0,10-20 0,-11 12 0,12-23 0,2-3 0,-1-1 0,-2-5 0,3-1 85,-3-4 1,6-1-1,0-1 1</inkml:trace>
  <inkml:trace contextRef="#ctx0" brushRef="#br0" timeOffset="71390">23705 7846 5734,'8'6'0,"-1"0"0,1-1 0,9 9 0,-4-3 0,8 8 0,-8-8 0,1 3 0,1-1 0,0 2 0,7 6 0,-5-5 0,5 4 0,-2-4 0,-5-4 0,2 2 0,-4-4 0,-5-5 0,2 2 0,-4-6 0,-2-1 0,-1-8 0,-4 2 0,-3-4 0,-1 4 0</inkml:trace>
  <inkml:trace contextRef="#ctx0" brushRef="#br0" timeOffset="71660">23754 8086 5734,'7'-7'0,"-1"0"0,3-6 0,-2 1 0,4-5 0,1-4 0,-1 4 0,3-4 0,0 2 0,-3 6 0,3-3 0,-2 3 0,-2 2 0,-2 1 0,0 1 0,-6 5 0,-1-2 0,-3 2 0,-7-2 0,3 3 0,-4-2 0</inkml:trace>
  <inkml:trace contextRef="#ctx0" brushRef="#br0" timeOffset="71883">23859 7844 5734,'-2'4'0,"-1"3"0,1-2 0,0 3 0,-1 4 0,1-2 0,0 6 0,1 4 0,0-4 0,1 7 0,2 0 0,0-5 0,1 5 0,2 1 0,-2-9 0,2 9 0,-4-16 0,2 2 0,-4-4 0,0-2 0,-2-1 0,-2-2 0,-1-2 0,-1-1 0</inkml:trace>
  <inkml:trace contextRef="#ctx0" brushRef="#br0" timeOffset="72018">23737 7956 5734,'23'-5'0,"0"0"0,5-2 0,-6 2 0,8-1 0,-2 0 0,-8 2 0,6-2 0</inkml:trace>
  <inkml:trace contextRef="#ctx0" brushRef="#br0" timeOffset="72763">24132 7837 5734,'-1'6'0,"0"-2"0,10 7 0,-4-4 0,6 6 0,0 1 0,-2-3 0,4 6 0,2 4 0,-3-5 0,4 6 0,1 0 0,-3-6 0,11 15 0,-13-17 0,13 13 0,-18-18 0,3 3 0,-9-11 0,0-1 0,-4-4 0,-1 0 0,-3-2 0,2 3 0</inkml:trace>
  <inkml:trace contextRef="#ctx0" brushRef="#br0" timeOffset="72938">24156 8037 5734,'10'-17'0,"-1"0"0,5-2 0,-3 3 0,19-16 0,-6 9 0,-5 5 0,1 1 0,1-2 0,0 1 0,-15 12 0,0-1 0,-2 2 0</inkml:trace>
  <inkml:trace contextRef="#ctx0" brushRef="#br0" timeOffset="73270">24433 7790 5734,'-2'6'0,"-1"1"0,2-1 0,-1 5 0,1-2 0,-1 5 0,-1 5 0,0-3 0,-1 6 0,2 3 0,0 1 0,2-1-301,-1 1 0,2-1 301,3-9-68,3 5 68,-1-7 0,3 3 0,-2-8 0,2-1 0,0-2 0,0-1 597,2-3-597,3-3 73,-4-1-73,4-3 0,-7-2 0,-1-1 0,-1-1 0,-1-1 0,-2-1 0,-1-1 0,-2 0 0,-1-1 0</inkml:trace>
  <inkml:trace contextRef="#ctx0" brushRef="#br0" timeOffset="73422">24429 7796 5734,'11'0'0,"0"0"0</inkml:trace>
  <inkml:trace contextRef="#ctx0" brushRef="#br0" timeOffset="73844">24572 7865 5734,'3'13'0,"0"0"0,1 26 0,-4-20-483,2 23 483,-4-30 158,1 4-158,0-3 80,0 0-80,1-3 0,0-6 0,3-6 245,0-3-245,2-6 0,-1 2 0,1-12 0,-1 7 0,0-8 0,0 4 0,-2 4 0,3-3 0,0 0 0,-1 6 0,2-4 0,-2 5 0,3-1 0,-2 4 0,6-2 0,-5 8 0,4 0 0,-2 6 0,-2 0 0,1 4 0,-2 6 0,-1-1 0,0 6 0,-2-5 0,1 27 0,-2-22 0,1 17 0,-2-29 0,2-3 0,-1-5 0,1-4 0,0-4 0,-1-2 0</inkml:trace>
  <inkml:trace contextRef="#ctx0" brushRef="#br0" timeOffset="74218">24768 7752 5734,'11'3'0,"2"0"0,-4 0 0,22 1 0,-14-3 0,14 2 0,-19-4 0,-2 0 0,0 0 0,-3 0 0,0 0 0,-4 1 0,0-1 0,0 2 0,-3 0 0,1 5 0,-2-2 0,1 5 0,-1-3 0,-1 1 0,0 4 0,0-1 0,0 5 0,-3 5 0,2-3 0,-2 7 0,-2 14 0,4-14 0,-1 3 0,1 1 0,1-6 0,-2 20 0,4-27 0,-2 6 0,1-12 0,0-3 0,-1 1 0,-5-8 0,3 0 0,-7-6 0,5 0 0</inkml:trace>
  <inkml:trace contextRef="#ctx0" brushRef="#br0" timeOffset="74851">24371 7820 5734,'41'0'0,"-5"1"0,-23-1 0,1 0 0,-1 0 0,1-1 0,9 0 0,-8-1 0,11-3 0,-19 3 0,3-2 0,-16 2 0,0 1 0,-4 0 0,-3 1 0,3 0 0,-3 0 0,-4 2 0,7-2 0,-5 2 0,7 0 0,2-1 0,1 0 0,1-1 0,2 0 0,0 0 0,1-1 0,5 0 0,-1-2 0,5 1 0,-1-2 0,2 1 0</inkml:trace>
  <inkml:trace contextRef="#ctx0" brushRef="#br0" timeOffset="75642">24834 8119 5734,'-8'5'0,"1"1"0,3-2 0,0-1 0,3-2 0,1 0 0,2 0 0,1-1 0,1 0 0,-1 0 0,0 0 0,2-1 0,-2 0 0,0 0 0,0 2 0,-2-1 0,3 0 0,-2 0 0,2 0 0,-1 0 0,2-2 0,1-1 0,6-5 0,-5 1 0,4-3 0,-4 4 0</inkml:trace>
  <inkml:trace contextRef="#ctx0" brushRef="#br0" timeOffset="94541">5875 5648 5734,'-4'0'0,"1"0"0,2-2 0,5 6 0,-2-4 0,18 8 0,-13-6 0,13 3 0,-13-4 0,5 2 0,-3 0 0,12 4 0,-12-2 0,12 3 0,-11-5 0,21 4 0,-16-5 0,18 4 0,-22-4 0,8 1 0,-8-1 0,25 3 0,-20-3 0,17 1 0,-19-2 0,-1 0 0,7-1 0,-5 1 0,4-1 0,0 0 0,-5 0 0,5 0 0,-7 0 0,0 0 0,-1 0 0,0 0 0,3-1 0,-4 0 0,3 0 0,-6 0 0,9 0 0,-7 1 0,5-1 0,9 0 0,-12 1 0,15-1 0,-10-1 0,-3 1 0,5 0 0,-1 1 0,-3 0 0,3 0 0,0 1 0,9 1 0,-5-1 0,4 0 0,-11-1 0,6 0 0,-3 0 0,5-1 0,-5 0 0,10-1 0,-6 1 0,3-1 0,2 0 0,1 0 0,16 0-689,-19 1 689,-1 0 0,1 1-429,0 0 429,1 1 0,0 0 0,1 0 0,-1 1 0,3 0 0,0 0 0,1 1 0,3-1 0,8 2 0,-5-1 0,-8-2 0,1 1-644,9 1 0,4 0 1,-6-1 643,8 0 0,-11-2 0,0 0-395,-8 0 1,1 0 394,7 0 0,0-1-524,11 0 524,0 1 0,-2-1 0,-14 1 0,1 0 0,13 0 0,-16-1 0,2 2 0,9 0 0,-1 0 0,2 0 0,-4 0 0,-2 1 0,-4-1 0,2 0 0,-5 0 1578,-4-1-1578,-12 0 1524,-5 1-1524,-9 6 0,-1-2 0,-7 5 0</inkml:trace>
  <inkml:trace contextRef="#ctx0" brushRef="#br0" timeOffset="105346">1765 7594 5734,'-13'1'0,"-14"1"0,10-2 0,-27 0 0,30-1 0,-12-2 0,22 2 0,5 0 0,3 1 0,7 0 0,32-1 0,-10 0-878,-2 0 0,1 0 878,15-1 0,-22 0 0,3 1 0,14-1 0,7 1 0,-2-1 0,-11 0 0,-1 1 0,1 0-703,1-1 1,2 1-1,-1-1 1,-2 1 702,8-1 0,-1-1 0,1-1 0,3-2 0,-5 1-584,-5 0 0,-1 0 584,5-1 0,4 0 0,-8-1 0,7-3 0,-6 1 0,-11 1 0,-2 0 0,4 0 0,9-4 0,-26 8 0,1-1 1953,-7 2-1953,1-1 2503,-9 5-2503,-11 2 1278,2 1-1278,-10 2 0,6-1 0,-2 0 0,-6 2 0,5-1 0,-11 2 0,13-6 0,-4 0 0,7-4 0,0-2 0</inkml:trace>
  <inkml:trace contextRef="#ctx0" brushRef="#br0" timeOffset="105726">2462 7087 5734,'-19'-4'0,"3"1"0,5 1 0,4 0 0,-1 1 0,4 0 0,2 0 0,0 1 0,2 0 0,3 0 0,14 1 0,-1 1 0,10 2 0,5 5 0,-7 0 0,10 5 0,-2 9-281,-7-3 281,-7 1 0,0 2-1096,0 8 1096,-7-10 0,-1 2 0,0 13-979,-11-1 0,-3 8 1,0-3 978,1-9 0,-1 0 0,-3 9 0,0 5 0,-1-7-207,0-14 0,-1-2 207,-3 11 0,-2-1 0,4-7 0,-1 0 0,-3 6 0,0 0 0,2-1 0,0-2 0,-5 13 0,7-17 0,2 1 0,-1 14 0,6-13-25,15 13 1,1-28 0,13 2 0</inkml:trace>
  <inkml:trace contextRef="#ctx0" brushRef="#br0" timeOffset="114538">10776 6277 5734,'-10'-12'0,"-1"0"0,-2 1 0,-12-4 0,-2 1 0,-5-2 0,2 5 0,-8-2 0,-1 0 0,5 3-1639,4 2 1,0 0 1579,-9-2 1,-5 0 0,4 1 58,-1 3 0,3 1 0,9 0 0,-4 2-251,1 0 0,-9 1 0,-5 0 0,-3-1 0,2 1 0,3 1 0,8-1 251,0 0 0,5 0 0,-5 1-88,-3-1 1,-6 1-1,-4-1 1,1 1-1,4-1 1,9 1 87,-5 0 0,7-1 0,-13 1 0,13 0 0,-4-1 0,4 2 0,-11-1 0,7 1 0,-7-1 0,6 1 0,13-1 0,2 1 0,-21-1 0,2 0 0,5-1 0,12 1 0,0 0 625,-14-2-625,1 1 0,0-1 0,0-1 671,2 0 0,1-1-671,4 1 0,5 1 0,1-1 297,-5 0-297,-7-1 0,12 1 0,0 1 0,-18-3 0,15 1 0,-13-1 0,21 2 0,-4 0 0,0 0 0,-3-1 0,-1 2 0,0-1 0,6 2 0,-6 2 0,-1-1 0,1 1 0,4 0 0,-1 1 0,-17 3 0,14-1 0,-14 2 0,19-2 0,0-1 986,1 1-986,0-1 0,1 1 14,0-1-14,-9 2 0,6 0 982,-7 1-982,8 0 0,-13 4 0,8-1 0,3-1 0,-1 1 0,-6 1-329,-9 5 329,10-4 0,-14 5 0,10-4-871,-6 4 0,-9 4 1,6-3 870,16-6 0,0 1 0,-11 4 0,-5 2 0,5-2-490,13-4 0,3-1 490,-15 7 62,13-6 0,0 1-62,-1-1 0,1 0 0,-14 6 0,6-2 0,-6 3 0,5-3 0,11-4 0,0-1-129,-22 11 1,3-2 128,13-5 894,4-1 0,-1 0-894,-6 4 0,-3 2 0,1 1 0,7-3 0,6-3 0,0-1 0,-6 10 0,7-6 0,-4 7 950,8-7-950,1 0 0,1 1 0,-1 0 0,1 1 0,-2 1 0,1 0 0,-8 12 0,5-7-461,-6 8 461,9-9 0,-7 10 0,7-8 0,-5 9 0,8-11 0,-3 10 0,4-8 0,-1 8 0,6-10 921,0-1-921,2 1 0,0-2 0,2 13 0,1-10 0,1 9 0,1-12 0,1 0 0,1 0 582,5 8-582,-2-5 0,4 6 415,-1-8-415,4 5 0,2 0 0,2 5-208,-1-4 0,0-1 208,0-3 0,2-2 0,2 0 0,6 7 0,-5-6 0,0-1 0,6 2 0,2 0 0,2 0 0,3 0 0,1 1-998,2 0 998,1 1 0,2 0 0,-11-8 0,0 0 0,-6-5 0,1 0-633,7 4 1,0 0 632,-8-7 0,-1 0 0,1 0 0,1 0-243,0-2 1,0 1 242,1-1 0,1 0 0,0-1 0,0 0-168,1-1 1,1 0 167,0-1 0,0 0 0,1 0 0,0 0 0,1-1 0,-1-1 0,2 0 0,0 0 0,-1-1 0,2 0 0,14 1 0,0-2 0,-10-1 0,1 0-334,10 0 1,1-1 333,-14-1 0,0-1 0,1 0 0,0-1-111,0 0 1,1-1 110,0-1 0,2-1 0,-2 1 0,2-2 0,-2 0 0,7 0 0,1-2 0,-9 2 0,5-1 0,-1 0 0,-3 1 0,9-3 0,0 1 0,-7 0 0,2 0 0,-2 1 0,4-1 0,-2 0 0,-1 0 0,3-1 0,-3 1 0,2 0 0,-1 0 0,6-2 0,1 1 0,-8 1 0,2 0 0,-2 0 0,4-1 0,-3 1 0,0 0 0,0-1 0,0 1 0,0-1 0,-3 0 0,2 0 0,-2 0 0,5-1 0,0-1 0,-6 2 0,2 0 0,-3 0 0,1 0 0,2-1 0,-4 0 0,6-2 0,3-1 0,-1 0 0,-6 2 0,-1 1 0,-4 1 0,4-1 0,0-1 0,4-1 0,2 0 0,-1-1 0,-4 2 0,5-3 0,-3 1 0,-3 1 0,0 0 0,1-1 0,-1 0 0,5-2 0,0 0 0,-6 2 0,-3 1 0,-2 0 0,1 0 0,1-1 0,-1 1 0,3-3 0,-3 2 0,-6 2 0,-1 0 0,6-3 0,1-1 0,-2 0 0,-1-1 0,-7 3 0,1 0 0,5-4 0,0-1 604,8-9-604,0-2 0,-1-1 0,-2-1 0,-1 0 0,-1 0 0,-3 0 0,-8 11 0,0 0 0,8-11 0,-10 12 0,0 0 0,4-7 0,2-10 0,0-2 0,-1-2-236,-1 2 0,-3 0 236,-7 9 0,0-13 811,-3 12-811,1-7 771,-4 13-771,0 2 955,-1 1-955,0 1 0,0 1 0,-1 0 1473,0 0-1473,-9-24 0,1 18 0,-3 1 0,-2 0 447,-5 6-447,-8-4 0,3 7 0,-2 2 0,-2 0 0,-1 1 0,0 1 0,-1 1 0,1 1 0,2 1 0,-9-1 0,12 4 0,-4 3 0,14 1 0,2 3 0</inkml:trace>
  <inkml:trace contextRef="#ctx0" brushRef="#br0" timeOffset="116335">25080 5850 5734,'-19'-7'0,"-7"0"0,-1-1 0,-4-1-1151,2 0 1,-1 1 1150,1 1 0,-3-1 287,-1 1-287,6 1 0,-1 1 0,-17-3-802,3 1 0,-1 1 802,17 1 0,0 1 0,-10 0 0,0-1-574,10 1 0,1 1 574,-1-1 0,0 0 0,-1 0 0,1 0 0,-1 0 0,0 0 0,0 0 0,0 0 0,0 1 0,-1 0 0,-12-2 0,0 1 0,10 2 0,-1-1-257,-9 0 0,0-1 257,12 3 0,1-1 0,-1 0 0,1 1-227,0-1 0,-1 1 227,2 0 0,-2 0 0,-10 1 0,-1 0 0,10 0 0,-1 0 0,-1 1 0,-2 1 0,-1 0 0,0 0 0,-1 1 0,2 0 0,-9 0 0,0 1 0,-6 1 0,4 0 0,-2 2 0,0-1 125,3 0-125,1 0 432,2 1-432,2 0 0,13-3 0,-1 1 0,-11 2 0,-9 2 0,16-3 0,-1 1 0,0-1 0,-4 2 0,5-1 0,2-1 998,6 0-998,-8 4 0,8-1 1578,-5 2-1578,-3 8 0,12-7 1295,-9 8-1295,12-3 0,3-4 0,-2 4 0,3-1 0,3-3 1306,-3 3-1306,1 2 0,1-4 0,-3 6 0,4-4 0,-1 0 0,-2 2-326,0 0 326,-2 2 0,0 1 0,-1-1 0,-6 11 0,5-8 0,-6 8 0,8-10 0,-7 8 0,-1 2 0,-1 0-668,1-1 0,1-1 668,4-5 0,-7 10-980,4-7 980,-5 10-443,8-12 443,-1 0 0,2 0-453,-1-1 453,2 0 0,1-2 0,1 0 1044,2-1-1044,0 1 0,2 1 0,-1 3 473,-6 18-473,11-25 795,1-2-795,0 8 0,1 0 0,-1-2 609,0 25-609,4-29 0,1-3 0,1 3 0,3 0 0,-2-5 0,3 4 0,4 0 0,-3-4 0,5 4 0,3 0 0,-2-4 617,8 3-617,3 0 0,-2-3 0,8 3 0,8 1 0,-7-4 0,-10-5 0,2 0 0,8-1 0,4 1 0,-2-2-1308,-4 0 1,1 0 1307,5 0 0,5 1 0,-5-1 0,-7-3 0,-1 0-731,1-1 1,0 1 730,0-1 0,2 0-501,12 2 1,2 0 500,-10-2 0,0 0 0,10 2 0,0-1-329,-12-1 1,-2 0 328,2-1 0,-1 0 0,1 0 0,0 0 0,1 0 0,0-1 0,1 1 0,0-1 0,0 0 0,1 0 0,0-1 0,0 0 0,-1 0 0,1 0 0,0-1 0,-1 0 0,-1 0 0,2-1 0,5-1 0,3-1 0,-2 0 0,-2 0 0,0 0 0,0 0 0,3-1 0,-4 0 0,-9 0 0,2 0 0,4-4 0,7-1 0,1-2 0,-6 2 0,4-1 0,-1-1 0,-3 2 0,5-3 0,-1 1 0,-7 1 0,-7 0 0,-3 0 0,12-5 0,0-1 0,-10 4 0,0 0 0,7-3 0,2-2 0,-3 0 0,-1 0 0,-7 5 0,-1-1 0,8-4 0,-1 0 0,-10 4 0,-1 1 0,0 0 0,0-1 315,19-15-315,-2 0 0,-5 0 0,-1-2 0,-11 12 0,0-2 0,4-9 0,3-5 0,-5 3 0,-8 10 0,-3-1 0,2-11 0,0-5 0,-4 5 0,-6 9 0,-2 1 0,2-12 0,-6-3 0,-7 9 0,-6-2 0,2 4 0,2 3 0,-1 0 70,-3-4 1,-2-2 0,0 5-71,-8-7 0,-2 2 645,1 2-645,9 10 0,0 1 0,-7-8 634,-6-4-634,14 14 0,1 1 924,1 3-924,4 0 1790,-1 4-1790,1 1 335,1 4-335,-3 2 0,1 0 0,-2 0 0</inkml:trace>
  <inkml:trace contextRef="#ctx0" brushRef="#br0" timeOffset="134785">6299 7754 5734,'-8'0'0,"1"0"0,0 0 0,-1 0 0,1 0 0,-1 0 0,-3 0 0,3 1 0,-10 0 0,3 1 0,-4-1 0,6 0 0,1-1 0,7 0 0,-10 0 0,8 0 0,-6 0 0,4 0 0,1 1 0,-5-1 0,6 1 0,-9-2 0,8 1 0,-7 0 0,7 0 0,-2 0 0,2-1 0,0 1 0,-15 0 0,10 1 0,-11 0 0,15 0 0,-8 1 0,7-2 0,-7 1 0,5-1 0,-2-1 0,1 1 0,0 0 0,5 0 0,0 0 0,-6-1 0,5 0 0,-8 0 0,8 1 0,-1 0 0,2 0 0,1-1 0,0 0 0,0-1 0,-1 2 0,3-1 0,-3 1 0,4 0 0,-2 0 0,3 0 0,0-1 0,-1 1 0,-1-1 0,0 0 0,0 0 0,1 0 0,-3 1 0,2 0 0,-6 0 0,4 0 0,-5 0 0,3 0 0,-5-1 0,3 1 0,-1 0 0,6 0 0,1 0 0,-10 0 0,6 0 0,-7 0 0,-5 0 0,11 1 0,-10 1 0,13-1 0,1 0 0,-4 1 0,3 0 0,-3 0 0,4-1 0,1 1 0,-1-1 0,0 0 0,-2 1 0,1-1 0,-1 1 0,3 0 0,-1 0 0,0 0 0,-3 2 0,2-1 0,-4 2 0,3-3 0,-13 6 0,12-6 0,-9 4 0,16-4 0,-2-1 0,2 0 0,0 0 0,-1 1 0,1-1 0,-2 0 0,1 1 0,-1 0 0,-1 3 0,-7 7 0,3-4 0,-5 6 0,9-7 0,-1-1 0,1 1 0,0-1 0,1 0 0,0 0 0,0 0 0,0 0 0,1 0 0,0 1 0,0 0 0,1 1 0,-1 0 0,1 1 0,0 1 0,1 0 0,0 0 0,0 0 0,0 0 0,1 3 0,0-3 0,0 3 0,1-5 0,2 6 0,0-4 0,2 4 0,2 0 0,-3-4 0,14 16 0,-9-14 0,8 10 0,-8-13 0,1-1 0,0 0 0,0 0 0,9 4 0,-7-4 0,8 3 0,-10-5 0,2-1 0,0 0 0,1 0 0,1 0 0,0 0 0,24 4 0,-15-4-522,17 2 522,-21-6 0,0 1 0,8-2 0,-7 1 0,7-1 0,-2 0 0,-6 0-175,6-1 175,-7 1 0,0-1 0,0 0 0,1 0 0,0 0 0,1-1 0,1 0 0,1 0 0,1-1 0,0 1 0,1-1 0,14-2 0,-8 1-775,9-1 775,-12 2 0,-1 0 72,-1 1-72,-1-1 0,0 1 0,-2 0 0,0 1 0,-1 0 0,1 0-36,20-3 36,-1-1 0,-4 1 0,1-1 0,6-2-547,-16 3 1,-2 0 546,1-1 0,0-1 206,-1 0-206,0-1 0,-1 1 0,-1-1 0,1-1 0,-1 1 0,-1-1 0,0 1 0,6-5 0,1-2 0,1 1 0,0-1 0,-3 1 0,-7 1 0,8-4 0,-7 5 0,6-4 0,3-3 0,-13 8 0,14-13 0,-22 14 356,3-5-356,-9 6 186,-3 1-186,0-1 1200,-2-1-1200,-1-1 581,-2-1-581,-1 0 0,-1-1 0,-2-1 0,-1-1 0,-1 1 0,-1-1 0,-1 0 0,-2 0 0,0 0 0,-1 0 0,-3 1-486,-2 1 486,-4 1 0,-17-3 0,4 3 0,12 4 0,0 0 0,-13-4 0</inkml:trace>
  <inkml:trace contextRef="#ctx0" brushRef="#br0" timeOffset="136632">6294 5906 5734,'-15'1'0,"0"0"0,0 0 0,-5-1 0,-12-1 0,9 0 0,-6 0 0,18 1 0,0 1 0,-1 0 0,0 1 0,1 0 0,0 1 0,-1 0 0,0 0 0,-1 1 0,1 1 0,-20 7 0,14-5 0,-14 6 0,5 0 0,9-4 0,-8 4 0,8-4 0,5-2 0,-4 2 0,2 1 0,4-1 0,-3 2 0,0 2 0,3-3 0,-3 3 0,0 0 0,4-3 0,-3 2 0,5-4 0,1 0 0,0-2 0,1 1 0,-1-1 0,2 1 0,-1-1 0,2 0 0,-1 0 0,1 0 0,1 0 0,0 0 0,-5 11 0,4-9 0,-2 8 0,6-9 0,1-1 0,0 1 0,-1 2 0,0-3 0,2 2 0,-2-2 0,1-1 0,0 0 0,-1 0 0,3 5 0,-2-4 0,3 2 0,-2-3 0,0-2 0,1 1 0,-1 0 0,1 0 0,3 1 0,-1-1 0,2 2 0,3 2 0,-5-2 0,8 5 0,-8-6 0,12 6 0,-10-7 0,7 0 0,-4 0 0,-1-2 0,1 3 0,-2-2 0,0 1 0,4 1 0,-2-1 0,4 0 0,-4-2 0,4 2 0,10 4 0,-7-2 0,7 2 0,-14-6 0,0 2 0,16 2 0,-12-3 0,18 3 0,-14-5 0,-2 0 0,-2-1 0,-5-1 0,-2 0 0,1 0 0,1 1 0,-1 0 0,2-1 0,1-1 0,-3 0 0,3 0 0,-1 0 0,-2-1 0,6 0 0,-7 1 0,8-3 0,-8 2 0,4-1 0,-1-1 0,-3 2 0,2-1 0,1-1 0,-3 2 0,2-3 0,-2 2 0,1 0 0,-1-1 0,4-4 0,-3 3 0,6-6 0,-6 5 0,2-1 0,-3 2 0,2-1 0,-3 1 0,3-1 0,-5 2 0,3-2 0,-3 1 0,1-1 0,-2 2 0,0 1 0,1-5 0,-2 3 0,2-2 0,-3 2 0,1 2 0,0-2 0,0-2 0,-1 2 0,0-2 0,0 2 0,0-3 0,0 2 0,0-2 0,-1 3 0,0 0 0,0-2 0,0 3 0,-1-3 0,0 0 0,0 2 0,-1-3 0,1 3 0,0-3 0,0 3 0,0-3 0,-1 0 0,0 1 0,-1-2 0,0 3 0,1-1 0,-2 1 0,0-1 0,-6-9 0,0 1 0,-4-3 0,3 5 0,1 6 0,0-1 0,-1 1 0,0 0 0,0 0 0,0 0 0,0 1 0,0 1 0,0-1 0,-6 0 0,4 2 0,-6 1 0,2 4 0,-12 1 0,4 1 0,-10-1 0</inkml:trace>
  <inkml:trace contextRef="#ctx0" brushRef="#br0" timeOffset="158908">8284 7529 5734,'2'4'0,"-1"0"0,0-4 0,1 5 0,-1-2 0,2 7 0,-1-6 0,10 14 0,-6-11 0,11 12 0,-11-13 0,5 3 0,-5-3 0,2 2 0,6 6 0,-4-4 0,20 16 0,-16-15-230,12 10 230,-13-12 0,8 6 0,-3-5 0,5 1 0,1 0 0,3-2 0,1 0 0,0-1 0,1-2 0,-4-1 0,1 0 0,4 1 0,-5-2 0,1 1 0,3 0 0,-4 0 0,-1 0 0,6 0 0,-4-1 0,1 0 0,5 0 0,-2-2 0,1-1 0,7-2 0,-4-3 0,7-2 0,-4-1 0,-8 2 0,0-1-736,5-1 0,4-1 0,-5 0 736,-7 1 0,-2 0 0,12-4 0,1-1 0,-9 3 0,0 0 0,2-1 0,3-1 0,-3 0 0,-3 1 0,-1 1 0,8-4 0,-2 1 0,10-5 0,-13 4 0,3-1 0,-3 1 0,13-5-231,-3-1 0,-3 3 231,-20 9 0,-3 0 169,0 0-169,-2 2 2124,2-3-2124,-4 4 0,-1-1 0,-3 2 607,1 1-607,-2 0 0,0 0 0,-3 1 0,-12 2 0,-1 2 0,-12 4 0,0 0 0,-2 1 0</inkml:trace>
  <inkml:trace contextRef="#ctx0" brushRef="#br0" timeOffset="161879">9202 8019 5734,'-3'-3'0,"0"0"0,2 4 0,-1-1 0,6 3 0,-2-1 0,4 2 0,-2 0 0,1 1 0,3 3 0,-3-2 0,3 2 0,-4-2 0,1 0 0,-2 0 0,1 1 0,-1-1 0,3 9 0,-2-7 0,0 6 0,-2-9 0,-1 3 0,0-2 0,0 3 0,-1-3 0,2 0 0,-1 0 0,0 1 0,0-1 0,-1 0 0,0 0 0,-2 9 0,2-7 0,-3 7 0,2-9 0,0 0 0,0 1 0,-1-1 0,1 1 0,0-1 0,-1 4 0,1-3 0,-1 2 0,-1 3 0,1-5 0,-2 8 0,1-8 0,0 2 0,-1 0 0,2-2 0,-2 3 0,1-2 0,0 0 0,0 0 0,-1 1 0,0-1 0,1 1 0,-1 0 0,0-1 0,1 2 0,-2-1 0,1 1 0,-3 4 0,1-2 0,-11 20 0,9-17 0,-8 14 0,6-13 0,2-3 0,-6 9 0,6-8 0,-4 5 0,4-7 0,-6 6 0,-7 11 0,6-9 0,-5 5 0,12-15 0,1 0 0,0-1 0,-2 3 0,1-2 0,1 0 0,-1 0 0,4-5 0,-5 5 0,4-4 0,-4 6 0,6-8 0,-3 4 0,5-5 0,0-1 0,1 0 0,0-1 0,-1 0 0,-1 2 0,0-1 0,-1 2 0,1-3 0,0 2 0,1-1 0,0 0 0,0-1 0,0 3 0,0-3 0,0 2 0,1-1 0,-1-1 0,0 0 0,1 2 0,-1-2 0,1 1 0,-1-1 0,0 0 0,-3 1 0,1 1 0,-1 2 0,-1 0 0,3 0 0,-2-1 0,4-1 0,-1-2 0,0 0 0,-1 0 0,0 1 0,0 1 0,0-1 0,0 1 0,2-1 0,-1-1 0,0 1 0,1-6 0,-2 4 0,3-5 0,0 4 0,0 0 0,0-1 0,-1-1 0,0-1 0,0-9 0,1 3 0,0-7 0,1 1 0,-1 2 0,2-17 0,-1 14 0,0-8 0,2-2 0,-2 14 0,1-9 0,-3 17 0,0 1 0,0 1 0,0 0 0,0 1 0,0 1 0,0 0 0,0-1 0,-1 6 0,0-3 0,0 5 0,-1-2 0,1 1 0,0 1 0,-2 13 0,2-8 0,-2 9 0,1-8 0,1-1 0,-1 3 0,0-4 0,0 8 0,1-5 0,-1 5 0,1-6 0,0 1 0,-1-1 0,0 11 0,0-10 0,0 7 0,2-14 0,0 1 0,0-2 0,0 1 0,0-2 0,0 1 0,0-1 0,0 1 0,0-2 0,0-1 0,0-1 0,3-2 0,1 1 0,5-3 0,8 0 0,-1-1 0,7-1 0,-3-1-342,1 1 342,1-2 0,12-2 0,-7 2-680,9-1 680,-11 1 0,-1 2-367,0-1 367,-2 1 0,-1 1 0,4-2 0,-8 1 0,1 1 306,-8 0-306,-2 2 676,-2 1-676,1-1 407,-4 2-407,1-1 0,-3 1 0,-19 14 0,9-10 0,-14 12 0</inkml:trace>
  <inkml:trace contextRef="#ctx0" brushRef="#br0" timeOffset="166485">12612 8557 5734,'-8'6'0,"3"-2"0,0 1 0,4-4 0,1 0 0,3-1 0,13-2 0,-3 0 0,10-2 0,9 0 0,-12 2 0,28 1 0,-27 2 0,24 4 0,-26-3 0,8 4 0,-13-1 0,-5 1 0,-1 19 0,-10-9 0,-12 29 0,1-20 0,-5 5 0,-1 2 0,0 2 0,5-5 0,-2 5 0,2-4 0,0 8 0,2-7 0,2 3 0,8-3 0,2-2 0,1 0 0,0-2 0,2-1 0,7-6 0,-1-7 0,8 5 0,-5-10 0,4 0 0,-4-5 0,-2-2 0,3-1 0,-5-1 0,1-3 0,-5-3 0,-2-2 0,0-3 0</inkml:trace>
  <inkml:trace contextRef="#ctx0" brushRef="#br0" timeOffset="166682">12589 8874 5734,'17'-9'0,"3"1"0,13-2 0,-2 2-773,13-3 773,-18 6 0,1 0-1329,13-3 1329,-13 3 0,0 0 0,8-2 0,-1 2 0,-1-2 0</inkml:trace>
  <inkml:trace contextRef="#ctx0" brushRef="#br0" timeOffset="167215">13131 8558 5734,'6'2'0,"1"-1"0,13 1 0,-5-2 0,26 2 0,-21-2 0,14 0 0,-9-1 0,-7 0 0,12 1 0,-18-1 0,3-1 0,-10 0 0</inkml:trace>
  <inkml:trace contextRef="#ctx0" brushRef="#br0" timeOffset="167654">13422 8345 5734,'6'17'0,"-2"-4"0,1 7 0,-2 1 0,0-5 0,-1 6 0,-1-2 0,0-6 0,0 3 0,-1-4 0,1-5 0,1 2 0,-1-7 0,2-1 0,3-18 0,-2 6 0,4-13 0,-3 9 0,4-7 0,-1 4 0,12-18 0,-9 17 0,8-9 0,2 5 0,-10 12 0,8-5 0,-12 16 0,3 8 0,-1 0 0,1 5 0,-3 1 0,-2 1 0,1 1 0,1 11 0,-1-6 0,1 7 0,-1 0 0,-2-9 0,3 6 0,-2-5 0,0-6 0,-1 1 0,-1-9 0,-1-3 0</inkml:trace>
  <inkml:trace contextRef="#ctx0" brushRef="#br0" timeOffset="169067">13029 8430 5734,'-4'1'0,"1"1"0,2-2 0,0 2 0,1 0 0,-2 0 0,0 4 0,-1 1 0,-1 5 0,1-1 0,-2 8 0,2-3 0,-3 12 0,3-11 0,-1 5 0,-4 22 0,4-25 0,-3 19 0,7-33 0,0-2 0,0 1 0,0-2 0,0-1 0,0-7 0,0-5 0,0-5 0,1-1 0,2-4 0,0 5 0,1-5 0,2 1 0,0 5 0,1-3 0,0 1 0,-3 6 0,2-3 0,-1 4 0,0 4 0,0-1 0,-1 3 0,-1 2 0,6 5 0,-4 2 0,4 4 0,0 9 0,-3-2 0,1 7 0,-3-6 0,-1 1 0,0 0 0,-1 7 0,0 0 0,0 0-435,2 22 435,-3-34 0,0-2 0,0-1 0,0-1 0,-1-1 0,1-3 0,1-2 0,0-1 0</inkml:trace>
  <inkml:trace contextRef="#ctx0" brushRef="#br0" timeOffset="170054">13489 8519 5734,'12'-15'0,"0"0"0,2-5 0,-3 4 0,11-18 0,-8 8 0,-1 0 0,7-13-717,-8 12 1,-2 1 716,-5 3 244,-3-11-244,-3 10 0,-2-7 0,-6 7 0,0 7 0,-3-3 0,-18-5 0,16 16 0,-16-7 0,15 26 0,5-1 0,-5 9 0,8-2 0,0 2 0,0 3 0,1 4 0,1 1 0,-1 8 0,2 8 0,1 2 858,3-4-858,0-2 0,2 0-988,2-3 988,1 9 0,-1-20 0,0-1 0,2 5-125,0 2 1,1-3 124,-4-11 0,4 10 0,-6-24 0,1-1 197,-1-4-197,0-1 1084,1-4-1084,1-9 287,1 1-287,6-26 0,6-1 0,-1-1 0,3 4 0,8 4 0,-9 14 0,10-10 0,-8 15 0,-5 4 0,2-1 0,-3 5 0,-4 4 0,1 3 0,-1 6 0,-5 1 0,6 12 0,-7-5 0,0 8 0,-7 0 0,-2-4 0,-4 5 0,-9 2 0,3-5-541,-7 5 541,5-7 0,0-2 0,-8 7 0,8-4 0,0-1 0,12-6 0,9-4 0,10 4 0,0-3 0,10 3 541,-3-4-541,14 0 0,-7-1 0,10 0 0,0-2 0,-9-1 0,1-1 0,-1 0 0,-5-1 0,12 0 0,-26-1 0,-4 1 0,-1-1 0,-12 1 0,-4 2 0</inkml:trace>
  <inkml:trace contextRef="#ctx0" brushRef="#br0" timeOffset="183235">14196 8816 5734,'7'3'0,"-1"1"0,1-1 0,12 7 0,-4-3 0,16 2 0,2-1 0,-5-3 0,18-1 0,-1-1 0,-14-4 0,-4-1 0,-3 0 0,-12 0 0,-16-1 0,-3 2 0,-11 0 0</inkml:trace>
  <inkml:trace contextRef="#ctx0" brushRef="#br0" timeOffset="183424">14231 9012 5734,'9'1'0,"1"1"0,9 0 0,-2 1 0,15 2 0,-10-2 0,17 3 0,-14-3 0,8 1 0,13-1 0,-24-1 0,16-1 0,-29-3 0,0-2 0</inkml:trace>
  <inkml:trace contextRef="#ctx0" brushRef="#br0" timeOffset="184419">15069 8504 5734,'-3'3'0,"-1"0"0,3-1 0,-1-1 0,0 1 0,1-1 0,-1-1 0,1 1 0,0 0 0,4 0 0,-2-1 0,2 0 0,5-3 0,0 0 0,21-5 0,-13 4 0,11-2 0,11 2 0,-18 2-206,16 0 206,-23 2 0,-2 2 0,4 14 0,-10-6 0,0 13 0,-17 1 0,0-3 0,-3 3 0,-1 2 0,-7 11-586,8-14 1,2-1 585,-5 9 0,10-12-228,3 12 228,3-12 0,3 8-22,6-12 22,0-5 0,15 5 0,-9-10 0,20-2 0,-20-5 0,7-4 0,-11-3 0,-3 2 284,-1-4 1,-3 1-1,0 1 1</inkml:trace>
  <inkml:trace contextRef="#ctx0" brushRef="#br0" timeOffset="184629">15099 8681 5734,'15'1'0,"0"0"0,5 2 0,-2 0 0,22 2 0,-12-4 0,5 2 0,-15-3 0,-10 1 0,-4 0 0,-1 0 0,0-1 0</inkml:trace>
  <inkml:trace contextRef="#ctx0" brushRef="#br0" timeOffset="185573">15466 8354 5734,'3'19'0,"-1"-5"0,2 9 0,-1-2 0,0-4 0,3 16 0,-4-17 0,2 7 0,-1-6 0,-2-10 0,2 5 0,-3-13 0,0 0 0,0-3 0,-1-2 0,1-6 0,0 0 0,-1-4 0,1 4 0,1-22 0,0 15-232,1-15 232,0 19 0,3-6 0,-2 5 0,3-3 0,1 0 0,-3 9 0,4-6 0,-5 11 0,2 1 0,-1 4 232,0 0-232,2 3 0,-1 0 0,0 2 0,0 1 0,0 1 0,0 2 0,0 1 0,0 1 0,0 1 0,1 2 0,-1 0 0,0 0 0,-1 2 0,-2 0 0,1 1 0,-1 6 0,-1 5 0,0-5 0,1-1 0,-2-14 0,0 3 0,-1-6 0,0 1 0,-2-9 0,2-2 0,0-3 0</inkml:trace>
  <inkml:trace contextRef="#ctx0" brushRef="#br0" timeOffset="186289">15907 8806 5734,'-1'-8'0,"-4"-8"0,4 7 0,-5-6 0,5 10 0,1 0 0,0 1 0,1 1 0,2 0 0,-3 2 0,1 0 0</inkml:trace>
  <inkml:trace contextRef="#ctx0" brushRef="#br0" timeOffset="186726">16023 8567 5734,'7'0'0,"1"-1"0,1 1 0,10-2 0,-4 1 0,8 0 0,2 0 0,-5 1 0,7-1 0,16 4 0,-23 0 0,17 2 0,-31 0 0,-2 2 0,-3 2 0,-3 2 0,-2 2 0,-5 1 0,-7 10 0,2-4 0,-3 4 0,0 1 0,2-2-580,-11 17 580,19-26 0,0 0 0,2 7 0,2-9 0,2 6 0,3-11 0,2-1 0,1-1 580,2-2-580,1 0 0,1-1 0,-1-1 0,-1-1 0,0-2 0,0-2 0,2-2 0,1-2 0</inkml:trace>
  <inkml:trace contextRef="#ctx0" brushRef="#br0" timeOffset="186927">16139 8661 5734,'8'1'0,"2"0"0,0 1 0,5-2 0,0 1 0,2-1 0,15 1 0,-12-2 0,10-2 0</inkml:trace>
  <inkml:trace contextRef="#ctx0" brushRef="#br0" timeOffset="187315">16503 8541 5734,'11'-1'0,"-2"0"0,32-1 0,-24 2 0,8-1 0,0-1 0,-11 1 0,19-4 0,-19 2 0,6-2 0,-10 2 0,-1-2 0</inkml:trace>
  <inkml:trace contextRef="#ctx0" brushRef="#br0" timeOffset="188245">16838 8229 5734,'-3'-6'0,"0"-2"0,0 4 0,-1-1 0,2 4 0,0 0 0,-1 4 0,1 0 0,-1 5 0,0-1 0,1 2 0,-1 15 0,1-7 0,0 10 0,1-1 0,1-5 0,0 8 0,1 1 0,0-7 0,5 23 0,-3-24 0,3 12 0,-2-14 0,-1-5 0,1 2 0,-3-7 0,0-3 0,0-1 0,0-2 0,1-2 0,-1-2 0,1-3 0,-2-1 0,1-2 0,-1-4 0,1 2 0,0-10 0,1 7 0,1-5 0,8-12 0,-4 12 0,7-12 0,-7 18 0,0 2 0,0 0 0,-1 1 0,0 1 0,1 0 0,-1 2 0,0 1 0,1 2 0,-1 2 0,0 0 0,-1 0 0,-1 1 0,1 1 0,-1 4 0,-1-2 0,-1 5 0,-2-4 0,-1 2 0,-1 0 0,-8 5 0,3-4 0,-6 4 0,2-5 0,3-2 0,-3 1 0,3-3 0,4-1 0,-3 2 0,5-3 0,-1 1 0,2-2 0,0 1 0,2-1 0,3 1 0,0 0 0,3 2 0,1 0 0,3 0 0,1 1 0,1-1 0,1 0 0,0 0 0,24 2 0,-18-3 0,17 1 0,-13-8 0,-12 3 0,5-4 0,-18 3 0,-3 0 0,-2-1 0</inkml:trace>
  <inkml:trace contextRef="#ctx0" brushRef="#br0" timeOffset="199993">8465 8626 5734,'-17'-5'0,"7"3"0,-15-5 0,11 4 0,-11 0 0,-2-1 0,-4 1 0,-1 0 0,-7-1 0,5 1 0,-11-1-820,11 1 1,-9 0 0,0-1 0,7 1-373,7 1 0,0 0 1192,-14-1 0,-6-1 0,7 1 20,16 2 0,2-1-20,-7 0 0,-2 0 0,-9 0 0,1 0 0,15 0 0,-1 1 0,-12-1 0,-3 1 0,3-1 0,2 1 0,13 0 0,0 0 0,-14-1 0,2 0 398,-1 0-398,0 0 0,1-1 0,0 2 0,11-1 0,0 0 0,-13 0 0,-10-1 0,17 1 0,1 1 0,-2-1 0,0-1 0,-3 0 0,3 1 0,3-1 0,3-1-418,-10 0 418,8-1 0,0 1 0,0 0 0,-1-1 0,-16-2 2277,23 3-2277,-22-1 0,15 1 1479,-16 0-1479,15 1 0,1 2 0,-5-1-157,-2 0 1,1 0 156,6 1 0,-7 0 0,-2 1 0,2 1 0,5-1 0,-2 2 0,-1 2 0,2 1 0,-4 0 0,3 0 0,2 1 262,6-2-262,1 1 0,-8 0 0,8-1 0,-2 1 0,-1 0 0,0-1 0,-5 2 0,0-1 0,5 0 0,-15 2 0,22-3 0,1-1-13,2 1 13,1 0 0,1-1 0,3 0 1385,1-1-1385,0 0 547,4 0-547,-2-1 17,6 1-17,0-1 0,-1 0 0,3 0 0,-2 0 0,4 0 0,-1 1 0,-1 1 0,1 0 0,-2 1 0,-1 2 0,-2 8 0,1-1 0,-1 5 0,1-3 0,-1 2 0,0 1 0,0 2 0,0 1 0,1 1-423,-1 2 423,2 0 0,-1 0 0,1 1 0,1 0 0,0 0 0,-1 19 0,2-15-645,-2 13 645,2-19 0,0-1-271,1 1 271,0-1 0,0 0 0,0 8 0,1-6 0,0 6 0,0-11 0,1 0 0,0-1 0,1 8 0,-1-8 0,1 6 0,-1-7 0,3 18 0,-3-15 170,1 15-170,-2-20 0,2 16 0,-3-11 0,2 27 0,-2-28 0,0 19 0,0-20 0,0 6 0,0-7 0,-2 11 0,2-6 0,-3 8 0,2-9 0,0 0 0,0 0 0,0 0 0,-1-1 0,1 0 0,0-2 0,0-1 638,-1-1-638,0 5 0,0-1 0,0-1 296,1-2-296,0-7 0,0 4 0,1-3 235,0 8-235,-1-8 0,1 2 0,0-4 0,0 0 0,0 0 0,0 1 0,0 1 0,1-1 0,-1 2 0,2-1 0,0 0 0,0 0 0,0 1 0,-1-1 0,1 0 0,0 0 0,0 1 0,0-1 0,0 0 0,2 11 0,-1 1 0,0 1 0,0-3 0,-1-3 0,-1-5 0,0 5 0,0 1 0,-1-4 0,0 5 0,0-6 0,0 0 0,0 0 0,-1 1 0,0 1 0,0-1 0,0 2 0,0-1 0,0 0 0,0 0 0,0 0 0,1 4 0,0-4 0,-1 3 0,0-7 0,0-1 0,1-1 0,0 0 0,0 1 0,-1 5 0,1-4 0,0 3 0,0 7 0,0-11 0,0 10 0,0-12 0,0-1 0,0 4 0,0-3 0,0 3 0,0 0 0,0-2 0,0 2 0,0 0 0,0-3 0,0 3 0,0-4 0,0 3 0,2 2 0,-1-4 0,0-1 0,-1-7 0,0 0 0,2 0 0,0 0 0,0-1 0,0 0 0,-1 0 0,11-2 0,-3 0 0,11-2 0,9-2 0,-8 2 0,5-1 0,1-1 0,-2 0 0,16-3 0,-10 2 0,-8 2 0,6-2 0,-3 3 0,-7 1 0,5 0 0,2 0 0,1 0 0,14-2 0,-21 4 0,1-2 0,-5 1 0,6 0 0,1-1 0,-6 1 0,6 0 0,13-1 0,-18 2 0,16-2 0,-25 3 0,3 0 0,-4 0 0,8 1 0,-8-1 0,3 1 0,-2-1 0,-2 0 0,3-1 0,2 0 0,-1 0 0,3 0 0,-4 1 0,1 0 0,1 0 0,0 0 0,1 1 0,0-1 0,1 2 0,7-1 0,-4 0 0,16 0 0,-12-1 0,19 2 0,-15-2 0,9 1 0,0 0 0,0 0 0,1 0-618,0 0 0,-1 0 618,-10 0 0,0 0-395,0 0 395,1 0 0,12-1 0,-7-1 0,10 0 0,2 0 0,-2-1 0,-4 1 0,0-1 0,10 0 0,-10 1-959,11-1 959,-13 0 0,1-1 0,0 1 0,0 1 0,1-1 0,0 0 0,0 1 0,0-1 0,-1 1 0,1 0 0,0-1-303,-10 1 1,2 0 302,14-1 0,-15 1 0,2-1 0,0 0 0,-1 0 0,17-1-145,-16 2 1,-1-1 144,12 0 0,-12 0 0,1 1 0,15-2 0,-17 2 0,2 0 0,-1 0 0,0 1 0,15 0-102,-15 0 1,-1 0 101,12 0 0,-1 0 822,1-1-822,-6 0 0,6 1 0,-3-1 0,-8 0 0,1 0-310,7-1 0,3 1 0,-5 0 310,6-2 0,0 1 237,0-1-237,0 1 0,0-1 0,0 1 0,-10 0 0,0 0 0,16 0 0,-6-1 0,6 0 0,-6 1 0,-12 0 0,-2 0-231,8 0 1,3-1 0,-6 1 230,0-1 0,-2 1-573,11-1 573,-12-1 0,-1 2 0,0-1 0,1 0 0,2-1 0,-1 0 0,-3 0 0,2-1 0,2 0 0,-5 2 0,15-3 0,-6 0 0,-7 2 0,8-2 0,0 1 0,-7 1 0,9 0 0,1 1 0,1 0 0,2 0 0,-2 1 0,-2-1 0,-10 3 0,-1-1 0,4-1 0,1 1 0,0-1 0,-3 0 0,1 0 1281,5-1-1281,-17 2 0,10-2 964,-21 3-964,-3 0 1553,1 1-1553,-3-1 974,-1-1-974,1 4 50,-2-3-50,-1 3 0,0-3 0,-1 0 0,6-3 0,-3 2 0,3-9 0,-3 3 0,0-6 0,1 0 0,1-3 0,6-25 0,-3 11-439,1-2 0,1-2 439,0-6 0,-2 14 0,0-4 0,1-1 0,-1-4 0,0 3 0,0 0 0,1-5 0,-1 2 0,1-11 0,1-6 0,-1-2 0,1 0 0,-1 5 0,-1 8-1027,0-1 1,-1 7 0,1-6 1026,-1-2 0,2-7 0,0-4 0,0 2 0,-1 5 0,-1 11 0,-1 4 0,-2 5 0,1 1 0,0-3-698,1-14 0,0 1 698,-1 16 0,0 1-60,0-12 1,0 2 59,0-1 0,-1 13 0,0-10 0,-1 20 447,1-3-447,-1 10 2556,0 2-2556,0 1 2220,0 1-2220,0 1 249,-2 1-249,1 1 0,-2 1 0,3-1 0,0 0 0,0 1 0,-2-2 0,0 1 0,-1-2 0,1 2 0,1-1 0,-3 0 0,0 0 0,-4 0 0,-1 0 0,-1 0 0,-2-1 0,-19-2 0,12 0 0,-14-2 0,17 1 0,-14-5 0,4-1 0,-6-2-343,10 2 343,7 3 0,0-1 0,-1 1 0,-8-4 0,5 2 0,-8-2 0,7 2 0,0 0 0,-13-6 0,10 4-683,-10-6 683,11 4 0,0-1 0,-1-1 0,1-1 0,-1 1 0,0-1 0,0 3 0,-1-2 270,0 2-270,-13-7 0,7 6-961,-9-5 961,10 7 0,1 1 0,-2 0 0,-7-4-578,7 5 0,1-1 578,-1 0 0,1 0 546,0 1-546,-11-2 0,9 4-544,-7-1 544,14 4 0,-1 0 831,2 0-831,-9-2 0,7 3 891,-5-1-891,9 2-86,-14-1 86,13 2 0,-13-1 404,18 2-404,-2 0 0,-17 1 0,10 1 0,-13 0 0,4 1 0,8-1-612,-10 1 612,13-1 0,-2-1 0,0 0 0,-1 0 0,-15 0 0,10 0-472,-11 0 472,14 0 0,-2 0 0,2 1 0,-13 0 0,11 1 0,-9 0 0,14 0-272,1 0 272,2 1 0,2 0 246,2-2-246,3 1 578,3 0-578,2 0 912,2 1-912,-1 5 426,2 1-426,1 3 6,3-2 0,3 0 0,3 1 1</inkml:trace>
  <inkml:trace contextRef="#ctx0" brushRef="#br0" timeOffset="208067">15073 9099 5734,'10'6'0,"18"14"0,-12-9 0,13 5 0,3 0 0,-3-7 0,5-2 0,8-1 0,-5-3 0,8-2-710,1 0 0,-1-3 710,-19-2 0,-4-1 450,15-3-450,-2-8 0,6-6 0,-5 2 0,3-3-418,-10 5 1,4-4-1,-10 4 418,-12 3 0,-1 1-115,2-9 115,-7 10 612,3-8-612,-6 13 0,0-1 0,0 5 1579,-1 0-1579,0 3 147,0-1-147,-2 0 0,-2 2 0,-10 0 0,-1 3 0,-9 0 0,3 0 0</inkml:trace>
  <inkml:trace contextRef="#ctx0" brushRef="#br0" timeOffset="219280">3289 7807 5734,'-4'1'0,"2"0"0,8 0 0,20-1 0,5-1 0,10 0-820,-7 1 1,10 1 0,2-1 0,-8 0 331,-1 0 1,0 0 487,1 1 0,9-1 0,2 1 0,-2 0 0,-8 0 82,2-1 0,-2 1-82,-2 0 0,6 0 0,0 0 0,-9 0 0,-6-1 0,-2 1 0,20 0 0,-1-1 0,3 1 0,-20-1 0,-1 0 0,-2 0 0,-14 0 0,4 1 0,-9-1 0,4 0 0,-9 0 761,0 0 1,1 2 0,0 1 0</inkml:trace>
  <inkml:trace contextRef="#ctx0" brushRef="#br0" timeOffset="234506">5968 11445 5734,'-7'-2'0,"-1"-1"0,0 1 0,-20-4 0,10 4 0,-19 1 0,-3 1 0,10 2-723,-9 1 0,1 2 723,12 1 0,-6 6 0,-9 5 0,6-2 0,13-4 0,0 0-549,-11 5 1,-4 3 0,8-2 548,1 6 0,2 2 0,-1 8 0,0 3 0,12-17 0,0 2 0,-6 12 0,-2 5 0,4-4 0,0 8 0,1-2 0,3 0 0,4-2 0,2 6 0,1 2 0,3-4 0,1-6 0,2 1-246,3-9 0,1-3 246,2 9 0,-1-9 0,2 1 0,7 20 0,-4-18 0,1-2 0,0 0 0,1-3 0,0-1 0,2 0 0,0 1-122,12 17 122,-11-22 0,4 3 0,-5-7 0,2-1 0,1-1 0,1-1 0,16 8 0,-12-8 0,10 1 0,2 0 0,-9-3 693,22 3-693,-29-9 0,-1 0 1662,2-1-1662,25 0 0,-19-1 0,4-1 0,0-1 0,-8-1 658,12-3-658,-4-2 0,-3 1 0,17-7 0,-16 5-331,6-3 331,-10 4 0,6-4 0,-7 3 0,5-3 0,-4 2 0,-4 2 486,3-3-486,1-1 0,-6 2 0,5-4 0,-7 2 0,8-6 0,0-2 0,2-2 0,2-4 0,-1 0 0,-6 5-545,3-7 545,-7 8 0,-1 0-272,-1 1 272,0-1 0,-3 1 0,1 1 0,-2 0 0,5-15 0,-6 12 491,4-11-491,-7 15 0,2-8 0,-2 5 0,5-20 0,-5 18 0,2-11 0,-2 8 0,-1 7 0,0-5 0,1 2 0,-1 6 558,1-3-558,-2 6 305,-1 0-305,1 0 0,-1 1 0,0 0 0,0-1 0,0 1 0,0 0 0,-1 0 0,0 0 0,0 0 0,0 0 0,0-2 0,-4-30 0,1 18-599,-3-22 599,3 26 0,-2 0 0,-1 1-225,-1-1 225,-1 0 0,-7-7 0,3 6 0,-6-4 0,4 11 0,-2 0 0,-7 1 0,0-1 0,-5-1 0,-4-1 0,-1 2-909,3 4 909,-11-2 0,11 6 0,-1 2 0,-1 1 0,0 2 0,-14 3 0,11 1 0,-9 2 0,-3 5 0,22-5 0,-9 3 0,27-6 0</inkml:trace>
  <inkml:trace contextRef="#ctx0" brushRef="#br0" timeOffset="238924">1747 4364 5734,'-4'2'0,"-2"0"0,-6 0 0,3-2 0,-6 2 0,2-2 0,3 0 0,-2 0 0,-17 4 0,15-3 0,-14 4 0,0 1 0,10-2 0,-20 6 0,18-2 0,4-1 0,-14 6 0,11-4 0,-7 4 0,0 2 0,0 0 0,-3 3 0,1 0 0,3-2-905,-8 8 905,9-7 0,-11 10 0,8-5 0,4-3 0,-1 0 0,-3 5-1084,-8 7 1084,11-8 0,7-5 0,0-1 0,-10 11 0,6-5 0,-1 1 0,-2 4 0,8-10 0,0 0 0,-5 8 0,0 0 0,5-7 0,0 2 0,-8 10 0,8-10 0,-1 1 0,0 3 0,0-1 0,3-4 0,-1 0 0,-9 14 0,0 2 0,9-15 0,1 0-652,-5 7 1,1 0 651,-8 11 0,2-2 0,7-11 0,-1 0 0,-7 13 0,8-13 0,1-2 0,-5 9 0,1-2 0,0 2 0,0 0 0,-2 5 0,7-11 0,-2 5 0,3-2 0,1 3 0,2-2 0,-1 0 0,1 1 0,1 0 0,2-2 0,-1 6 0,3-10 0,-1 1 0,-3 13 0,4-14 0,-1 1 0,0 0 0,1-2 0,-3 16-132,3-16 0,0 2 132,-1 6 0,0-1 0,-2 10 0,2-10 0,0 0 0,1-6 0,0-3-172,-2 15 172,2-14 0,0 0 0,-1 10 0,-1 0 0,1 1 0,0 0 0,0 0 0,1 1 0</inkml:trace>
  <inkml:trace contextRef="#ctx0" brushRef="#br0" timeOffset="238924">0 9056 1693,'5'16'0,"9"21"0,0-5 0,2 4 0,1-1 0,-3-4-126,0-1 0,0 0 126,1 1 0,3 6 0,-1-2 0,-4-6 0,5 6 613,-1 0-613,-4-10 0,0 0 0,6 15-323,-6-14 1,0-1 322,6 12 0,-5-10 0,0 0 0,8 16 0,-8-15 0,0 0 0,6 11 0,0 1 0,1 0 0,-6-11 0,3 4 0,-2-2 0,-2-5 0,0 0-400,2 5 1,2 2 0,-3-5 399,7 11 0,-1 0 816,0 0-816,0-1 0,-1-3 0,0 0 0,-7-13 0,0-1 0,7 14 0,-1-2 0,2 0 0,1-1-449,1 0 449,-1-1 0,1 0 0,1 0 0,-2-1 0,-5-9 0,-1-1 0,10 11 0,-10-12 0,-1 0 0,7 6 0,9 9 0,-7-10 0,7 8 0,-1-5 0,-6-7 0,0 0 0,2-1 0,0 0 0,-5-5 0,0 0 432,12 5-432,-7-4 0,7 4 1145,1-3-1145,-8-4 0,7 3 0,-4-3 0,-1-1 0,2 1 275,-2-1 0,-1-1-275,-9-3 0,-1-1 0,6 2 0,1 1 0,0 0 0,21 7 0,-20-8 0,-2-1 0,2 0 0,0 0 0,0 0 0,-6-2 0,22 4 0,-13-3 0,16 4 0,-17-5 0,1 0 0,1 1 0,14 4 0,-10-1 991,10 2-991,-16-2 0,-1 0 0,7 3 123,-2 0 0,-1 0-123,-2-1 0,7 4 0,-1-1 0,-8-2 12,0-1 0,0 0-12,11 5 0,6 3 0,-12-7 0,-3 1 0,-6-4 0,5 3 0,-7-3 0,-1-1 0,1-1 0,10 2 0,-7-3 0,15 1 0,1 0 0,-7-3 0,3 1 0,-2 0 0,-12-4 0,-1 1 0,1 0 0,-1 0 0,18 3 0,-14-2 0,3 1 0,0 1 0,-4-1 0,13 3 656,-10-1-656,-4-2 0,6 1 0,3 1 0,-6-2-492,7 1 492,-9-1 0,1 0 0,1-1 0,0 0 0,1-1 0,6 0 0,1-1 0,4 0 0,-4 0 0,1-1 0,-3 0 0,-2 0 0,11 0 0,-9 0 0,0 0 0,16-1 0,-12-1-246,9 1 246,-16 1 0,-2 0 0,14-1 0,-16 0 57,10 0-57,-18 0 0,-3-1 100,0 1-100,-2 1 486,-2-1-486,0 1 923,-1 0-923,-1-1 284,1-1-284,-1 2 0,0-1 0,1 0 0,4-1 0,-3-1 0,4 1 0,-4-1 0,0 0 0,1 1 0,-1-1 0,0 2 0,5-2 0,-4 1 0,2-1 0,-6 1 0,0 0 0,3-1 0,-2 0 0,3 1 0,-5 0 0,2 1 0,-3 0 0,4 0 0,-3 0 0,2 1 0,-1 0 0,7 0 0,-1-2 0,5 0 0,-3-1 0,16 0 0,-13 2 0,12 0 0,-17 2 0,7-1 0,-7 0 0,9 0 0,-12 1 0,5 0 0,-5 0 0,2 0 0,0-1 0,5 1 0,-3 1 0,4-1 0,-4 1 0,0-1 0,1 0 0,-1 0 0,1 1 0,5 1 0,-5-1 0,5 2 0,-2-2 0,-4 1 0,2-2 0,-6 1 0,1-1 0,-3 1 0,13 1 0,-11-1 0,9 1 0,-10-1 0,4 0 0,-2-2 0,2 2 0,-1-1 0,-4 0 0,1 0 0,-4-1 0,1 1 0,-4 0 0,2 1 0,-2-1 0,-1 0 0,1 0 0,-5 0 0,2 0 0,-7-2 0,0 0 0,2 0 0,-1 1 0,4 0 0,0 0 0,-1 0 0,1-1 0,-1 0 0,1 0 0,-3-1 0,2 0 0,-2 0 0,-5-6 0,4 4 0,-5-6 0,6 4 0,-2-1 0,-4-3 0,3 2 0,-4-2 0,3 4 0,0-1 0,0 1 0,0-2 0,0 1 0,1 0 0,0 0 0,-3-1 0,4 2 0,-4-1 0,5 2 0,0 1 0,1 1 0,-1-2 0,0 2 0,-3-3 0,3 3 0,-3 0 0,4 1 0,-3 1 0,3-1 0,-2 0 0,5 1 0,0-1 0,1 0 0,1 1 0,0 0 0,0 0 0,1 1 0,0 0 0,-2 0 0,2 0 0,-2 0 0,2 1 0,4 0 0,-1 0 0,5 1 0,-1 2 0,0 0 0,3 2 0,-1-2 0,1 2 0,2 0 0,4 3 0,-2-2 0,3 3 0,-4-3 0,0 1 0,0 0 0,1 0 0,-2 0 0,1 1 0,-1-3 0,0 1 0,-2-1 0,5 4 0,-5-4 0,5 4 0,-9-7 0,1 2 0,-3-2 0,0-1 0,-1 0 0,0-1 0,-1 0 0,0-1 0,1 1 0,-2 1 0,1 1 0,-1-1 0,0 0 0,-1 3 0,-1-1 0,-2 4 0,1-3 0,-2 3 0,0 0 0,-2 1 0,0 0 0,-2 2 0,-1-1 0,-1 2 0,-1 0 0,-1 1 0,0 0 0,-1-1 0,-1 1 0,0-2 0,-6 4 0,5-5 0,-3 1 0,3-2 0,6-4 0,-3 2 0,7-4 0,1 0 0,1-1 0,-15 6 0,8-2 0,-13 6 0</inkml:trace>
  <inkml:trace contextRef="#ctx0" brushRef="#br0" timeOffset="245951">6299 13149 5734,'-1'-7'0,"1"2"0,-2-6 0,0 6 0,0-5 0,-1-10 0,2 11 0,-2-14 0,2 1 0,1-1 0,-1-4 0,0 6 0,-2-5 0,2 11 0,0-12 0,0 18 0,0-10 0,0 9 0,1-5 0,0 6 0,0 0 0,0-9 0,2 5 0,-1-15 0,1 12 0,-1-22 0,0 17 0,-1-21 0,0 21 0,-2-6 0,1 1 0,0 0 0,-1-6 0,0 0 0,1 6 0,0 1 0,-1 1 0,1 1 0,-2-17 0,1 17-400,-1-8 400,0 10 0,0-1 0,-3-19 0,2 14-597,-2-13 597,3 20 0,-1-8 0,2 6-198,-2-5 198,2 10 0,0 0 0,1-6 0,-1 5 0,1-5 0,0 7 0,0-9 0,1 6 0,0-14 0,0 14 0,1-6 0,0 7 0,0-1 0,0 0 0,0-1 0,2-11 0,0 7 0,0-6 0,0 0 0,1 3 0,-1-3 0,0 3 0,-1 10 0,0-4 0,-1 13 0,0-1 367,-1 4-367,0-2 608,0 3-608,0 1 220,0-2-220,0-1 0,1 1 0,0-2 0,0 0 0,1 2 0,-1-1 0,-1 4 0,0 1 0,1 0 0,-1-1 0,2 1 0,-2-1 0,1 0 0,-1-1 0,0 0 0,1-3 0,0 0 0,2-8 0,-2 5 0,1-14 0,-1 12 0,-1-5 0,1 3 0,-1 4 0,2-4 0,-2 4 0,0-5 0,0 6 0,0-3 0,0 7 0,0 1 0,0-1 0,0 2 0,0-1 0,0 2 0,0-2 0,0 1 0,0-2 0,1 2 0,-1-1 0,0 2 0,1 1 0,1-2 0,1 0 0,1-1 0,2-2 0,-1 1 0,2-1 0,-3 2 0,9-5 0,-7 5 0,9-4 0,-7 5 0,-2 0 0,4 1 0,1-1 0,-1 1 0,4 0 0,3-1 0,-2 1 0,5-2 0,4 0 0,-6 1 0,7-2 0,5 1 0,0 0 0,-2 1-416,4 0 0,-3 0 416,-10 3-371,10 2 371,-8-1 0,6 1 0,-8-1 0,0 0-127,0 0 127,-1-1 0,1 0 0,6 0 0,1-1 0,4 0-480,-2-1 1,0 0 479,0-1 0,17-2 0,-10 1 0,-11 0 0,0 1 0,10-2 0,1 0 0,-1 1 0,-2-1 34,-1 0-34,-2 1 0,-1-1 0,13-2 0,-8 1-667,11-2 667,-9 1 0,2 0 0,1 1 0,1 0 0,1 1 0,-10 1 0,0 0 0,17 0 0,-15 1 0,3 0 0,-3 1 0,-6 0 0,0 0 0,11 1 0,4 0 0,-6 0 0,12 2 0,-13-1 0,2 1 0,3 1 0,-3 1 0,0 0 0,-2-1 0,-2 1 0,-15-1-182,11-1 1,2-1 181,1-1 0,-1 1 0,4-2 0,5-4 0,-3 0 0,8-1-288,-3 0 0,0 1 288,-3 1 0,1-1 0,-10 3 0,2 0 0,15-1 0,-15 2 0,1-1 0,0 2 0,0-1 0,-7 0 0,0 0 0,7 1 0,1-1 0,-1 1 0,-2 0 0,16 0 104,-18 0 1,0 1-105,-3 0 0,-1 0 0,12 0 144,10 1-144,-16-1 0,-1 1 378,-1-1-378,0 1 0,-1 0 1063,-1 1-1063,1-1 0,13 1 0,-7 0-570,12-1 570,-11-2 0,-6 1 0,0-2 0,18 0 0,-6 0 0,0 0 0,-15 0 0,-1 0 0,7 0 0,0 0 0,9 0 0,-14 1 0,0 0 0,10 0 0,7-1 395,-19 0-395,-3 1 83,-4 0-83,-2 0 510,-4 0-510,0 0 1100,-2 0-1100,0 0 549,-1 1-549,0 1 0,2-1 0,0 0 0,17 1 0,-1 0 0,3 0 0,-10 1 0,-11-1 0,-2-1 0,0 0 0,-2 0 0,-1-1 0,-1 1 0,0-1 0,-1 0 0,0 1 0,-1 0 0,0 1 0,0 0 0,0 0 0,1 4 0,0 4 0,0 0 0,1 0 0,-1-2 0,-1-2 0,1 5 0,-1-5 0,1 2 0,-1-2 0,0 0 0,0 1 0,0 0 0,0 1 0,-1 14 0,1-8 0,0 12 0,0-12 0,2 17 0,-1-10 0,0 15 0,1-2 0,-1-6 0,2 10 0,1 3-1193,-1-8 1193,2 11 0,0-11 0,0 1 0,0 0 0,-1-9 0,-1 1 0,2 14 0,-1-14 0,0-1 0,1 12 0,-1 1 0,0 0 0,0 1 0,-1 1 0,-1-10 0,0 1 0,1 16 0,-2-15 0,1 4 0,0-3 0,0-6 0,0 0 0,0 12 0,1 4 0,0-10 0,0 2 0,0-4 0,1 16-663,0-1 1,-1-5 662,-2-20 0,0-1 0,-2-6 1018,-4 1-1018,-4-7 0,-4-2 0,-5-1 0,-1-3 0</inkml:trace>
  <inkml:trace contextRef="#ctx0" brushRef="#br0" timeOffset="249850">6389 13417 5734,'-3'-1'0,"0"0"0,1 1 0,-2 0 0,2 0 0,-2 0 0,3 1 0,0-1 0,-2 1 0,2-1 0,0 1 0,1 1 0,0 0 0,0 1 0,-1 0 0,0-1 0,0 1 0,0 0 0,1 0 0,-2 3 0,0-2 0,0 2 0,1-4 0,1 0 0,0-1 0,-1 0 0,2-5 0,-2 4 0,4-1 0,-2 3 0,2 1 0,-2-3 0,1 1 0,-1 0 0,0 0 0,0-1 0,2 0 0,-2 0 0,13 0 0,-6 0 0,11 0 0,-6 0 0,10 0 0,-4 0 0,8 1 0,3 0 0,-1 0-142,-2 0 1,1 0 141,14-1 0,-3-2 0,2 0 0,-12 1 0,0 0-323,13-2 0,-2 1 323,-11 0 0,-3 1-1216,17 0 1216,-16-1 0,2 1 0,1 0 0,-1 1 0,18-2 0,-17 1 0,1 0 0,2-1 0,-1 1 0,-7-1 0,0 0 0,7 0 0,2 0 0,10-2 0,-2-1 0,-14 3 0,-1-1 0,7-1 0,3 0 0,-5 1 0,16-2-693,-17 3 1,-1 0 692,13-2 0,-2 3-692,0-1 692,-1 1 0,-1 0 0,-1 2 0,-2 0-246,-1 1 246,-1-1 0,-1 2 307,-2 0-307,0-1 1255,-1 1-1255,10 0 0,1 1 0,0-1 304,0 0 0,-1-1-304,3-2-147,-8 0 147,10-1 0,-13 0 0,1 0 493,0 0-493,-8 1 0,1-1 0,13 1 0,-14 0 0,3-1 0,15 2 0,-1-1 0,-17 0 0,-1 1-660,20-1 0,-2 2 660,-4-1 0,1 2-499,0-1 499,1 0 0,0-1 0,0 0 0,0 0 0,-12-1 0,1 0 0,13-1 0,-15 0 0,-1 0 0,10-1 0,-11 1 0,-1 0 0,14-1 0,-14 0 0,0 1 0,23-5 0,-12 3 0,-5-2 0,0 1 0,4-1 0,10-2 0,-18 2 0,-2 0 0,6-1 0,13-4 446,-18 4-446,-7 3 187,3-2-187,-2 1 0,-8 2 1345,4-1-1345,-7 2 1187,-1 0-1187,-1 1 606,4 0-606,-2 0 0,1 0 0,-3 0 0,1 1 0,-1 0 0,0 0 0,0 1 0,-1-1 0,1 0 0,-1 0 0,5 1 0,3 2 0,-3-1 0,0 1 0,-6-2 0,0 0 0,-1-1 0,1 1 0,1 1 0,0-1 0,0 0 0,0 0 0,-1-2 0,1 1 0,2 1 0,-3-1 0,2 0 0,-3 0 0,-1-1 0,1 1 0,0-1 0,0 0 0,-1 0 0,0 0 0,1 0 0,-2 0 0,0 0 0,1 0 0,0 0 0,0 0 0,6 0 0,-5 0 0,6 0 0,-7 0 0,2 0 0,-1 0 0,3-1 0,-2 0 0,2 1 0,0-2 0,0 2 0,6-1 0,-5 0 0,5 1 0,-4-2 0,4-3 0,-1 2 0,9-6 0,-8 3 0,6-2 0,3-2 0,-7 3 0,11-5 0,-15 8 0,2-2 0,-7 3 0,-1 2 0,-1-1 0,-1 0 0,0 1 0,-1 0 0,0 0 0,0 0 0,1 1 0,-1-1 0,1 1 0,-1 0 0,1-1 0,-1 0 0,1 0 0,-1 0 0,0-1 0,0 1 0,2-5 0,-1 3 0,1-6 0,-1 4 0,0-2 0,0 2 0,-1 3 0,0-1 0,-1 2 0,0-1 0,2 1 0,-1-1 0,1 1 0,0-1 0,-1 0 0,0 0 0,4-2 0,-4 2 0,3-1 0,-3 3 0,2 0 0,-1-1 0,1 0 0,-1-2 0,1 0 0,0-1 0,1 0 0,1-2 0,0 1 0,0-2 0,-1 2 0,2-7 0,-1-2 0,0 0 0,-4-3 0,-1 9 0,0-5 0,0-2 0,0 2 0,0-3 0,0 3 0,0 2 0,0-1 0,0-1 0,0 2 0,-1-1 0,0 1 0,0 1 0,0 0 0,0 0 0,0 1 0,0 1 0,0 0 0,-1 1 0,0 1 0,1 0 0,-3-1 0,2 1 0,-2-5 0,2 5 0,0-3 0,0 6 0,2 0 0,0 1 0,0 0 0,-1 0 0,0 1 0,0-1 0,0 0 0,0 0 0,0 1 0,0-1 0,1 0 0,-1 0 0,1-1 0,-3-10 0,2 6 0,-3-9 0,2-2 0,0 7 0,1-7 0,0 3 0,1 5 0,0-5 0,-2 2 0,2 1 0,-1-3 0,0 5 0,1-2 0,-1 0 0,0-7 0,0 4 0,0-4 0,0 2 0,0 5 0,0-3 0,0 5 0,0-1 0,0 3 0,1-1 0,0 4 0,0 1 0,0 1 0,0 0 0,0 1 0,0 0 0,0 0 0,-2 1 0,1 1 0,-3-3 0,1 2 0,-1-2 0,0 1 0,1-2 0</inkml:trace>
  <inkml:trace contextRef="#ctx0" brushRef="#br0" timeOffset="271213">18118 11476 5734,'-16'0'0,"0"0"0,3-2 0,-2 0 0,-2-1 0,-6-2 0,-4-1 0,0-1 0,0 0-290,-5-1 1,0-1 289,-3 0 0,2 1-1181,-4-1 1181,14 3 0,-2 1 0,0 0 0,0 1 0,-14-3 0,8 2 0,-4 0 0,3 1 0,8 1 0,0 0 0,-9 0 0,-4 0 0,5 0 0,-11 3 0,16-1 0,-3 2 0,-8 3 0,-4 2 0,4 0 0,7-2 0,0 1-638,-8 1 0,-5 1 0,7 0 638,-6 3 0,-2 2 0,-1 1 0,21-7 0,0 1 0,-6 3 0,-5 1 0,7-1 0,-4 3 0,1 3 0,0 0 0,1 2-184,6-3 0,2-1 184,0 2 0,3 0 0,0-1 0,-5 5 0,2-1 0,1 0 0,3-2 0,-5 5 369,2 0-369,6-5 0,-10 12 0,13-12 0,-8 12 0,9-12 0,-4 15 0,6-13 0,-5 15 0,4-14 0,-1 7 1633,4-9-1633,0 1 0,-2 8 0,1-5 0,-1 6 0,3-7 0,-5 19 0,5-14 0,-1 14 0,1 1 0,4-9 31,-1 0 0,1-1-31,4-8 0,0-1 0,3 11 0,0 0 0,0 1 0,2 0 0,3 5 0,-2-6 0,3 0 0,0-1 0,1-2 0,0-8 0,2-1 193,1 0-193,2-1 0,2 1 0,2-1 0,14 9 0,-6-7 0,4 0 0,2 0 0,4-1-149,-9-4 0,3-2 149,-5-3 0,-1-3 0,15 6 0,-13-6 0,0 0 0,12 2-1128,1-2 1128,0 1 0,-10-5 0,-1 1 0,18 2 0,-7-2 0,2-2 0,-18-1 0,0-2-212,8 1 1,0-1 211,13-1 0,0 0 0,-1-2 0,-1-1 207,-2 0-207,-5-1 0,-1-1 0,11-1 24,-12 1 1,0-1-25,-9 1 0,-3 0 0,14-4 0,-8 2 0,2-2 0,-1 0 0,0-1 0,-4 1 0,-1 0 0,3-1 0,0-1 0,0-1 0,-2 0 0,9-5 31,-8 4 0,-1 0-31,2-2 0,-2 0 711,1 0-711,-2 0 0,0 1 0,8-5 0,-9 4 0,6-3 0,-11 5 0,0 1 144,-1 0-144,15-12 0,-11 10 501,11-11-501,-7 6 0,-7 4 1243,5-6-1243,1-7 0,-10 8 0,12-18 0,-11 1 0,-2 7 0,-6 7 0,0 0 292,-1 2-292,2-8 0,-3 9 0,1 0 0,0 0 0,0 0 0,1 0 0,-1 0 0,3-9 0,-2 6 0,2-8 0,-4 9 0,0-9 0,0-3 0,-2-1 0,0 2 0,-1-1 0,-6-7 0,-1 9-1088,-3-12 1088,-1 11 0,2 9 0,0 0 0,-4-13 0,-2-2 0,-1 1 0,-3-1 0,-4-3 0,-3 1 0,0 8 0,-7-3 0,-2 2 0,1 7 0,7 7 0,-2 1 0,-14-4 0,8 8 0,-6-4 0,13 7 0</inkml:trace>
  <inkml:trace contextRef="#ctx0" brushRef="#br0" timeOffset="326107">11329 13454 5734,'-28'8'0,"1"1"0,-15 5 0,3 0-1606,12-3 1606,2-1 0,-1 0 505,1 0-505,-15 7 0,15-6 264,-10 6-264,13-5 0,6-2 0,-14 12 0,14-10 0,-3 7 0,0 2 0,4-3 0,0 2 0,2 1 0,3-1 0,1 6 0,5 4 0,3 2 0,0 1 0,2 7 0,2-2 837,3-9-837,2 0 0,0 1 0,1 1 0,4 12 0,1 0 0,-2-6-694,-2-3 0,0-2 694,-2-3 0,2-1-666,-1 0 666,2 0 0,6 11 0,-3-10 0,5 9 0,3 0 0,-4-9 0,-1-4 0,0-1 0,4 4 0,-2-6 0,1 0 0,4 3 0,-2-5 0,0-1 0,5 2 0,-3-4 0,0-1 0,6 2 0,-4-4 0,0-1 0,7 3 0,-4-5 0,1 0 0,6 1 0,-3-3 0,1-1 0,7 1 0,-1-5 0,9 0 0,-7-1-1011,-12-2 1,0-1 1010,7 1 0,5 0 0,-4-3 0,-7-3 0,-3-1-381,19-4 381,-9-1 0,0-2 0,6-3 175,-16 4 1,0-1-176,9-7 0,-11 0 0,4-5 0,-4 2 0,-5 4 0,-1-1-389,7-10 0,4-5 1,-7 4 388,-12 10 0,-2-2 0,3-10 0,1-5 0,-2 2 0,-2 5 0,-1 1 0,0-2 0,0-2 0,-1 0 0,0-9 0,-2 1 0,-1 9 0,0 0 0,0-11 0,-1 0 144,-3 13 1,0 1-145,-1-1 0,-1 0 0,-1 1 0,-2 0 0,0 0 0,-2 0 0,0 0 0,-2 1 0,-1 0 0,-2 1 0,0-1 0,-1 2 0,-1 0 0,-1 1 0,-1 0 0,-1 1-76,0 2 1,-2 0 75,3 2 0,-5-1-151,-7 0 1,-8-2 0,0 0 0,4 3 150,-1 1 0,1 1 0,-1 0 0,-4-2 0,0 2 0,7 5 0,-15 5 0,-2 2 0,2 2 0</inkml:trace>
  <inkml:trace contextRef="#ctx0" brushRef="#br0" timeOffset="331884">9891 13646 5734,'20'-16'0,"1"0"0,0-1-1502,-2 2 1,1-2 1501,16-10 0,-9 7 0,11-6 0,4-4 0,3 0 0,-3 1 0,-6 5-384,0 0 0,-4 3 1,8-4 383,-10 5 0,6-3 0,5-2 0,2-3 0,3-1 0,-1 1 0,-1 0 0,-2 2 0,-4 2 0,-5 4-363,7-4 0,-7 4 1,-1 1-1,6-4 363,-4 3 0,4-3 0,3-2 0,2-1 0,0 0 0,-1 1 0,-2 0 0,-2 2-22,-1-1 1,-2 2-1,-2 0 1,0 1-1,0-1 1,1 1 21,0-1 0,-1 0 0,0 1 0,1-1 0,3-1 0,3-2 0,-7 4 0,4-1 0,3-2 0,1-1 0,2 0 0,1-1 0,-1 0 0,0 1 0,-1 0 0,-3 2 0,-2 1 0,-3 2 0,6-3 0,-6 3 0,-1 1 0,-1 0 0,3-1 0,5-3 0,-6 4 0,3-2 0,3-2 0,3-1 0,1-1 0,0 1 0,0-1 0,-1 1 0,-2 1 0,-2 1 0,-4 3 0,-4 2 0,12-6 0,-8 4 0,0 1 0,6-4 0,-7 4 0,5-2 0,2-2 0,2-1 0,1 0 0,-1 0 0,-2 1 0,-2 2 0,-4 2 0,9-6 0,-5 4 0,-1 0 0,7-4 0,-9 4 0,5-2 0,3-2 0,2 0 0,1-2 0,-2 2 0,-2 0 0,-3 3 0,-7 2 0,4-1 0,-6 3 0,-2 0 0,4-1 0,4-4 0,3-1 0,0 0 0,-1 1 0,-5 2 0,-2 1 0,-4 2 0,-1 0 0,12-7 0,-1-1 0,-7 5 0,1-1 0,-3 1 0,3-1 0,-2 0 0,-2 0 0,1-2 0,-3 3 0,-7 4 0,-1 1 0,3-3 0,-2 0 0,2-3 0,-5 4 0,2-8 0,-8 10 1082,1-4-1082,-8 12 2768,0 2-2768,0-2 1392,-1 4-1392,-1-1 492,-11 10-492,5-1 0,-8 4 0,7-4 0,-1 1 0,3-1 0,-2 3 0,4-4 0,0 3 0,1-5 0,0 1 0,0-2 0,0-1 0,0 0 0,-2-1 0,1 1 0,-2 1 0,0-2 0,-1 0 0</inkml:trace>
  <inkml:trace contextRef="#ctx0" brushRef="#br0" timeOffset="332226">14451 10679 5734,'7'4'0,"9"6"0,-5-3 0,7 6 0,-6-5 0,6 6 0,-3-3 0,4 4 0,-6-3 0,-1-1 0,-1 0 0,-2 0 0,0 5 0,-5-3 0,-1 3 0,-18 8 0,0-8-195,-14 10 0,2-12 1,0-1-1</inkml:trace>
  <inkml:trace contextRef="#ctx0" brushRef="#br0" timeOffset="333251">9931 13523 5734,'-5'7'0,"-1"0"0,5-1 0,-3 10 0,1-5 0,-1 8 0,-1-2 0,1-4 0,-3 6 0,3 0 0,1-4 0,-2 13 0,3-16 0,0 9 0,1-14 0,0 1 0,1-4 0,0-2 0,0 0 0,0 0 0,0-1 0,3 0 0,-2 1 0,4 0 0,-3-1 0,3-1 0,8 0 0,-3 0 0,11 0 0,-10-1 0,4-1 0,6-2 0,-4 0-243,8-3 243,-6 0 0,10-4 0,-5-1 0,8-4 0,-8 0 0</inkml:trace>
  <inkml:trace contextRef="#ctx0" brushRef="#br0" timeOffset="334647">14444 10796 5734,'-4'-7'0,"1"1"0,2 1 0,0 3 0,1 0 0,0 0 0,0 1 0,2 0 0,0 1 0,1 1 0,4 2 0,-1-1 0,11 4 0,-5-2 0,4 2 0,-4 0 0,7 3 0,-5-3 0,5 4 0,-6-4 0,1 0 0,-1 0 0,0-1 0,0 0 0,-2 0 0,-1-2 0,-2 0 0,0 0 0,-2-1 0,-1 0 0,-1-2 0,-1 1 0,-1 0 0,-1 0 0,-5-4 0,-2-3 0,-2-2 0,-1-1 0,1 2 0,0-1 0,-1 1 0,1 0 0,-10-7 0,9 7 0,-6-5 0,11 9 0,0-2 0,2 3 0,-1-1 0,1 2 0,1 1 0,5 4 0,1 0 0,18 9 0,-9-6 0,10 5 0,-9-6 0,-1-1 0,1 0 0,5 1 0,-5-1 0,2-1 0,-6-1 0,6 2 0,-9-2 0,4 2 0,-11-2 0,-2-2 0,-2 0 0,0 0 0,-7 4 0,1 1 0,-7 4 0,-5 6 0,3-2 0,-4 8 0,1 1 0,0 0-390,3-2 1,1-1 389,5-3 0,2-1 0,1-3 0,2 0 0,0-2 0,3-1 0,-2 0 0,2-4 194,-6-1 1,3-6 0,-4-3 0</inkml:trace>
  <inkml:trace contextRef="#ctx0" brushRef="#br0" timeOffset="345273">15873 4477 5734,'0'40'0,"1"-13"0,-1 22 0,0-15 0,-1 1-340,1-12 1,-1 3 339,-1 15 0,-2 10 0,1 1 0,-1-7-760,1-4 0,0 1 760,0-1 0,-1 7 0,0 3 0,0-2 0,0-9 0,1 1 0,0 0 0,2-5 0,-1 7 0,1 4 0,0 0 0,0-4 0,0-6 0,1 8 0,0-1 0,0-5 0,1 8 0,1 1 0,-1-3 0,1-10-444,-1-9 0,2-3 444,0 14 0,0-2 0,0-5-177,0-2 1,0 0 176,-1-4 91,3 22-91,-4-41 1091,-1 1-1091,0-5 1550,-1-6-1550,-1 0 495,-3-4-495,-2 0 0,-10-9 0,3 0 0,-7-9 0</inkml:trace>
  <inkml:trace contextRef="#ctx0" brushRef="#br0" timeOffset="346246">15525 4075 5734,'-4'-1'0,"0"1"0,2-3 0,1 2 0,-1-2 0,2 2 0,0 0 0,1-1 0,1 1 0,0-1 0,13-5 0,-5 2 0,16-6 0,-12 6 0,4 0 0,3 0 0,-6 3 0,6-2 0,-6 3 0,-1 0 0,7 1 0,-7 1 0,5 0 0,-8 1 0,11 8 0,-11-3 0,7 8 0,-16-6 0,-4 8 0,-2-2 0,-5 5 0,-15 12 0,6-11 0,-10 12 0,5-8-610,6-8 610,-4 6 0,8-8 0,2-1 0,2-1 0,1-1 0,2-2 0,1 1 0,2-1 610,2-1-610,1-2 0,1 0 0,2-2 0,4 3 0,0-3 0,5 1 0,-1-3 0,2-1 0,-1-1 0,24 0 0,-22-1 0,17 0 0,-28-1 0,0-1 0,-2-1 0,0-1 0</inkml:trace>
  <inkml:trace contextRef="#ctx0" brushRef="#br0" timeOffset="346454">15562 4156 5734,'8'-5'0,"2"0"0,15 0 0,-6 2 0,7 0 0,3-1 0,15-2 0,1 1 0,-8-1 0,-22 2 0</inkml:trace>
  <inkml:trace contextRef="#ctx0" brushRef="#br0" timeOffset="347146">16020 3876 5734,'0'15'0,"0"-1"0,2 1 0,-1-2 0,-1 5 0,0 3 0,-1-4 0,1 4 0,-1 1 0,1-6 0,-1 4 0,1-5 0,0-5 0,0 1 0,0-1 0,0-7 0,0 2 0,1-13 0,-1 2 0,2-6 0,0-4 0,-1 3 0,1-6 0,4-17 0,-1 17 0,3-16 0,-4 24 0,4-5 0,-1 3 0,3-3 0,3 2 0,-3 3 0,2-1 0,-1 5 0,-2 4 0,2 1 0,-3 4 0,0 3 0,-1 2 0,0 2 0,-1 2 0,0 1 0,-2 2 0,0 6 0,-3-4 0,1 3 0,-1-6 0,0 3 0,-2-3 0,0 1 0,0-5 0,0-1 0,-1-1 0,-1 1 0,0-2 0,1-1 0,1-3 0</inkml:trace>
  <inkml:trace contextRef="#ctx0" brushRef="#br0" timeOffset="349562">21038 6264 5734,'1'-17'0,"6"-20"0,-1 10 0,4-19 0,-1 12 0,1-5 0,1 1 0,1-8 0,0-1-820,-3 13 1,1-3 0,0 1 0,-1 2 494,0 0 0,0 2 0,-1 1 325,3-7 0,-1 0-100,0 0 1,0-3 99,-1 4 0,2-2 0,-2 1-642,2-5 1,-1 1 641,-1 6 0,0-1 0,-1 2 0,0 2 0,0-1 0,-1-1 0,0-3 0,-1 3 0,0 2 0,0 0 0,0 2 0,-1-2 0,0 2 0,-2 1 0,0 3 0,1-15 0,-2 11 0,-1 2 0,0-1 0,-1-4 990,0 16-990,0 3 1005,0 2-1005,0 0 2744,0 5-2744,0-1 798,0 5-798,-1 0 197,0 1-197,0 1 0,1 0 0,-2 2 0,1-1 0,-1 1 0,2-2 0,-1 0 0,-1-1 0,1 0 0,-10-4 0,7 4 0,-4-3 0,7 5 0,-1-1 0,2 0 0,-2 1 0,2 0 0,0-1 0,0-1 0,2-5 0,0 0 0,1-3 0,-1 1 0,-1 5 0,0-5 0,-1 5 0,0-4 0,0 6 0,0-1 0,2 2 0,-2 1 0,2-1 0,-2 0 0,0 1 0,0-1 0,0 1 0,-1-1 0,0 1 0,0 0 0,0 0 0,-1 0 0,1 1 0,-3 1 0,0 0 0,-9 1 0,5-1 0,-6 1 0,10-2 0,0 0 0,0 1 0,1 0 0,-1 1 0,1 0 0,0-1 0,1 1 0,1-1 0,0 1 0,2 0 0,2 4 0,0-1 0,2 3 0,-1-2 0,11 11 0,-8-8 0,9 7 0,-9-11 0,1 2 0,-2-2 0,4 1 0,-5-3 0,1 0 0,-2-2 0,-2 0 0,0 0 0,-1-3 0,-1 0 0,-1-8 0,0 3 0,-1-4 0,0 4 0,1-1 0,0 0 0,0 2 0,0-1 0,0 3 0,5 3 0,0 3 0,5 6 0,8 13 0,-5-6 0,15 20 0,-15-20 0,4 7 0,-9-13 0,-1 0 0,-2 3 0,-3-5 0,-3 1 0,-3-7 0,-1-2 0</inkml:trace>
  <inkml:trace contextRef="#ctx0" brushRef="#br0" timeOffset="350321">21615 3815 5734,'0'-11'0,"-1"1"0,1 1 0,0-2 0,0 4 0,0-1 0,1 4 0,-1 4 0,3 31 0,-3-1 0,1 18-912,-1-13 912,-1-10 0,0 0 0,-1 0 0,2 21 0,-1-17 0,2 8 0,-1-1 0,0-13 0,1 20 0,0-33 0,0-5 0,0 1 912,0-6-912,1-5 0,0-1 0,-1-3 0,0 0 0,-2-1 0,0-2 0,-2-1 0,0-2 0,-1 0 0</inkml:trace>
  <inkml:trace contextRef="#ctx0" brushRef="#br0" timeOffset="350728">21614 3949 5734,'28'3'0,"8"1"0,-13-3 0,9 0 0,1-1 0,2-3 0,8-3-1034,-10 0 1034,-6-1 0,-10 1 248,-4 0-248,-2-1 0,-1 1 0,-2-4 0,-3 2 0,-2-5 786,-7-1-786,0 3 0,-11-12 0,6 11 0,-5-5 0,5 7 0,3 3 0,-3-2 0,6 6 0,-1 0 0,3 7 0,-1 1 0,1 4 0,0 3 0,2 2 0,-1 3 0,3 2 0,-2 2 0,4 12 0,1 1 0,-1 2-621,1 0 1,0-3 620,-1-8-582,1 8 582,-1-9-332,2 11 332,-3-18 0,1 1 0,-2-8 0,1-4 1114,-2 0-1114,-2-2 637,-1-3-637,-2-2 101,-1-4 0,1-3 0,0-1 0</inkml:trace>
  <inkml:trace contextRef="#ctx0" brushRef="#br0" timeOffset="351127">22194 3766 5734,'-6'6'0,"0"0"0,-3 4 0,1 1 0,-9 19 0,7-9 0,-4 13 0,5 8 0,3-15 0,4-1 0,0 0 0,3-3 0,2 7 0,5-5 0,-2-7 0,4 3 0,2-6 0,-4-5 0,4 2 0,-3-9 0,-3-2 0,2-4 0,-2-3 0,0-1 0</inkml:trace>
  <inkml:trace contextRef="#ctx0" brushRef="#br0" timeOffset="351545">22249 3906 5734,'6'0'0,"-1"-1"0,2-1 0,5-1 0,-1 1 0,6-1 0,4-1 0,-3 1 0,5 0 0,11 2 0,-17 2 0,10 1 0,-22-1 0,-1 2 0,-2 0 0,-1 1 0,-2 1 0,-1 3 0,-2 1 0,-1 2 0,-1 1 0,-12 16 0,6-11-224,-7 12 224,10-18 0,2 1 0,1-2 0,-2 11 0,5-11 0,-1 6 0,6-12 0,1-1 224,2 0-224,1-1 0,6-1 0,-1-1 0,3 0 0,7-4 0,-9 1 0,8-5 0,-15 3 0,0-3 0,-4 0 0,0-1 0</inkml:trace>
  <inkml:trace contextRef="#ctx0" brushRef="#br0" timeOffset="351718">22342 3950 5734,'12'0'0,"0"0"0,2 0 0,1 0 0,0 0 0,1 0 0,8 0 0,-10 0 0,6 1 0</inkml:trace>
  <inkml:trace contextRef="#ctx0" brushRef="#br0" timeOffset="351978">22590 3781 5734,'11'5'0,"0"1"0,5 10 0,3 19 0,-3-5-1303,-2 13 1303,-9-16 0,-2 1-338,-2 0 338,-1 1 0,-2 12 0,-2-10 0,-2 6 0,-1-12 0,0-2-233,-1-2 233,0-1 0,-11 6 0,6-12 0,-8 1 0,8-14 0</inkml:trace>
  <inkml:trace contextRef="#ctx0" brushRef="#br0" timeOffset="355966">20999 3967 5734,'-6'1'0,"2"0"0,-1-1 0,3 0 0,0 0 0,6-1 0,-4 1 0,3-1 0,-6 3 0,1-1 0,-1 1 0,2-2 0,0 0 0,-1-1 0,5 0 0,-2-1 0,4-1 0,-1 1 0,-1-1 0,5 0 0,-4 1 0,3-1 0,-3 1 0,3 0 0,-1 0 0,2-1 0,-3 2 0,2-1 0,0-1 0,1 1 0,5-2 0,-3 1 0,4 0 0,-4 0 0,0 1 0,-2 0 0,4 1 0,0-1 0,-3 1 0,-1 1 0,-7 0 0,1 1 0,-2 1 0,0-1 0,-1 2 0,0-1 0,0 0 0,0 4 0,-1-2 0,1 3 0,-1-4 0,0 0 0,-1 2 0,-2 1 0,0 0 0,-2 1 0,1-1 0,-1 0 0,0 1 0,-1 1 0,-1 0 0,0 1 0,-1 0 0,-5 4 0,3-2 0,-4 3 0,5-3 0,-5 3 0,4-4 0,-3 4 0,2-3 0,5-2 0,-6 8 0,8-9 0,-3 8 0,6-10 0,0 2 0,5 1 0,-1-5 0,3 4 0,-1-5 0,20-2 0,-11-1 0,18-1 0,-17-1 0,1 0 0,16-2 0,-14 2 0,11-2 0,-18 2 0,-1 0 0,0 0 0,-2 1 0,1-1 0,-3 1 0,0-1 0,-1 0 0,-3 1 0,1-1 0,-5 3 0,0 0 0,-3 0 0,0 0 0,0 0 0</inkml:trace>
  <inkml:trace contextRef="#ctx0" brushRef="#br0" timeOffset="356269">20928 4056 5734,'7'0'0,"6"0"0,-2 0 0,6 0 0,9-1 0,-8 0 0,10 0 0,-13 0 0,-1 1 0,1 0 0,3 0 0,-5 0 0,2 0 0,-3 1 0,-4 0 0,1 0 0,-3-1 0,-3-1 0,0-2 0</inkml:trace>
  <inkml:trace contextRef="#ctx0" brushRef="#br0" timeOffset="357574">21292 3797 5734,'-4'4'0,"1"0"0,2-3 0,0 0 0,0 0 0,0 2 0,1 2 0,0 0 0,0 0 0,0-1 0,-1 1 0,1 3 0,0-2 0,0 3 0,0-2 0,0 0 0,0 1 0,3 13 0,-2-10 0,3 11 0,-3-14 0,0 0 0,1-1 0,-1 5 0,0-6 0,1 2 0,-1-6 0,-2-2 0,1-3 0,-1 1 0,0-3 0,1-1 0,0 3 0,0-5 0,1 5 0,2-15 0,-1 9 0,3-11 0,1 0 0,-2 10 0,4-11 0,-4 13 0,3-3 0,-2 2 0,2-2 0,1 4 0,-2 3 0,2-1 0,-3 2 0,-1 1 0,0 1 0,-1 1 0,-1 1 0,0 1 0,-1 0 0,1 1 0,0 1 0,-1 0 0,-1 2 0,1 0 0,-1 2 0,0 0 0,-1 1 0,0 18 0,-1-12 0,0 12 0,1-18 0,-1-1 0,1 0 0,0-1 0,0 0 0,0-1 0,1 0 0,0-2 0,0 1 0,0 1 0,1-2 0,-2 1 0,2-2 0,-2-2 0,1 1 0</inkml:trace>
  <inkml:trace contextRef="#ctx0" brushRef="#br0" timeOffset="379259">22220 3787 5734,'0'-7'0,"0"-6"0,-2 2 0,0-6 0,-2 3 0,-5-7 0,-3-2 0,-3-3-820,-8-2 1,-10-9 0,-2-1 0,5 7 761,4 5 1,-1 1 57,-2-2 0,-6-5 0,-3-2 0,3 1 0,6 7-259,1 2 0,0 0 259,1 2 0,-4-4 0,-2-3 0,0 1 0,3 3 0,-6-7 0,2 2 0,-4-3 0,6 6 0,-4-4 0,-1-2 0,-1 1 0,2 1 0,4 3-361,1 2 0,4 2 0,0 1 0,-2-2 361,-2-1 0,-2-2 0,-1 0 0,3 2 0,4 5 0,0 0 0,1 2 0,-11-6 0,-4-1 0,4 2 0,7 6 0,0 1 0,-7-3 0,-4-1 0,4 3 0,11 7 0,-1 0 0,-8-1 0,-3 0 0,3 1 0,7 3 0,1 1 0,-15-3 0,-1 0-190,12 4 0,2 1 190,-16-2 0,-1 1 0,0 0 0,-1 0 0,2 2 0,2 0 0,2 1 0,2 0 0,-2 1 0,0 1 0,10 0 0,0 1 916,-1 0-916,-1 1 0,4 1 0,-2 0 0,-6 0-109,8 0 0,0 0 109,1 1 0,1 0 1537,0 0-1537,-11 2 0,8-1 906,-9 2-906,11-2 0,0 0 0,-5 2 0,-1 0 0,-4 0 0,5-1 0,0 2 0,5-3 0,2 0 0,-8 2-86,7-1 1,1-1 85,-2 1 0,2 1 473,-1-1-473,2 2 0,-11 4 0,10-1 0,0 2 0,0 1 0,-1 1 0,-13 11 0,10-2 0,6-6 0,5-2 0,0 1 0,-4 1 0,-4 6 0,9-8-109,-6 7 109,6-4 0,-6 6 677,9-7-677,-7 9 0,0 2 0,1 0 0,-2 7 447,11-16-447,-2 5 0,1 0 0,4-6 0,-6 13 0,7-11 0,-3 2 0,1 1 0,-2 3 0,-3 3 0,-4 5 0,3-3 0,-6 10-228,-1 0 0,2-1 228,5-7 0,0-1 0,2 0 0,0 0 0,1-1 0,1 1 0,0 0 0,1 0 0,0 1 0,-1 1 0,4-10 0,0 0 0,-5 14 0,3-6 0,1 0 0,-3 5 0,5-13 0,0 1 0,1 0 0,0-1 0,-3 14 0,4-12 0,0-2 0,0 12 0,1-11 0,0 1-60,1 1 0,0 2 60,-1 14 0,0 0 0,2-13 0,0 0-556,0 4 0,1-2 556,1 3 0,1-10 0,1-1 0,1 13 0,1-7 0,0 0 0,3 4 0,-2-5 0,1-1 0,0 5 0,3 8 458,-2-1-458,-3-9 0,0 0 0,3 14-11,-3-15 0,-1-3 11,-1-6 0,-1 0 78,1-1-78,-2-1 0,2 0 0,-2 0 0,0 0 0,0 1 0,0 10 0,0-7 0,1 2 0,0 1 0,0 1 0,2 3 0,0 0 0,0-4 1190,1 13-1190,-1-10 0,-1-8 0,1 7 0,-2-3 0,1-6 0,0 5 0,0-8 0,-1 0 1077,1-1-1077,-1 6 0,1-4 0,0 3 183,-1-6-183,1 18 0,-1-15 0,-1 14 0,0-18 0,0-1 0,0 4 0,0-4 0,0 4 0,0-6 0,0 0 0,0-1 0,0-1 0,0 1 0,-1 0 0,0 1 0,0 0 0,-1 13 0,0-7 0,0 9 0,1-12 0,-4 17 0,3-13 0,-3 12 0,1-9 0,0-6 0,0 6 0,1 0 0,1-4 0,-1 4 0,1-1 0,1-4 0,0 4 0,0-3 0,1-5 0,0 3 0,0-2 0,0-3 0,0 1 0,1-3 0,0-1 0,-1-1 0,1-1 0,-1-1 0,0 0 0,0 0 0,1 1 0,0-2 0,0 1 0,2-3 0,0 0 0,-4 2 0,3-1 0,-2 2 0,2-1 0,2 1 0,-1-1 0,0 2 0,0-2 0,-1 1 0,1-1 0,-1 2 0,1-2 0,1 5 0,-1-3 0,1 2 0,-2-3 0,-1-1 0,-1 0 0,0 0 0,1-1 0,1-3 0,-1 2 0,1-1 0,-2-1 0,0 1 0,0-2 0,0 0 0,-1-10 0,1 5 0,-6-18 0,3 15 0,-4-8 0,0 2 0,1 4 0,-3-4 0,2 5 0,-1 0 0,0-1 0,0 0 0,-1 0 0,0 0 0,1-1 0,-5-3 0,-4-4 0,4 5 0,-1 0 0,8 10 0,0 0 0,-2-1 0,2 2 0,-1-1 0,1 0 0,2 2 0,-3-2 0,4 2 0,-1 0 0,-1 0 0,2 2 0,-1-1 0,3 3 0,0 0 0,2 4 0,1-1 0,1 3 0,-1-1 0,0 2 0,1-1 0,3 5 0,-2-4 0,2 2 0,-1-2 0,0-1 0,1 2 0,4 4 0,-2-1 0,4 2 0,-3-3 0,0 1 0,5 4 0,-3-1 0,4 4 0,-4-4 0,0-1 0,0 0 0,0-1 0,-1 0 0,0-1 0,-1-1 0,-2 1 0,0-2 0,-1 0 0,-1-1 0,0-1 0,3 6 0,-4-6 0,3 5 0,-5-8 0,0-1 0,0 2 0,0-3 0,0 1 0,-2-2 0,-1 0 0,1 1 0,0 0 0,0 0 0,2-6 0,0 2 0,7-13 0,-1 5 0,11-15 0,-7 9-448,7-7 448,-6 4 0,1-2 0,1 0 0,0-1 0,-1 0 0,0 1 0,-1 1 0,0 2 0,-2 0-68,-1 2 68,-1 1 0,-2 2 0,6-7 0,-9 11 0,4-4 444,-9 14-444,-1 2 72,-2 2-72,-4 6 0,-1 0 0,-3 6 0,-4 5 0,0 0 0,-2 1 0,-6 11 0,7-11 0,-1 0 0,-9 14 0,11-15 0,-11 15-307,19-23 307,-1 1 0,5-8 0,0 0 0,1-2 0,1-1 0,-1-1 0,2 0 307,1-2-307,4-4 0,1 0 0,9-7 0,-3 2 0,6-4 0,-3 0 0,17-17 0,2-4 0,-8 8 0,7-6 0,-3 0 0,-17 15 0,-5 5 0,0-3 0,-2 4 0,-2 4 0,0-1 0,-2 3 0,-2 4 0,-2 1 0,-2 5 0,-1 2 0,-1 0 0,-2 2 0,1 1 0,-5 5 0,5-3 0,-3 3 0,5-6 0,-6 5 0,1-4 0,-10 7 0,6-6 0,-3 1 0,0 2 0,7-7 0,-3 3 0</inkml:trace>
  <inkml:trace contextRef="#ctx0" brushRef="#br0" timeOffset="425402">4582 18782 5734,'4'6'0,"-1"0"0,-1-2 0,1 1 0,-1-3 0,1-1 0,-1-1 0,0 0 0,0-1 0,-1 0 0,0 1 0,7-2 0,-4 3 0,11-3 0,-10 2 0,7 0 0,-7 0 0,5 0 0,-4 1 0,1-1 0,0 1 0,4-1 0,-4 0 0,4 0 0,-6 0 0,1 0 0,-1 0 0,1 0 0,-1 0 0,2-2 0,-3 2 0,0-1 0,-2 1 0,-1 0 0,1-1 0,0 1 0,2-2 0,1 1 0,-1-1 0,1 0 0,-1 1 0,3-1 0,-2 1 0,4-1 0,-4 0 0,3 1 0,-3-1 0,2 0 0,-2 1 0,2 0 0,-3 0 0,-1 0 0,6 0 0,-4 0 0,4 0 0,-4 1 0,1-1 0,1 1 0,3-1 0,-2-1 0,3 0 0,-4 1 0,2 0 0,-1-1 0,1 1 0,0-1 0,5 0 0,-3-1 0,3 1 0,-4 0 0,0 1 0,0-1 0,0 1 0,0-1 0,0 0 0,0 1 0,10-1 0,-7 0 0,15-2 0,-13 2 0,5-2 0,15-2 0,-15 3 0,16-4 0,-21 5 0,-1 0 0,1 0 0,-1 1 0,1 0 0,0-1 0,-1 0 0,0 0 0,0 1 0,1 0 0,7-3 0,-5 2 0,6-2 0,-7 2 0,1-2 0,1 1 0,0 0 0,1-1 0,7-2 0,-6 3 0,7-2 0,-9 2 0,1 0 0,7-2 0,-6 3 0,4-3 0,-7 4 0,-1-1 0,0 1 0,-2 0 0,6 0 0,-4 1 0,3 0 0,2-2 0,-5 1 0,10 0 0,-11 0 0,28 0 0,-24-1-285,19-1 285,-24 0 0,0 1 0,1-1 0,0 0 0,1-1 0,7-1 0,-5 0 0,26-4 0,-23 4 0,15-2 285,-19 4-285,7-1 0,-5 1 0,6-1 0,0 1 0,-7-1 0,6 1 0,-8 0 0,1 1 0,-2-1 0,1 1 0,-2 0 0,0 0 0,-2 1 0,-1 0 0,0-1 0,-1 2 0,0-1 0,0 0 0,1 0 0,37-5 0,-25 3 0,2 0 0,1 0 0,0 1 0,-7 1 0,14 0 0,-14 1 0,13-1 0,-2 1 0,-6-2 0,2 2 0,-15 0 0,5 0 0,-5-1 0,6 0 0,0-2 0,-3 1 0,5-2 0,-6 2 0,1 0 0,7-2 0,-4 0 0,6-2 0,-7 2 0,-1-1 0,-1 0 0,-1 0 0,2-2 0,-4 4 0,1-2 0,-4 1 0,-1 1 0,11-4 0,-7 3 0,10-2 0,-10 2 0,3-1 0,1 0 0,3 0 0,2-1 0,1 0 0,2 0 0,0-1 0,2 2 0,-2-1 0,0 1 0,-1 1 0,-1 1 0,-2 0 0,8 1 0,-11 1 0,5 1 0,-6 2 0,-7-1 0,6 2 0,-10-2 0,5 2 0,-4-2 0,2 1 0,1 0 0,-2-1 0,1 1 0,0 0 0,-1-1 0,6 3 0,0-3 0,4 2 0,0-1 0,1-1 0,3 0 0,1 0 0,2 0 0,0 1 0,2-1 0,0 0 0,11 0 0,-8 1-687,8 0 687,-11 1 0,0 1-409,-1-1 409,1 0 0,-1 1 0,-1-2 0,0 1-184,-3 0 184,0 0 0,-3 0 0,-1 0 0,-1-1 644,-1 1-644,-2 0 0,14 3 0,-12-2 0,10 3 430,-16-5-430,0 0 206,0-1-206,0 0 0,0 0 0,0 1 0,11-1 0,-7 1 0,17 0 0,-13 0 0,8-1 0,-7 0 0,2-1 0,1 0 0,1-1 0,1 0 0,2 0 0,1 0 0,2 1 0,11-1 0,-13 1 0,0-1 0,16 1 0,-15 0 0,-2 1-268,-3 1 268,4 0 0,-11 1 0,1-1 0,-3 1 0,-1-1 0,0 1 0,10 2 0,-8-2 0,9 1 0,-9-2 0,0-1 268,0 0-268,1 0 0,1 1 0,1-2 0,0 0 0,11 0 0,-6 0 0,7 0 0,3 0 0,-7 0 0,9 0 0,-10-2-337,0 1 337,0-1 0,0-1 0,0 1 0,0-1 0,0 1 0,-2-1 0,-1 1-95,-2 1 95,1-1 0,-2 1 0,-1 1 0,5 0 0,4 0 0,-6 0 0,14 1 0,-20-1 334,9 0-334,-7 1 98,-3-1-98,12 1 0,-9-1 0,14 0 0,-11 0 0,8 0 0,-7 0 0,1 0 0,1 0 0,1 0 0,12 1 0,-8-1 0,8 2-519,-11-1 519,0 1-259,-1 0 259,0 1 0,-3-1 0,1 1 0,-2-1 0,0-1-15,-1 1 15,0-1 0,-1 0 0,0 1 503,-1-1-503,0 0 273,1 0-273,-2-1 17,1 0-17,0 0 0,0-1 0,-1 0 0,1-1 0,7-2 0,1-1 0,7-2 0,-7 2 0,-2 0 0,-8 3 0,0-1 0,0 1 0,0-1 0,0 1 0,1-1 0,1 1 0,0-1 0,2-1 0,0 1 0,30-7 0,-20 5 0,-2 0 0,1 0 0,-1 0 0,-2 0 0,9-1 0,-2 1 0,1 0 0,-3 0 0,7-1 0,-2 2 0,-9 0 0,7 0 0,-2 0 0,-7 2-331,7-1 331,-9 0 0,0 1 0,-1 0 0,1 0-121,-2 1 121,1 0 0,-1 0 0,-1 0 0,7-1 0,-7 0 0,14 0 326,-13 1-326,11-2 0,2-1 0,-2 1 0,3 0 0,0 0-414,-9 0 414,6 1 0,0-1 0,-7 2 0,22-2 0,-22 1 0,12 0-187,-18 1 187,0 0 0,-1 0 0,6 0 0,-5 0 0,10 0 0,-10 1 0,4 0 530,-5 0-530,-1 0 197,2 0-197,-1 1 0,0 0 0,1 1 0,1 0 0,1 0 0,-1 1 0,2-1 0,0 1 0,0-1 0,0 1 0,0-1 0,2 0 0,21 1 0,-14-1-755,15 1 755,-20-2 0,-1 1-497,8 0 497,-8-2-228,6 2 228,-10-1 0,-2 0 0,1 0 0,3 1 697,-5-1-697,4 1 523,-1 0-523,-5-1 260,9 1-260,-10-1 0,10 0 0,-8-1 0,5 0 0,-5 0 0,3 0 0,-1 0 0,3 0 0,1 0 0,1 1 0,-1-1 0,1 0 0,-1 0 0,-1 1 0,0 0 0,0 0 0,-1 1 0,2-1 0,-1 0 0,1 0 0,0-1 0,0 0 0,0 0 0,23 2 0,-13 1 0,0-1 0,0 0 0,-2 0 0,5 0 0,-18-2 0,1 0 0,7 0 0,-5 0 0,5 0 0,1 0 0,-6 0 0,23 0 0,-19 0 0,21 0 0,-22 0-310,7 0 310,-8 0 0,-1 0 0,8 0 0,-8 0 0,7 1 0,-11-1 0,1 0 0,-1 0 0,-1 1 0,0-1 310,-2 2-310,0-1 0,8-1 0,-8 1 0,12 0 0,-13 0 0,3 0 0,-3 0 0,0 0 0,2 0 0,0 0 0,22 0 0,-16-1 0,15 0 0,-19 0 0,17 1 0,-16 0 0,13 1 0,-9-1 0,-7 1 0,8-1 0,-1 1 0,-7-2 0,8 1 0,-10 0 0,-2-1 0,1 2 0,2-1 0,-4-1 0,2 1 0,-5 0 0,0 0 0,0 0 0,-1-1 0,1 0 0,1 0 0,-2 0 0,1 0 0,6 0 0,-4 1 0,4 0 0,-6 1 0,-2-2 0,2 0 0,-1 0 0,1 0 0,-2 0 0,0-1 0,-6-2 0,-18-7 0,-1-2 0,-12-9 0,8 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6-29T01:18:17.1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3040 4642 5734,'5'4'0,"-2"-1"0,0 0 0,-2-1 0,0 1 0,-1-1 0,0 0 0,-1-1 0,0 0 0,-1 1 0,1-1 0,1 0 0,4-1 0,-2 0 0,2-1 0,1 2 0,-1 0 0,3 0 0,-2 0 0,2 0 0,0 0 0,10 1 0,-6-1 0,9 0 0,-4 0 0,-3 0 0,5 1 0,-1-1 0,-3 0 0,4-1 0,-1 1 0,-4 0 0,15 0 0,-13-1 0,14 1 0,-5-3 0,-3 1 0,2-1 0,-10 0 0,-1 1 0,6-2 0,-5 2 0,3-1 0,-1 2 0,-4-1 0,4 1 0,7-1 0,-7 0 0,7-1 0,-10 1 0,-1 0 0,-1-1 0,6 1 0,-5-1 0,3 0 0,-2 1 0,-3 0 0,1 0 0,2 0 0,-4 1 0,7-1 0,-6 1 0,1 0 0,4-2 0,-3 1 0,5 0 0,5-2 0,-8 2 0,14-2 0,-14 1 0,4 0 0,26-1 0,-24 1-225,24-1 225,-32 3 0,0 0 0,0 0 0,5-1 0,-4 0 0,4-1 0,0 1 0,-4 0 0,13 1 0,-11-1 0,7 0 0,2 1 0,-7 0 225,7 0-225,-10 0 0,0 0 0,0-1 0,0 0 0,-1-1 0,1 2 0,-1-1 0,1 0 0,6 0 0,-3 0 0,5-1 0,1 0 0,-6 1 0,10-1 0,-11 1 0,4 0 0,-7 1 0,5 0 0,-5 0 0,5-1 0,-1 1 0,-2-1 0,3 1 0,6-3 0,-2 2 0,4-2 0,-6 2 0,-6 0 0,5 1 0,-5 0 0,5 0 0,-2 2 0,-2-1 0,3 0 0,8 1 0,-1-2 0,6 0-287,-7-2 287,-6 0 0,6 0 0,-4 1 0,6-2 0,0 1 0,-6 0 0,5-1 0,0 2 0,-6-1 0,6-1 0,-1 0 0,-6 0 0,5 1 0,7-2 0,-9 2 0,18-3 0,-18 1 0,5 0 0,1-1 0,-7 1 0,12 0 0,-3 0 0,-4 2 0,0-1 0,-11 2 0,-1-1 0,7 1 287,-5-1-287,5 1 0,-2-1 0,-3 1 0,3-1 0,5 1 0,-7 0 0,16 1 0,-15 0 0,5 0 0,1 1 0,-5-1 0,4 0 0,-7-1 0,-1 0 0,6 2 0,-5-1 0,4 2 0,1-1 0,-5-1 0,6 0 0,-5 0 0,-1 0 0,0 0 0,0 0 0,-1-1 0,7 0 0,-4 0 0,4 1 0,2 0 0,-5 0 0,6 1 0,-7-1 0,1 0 0,7 0 0,19 0 0,-11 0 0,-6 0 0,0 1-481,-4 0 481,8 0 0,-5 1 0,0 0 0,4 1 0,3 0 0,-1 0 0,-5 0 0,10 0 0,-2 1 0,-7-1-639,9 0 639,-11 0-188,11 0 188,-9-1 0,8 0 0,-2-1 0,-8 0 440,6-1-440,-2 1 0,-5-1 0,5 0 0,4-1 0,-7 0 657,8 0-657,4-1 0,-10 1 0,10-1 0,-3 0-529,-8 1 529,6-1 0,-3 0 0,-7 1 0,4-1 0,5-1 0,-14 1 0,13-2 0,-20 3 0,4-1 0,-3 1 0,-3 1 0,-1-1 740,-4 1-740,0 0 0,0 0 0,0 0 0,-1 0 0,1 0 0,-2 0 0,0 0 0,0 0 0,-5-2 0,-2 2 0,-4-2 0,-3 0 0,-1 1 0,-1-1 0</inkml:trace>
  <inkml:trace contextRef="#ctx0" brushRef="#br0" timeOffset="2689">12438 6002 5734,'-4'-3'0,"1"-1"0,4 3 0,3 0 0,14 0 0,2 0 0,13 0 0,-5 0 0,0 0-1257,-3 0 0,1 0 1257,9 0 0,3 0 0,7 1 0,0-1 0,-9 1 0,1 0 0,-6 0 0,2-1 0,0 2 0,1-1 0,0 1 0,-2 0 0,6 0 0,0 0 0,-6 0 0,0 1 0,2 0 0,6 0 0,1 1 0,-3 0 0,-3 0 0,3 0 0,5 1 0,8-1 0,-1 1 0,-9-1-677,-8-1 0,-3 0 677,8 0 0,4 0 0,-9 0 0,-6-3-290,6-1 290,-15 0 0,5-6 0,-19 4 1430,-14-6-1430,1 6 565,-12-2 1,10 3-1,-1 0 1</inkml:trace>
  <inkml:trace contextRef="#ctx0" brushRef="#br0" timeOffset="2922">13742 5898 5734,'43'1'0,"-15"2"0,5 0 0,-19 1 0,6 3 0,-8 0 0,2 3 0,-8 8 0,-4-6 0,-2 9 0,-3-10 0,-7 11 0,3-9 0,-5 9 0,-5-2 0,6-8 0,-7 5 0</inkml:trace>
  <inkml:trace contextRef="#ctx0" brushRef="#br0" timeOffset="4835">15077 5308 5734,'4'-1'0,"-2"2"0,-1 2 0,-1 2 0,0 6 0,1-1 0,-1 5 0,0 7 0,1-2 0,0 7 0,3 18 0,-2-16-221,0 0 0,1-1 221,-1-1 0,2 6 0,0-5 0,-1-8 0,1 4-56,-1-6 56,-1-5 0,1 1 0,-2-5 0,1-3 0,-1 1 440,2-5-440,-3-2 58,-4-6-58,0 1 0,-3-5 0,3 4 0,0 0 0</inkml:trace>
  <inkml:trace contextRef="#ctx0" brushRef="#br0" timeOffset="5185">14991 5293 5734,'12'2'0,"12"0"0,-8 0 0,11 1 0,2-2 0,-4 0 0,7-2 0,2 0 0,-9 0 0,7 0 0,-5-1 0,-9 1 0,4-1 0,-7 2 0,-5-1 0,0 1 0,-7-1 0,-3 2 0,-5 0 0,-2 1 0,-2-1 0</inkml:trace>
  <inkml:trace contextRef="#ctx0" brushRef="#br0" timeOffset="5435">15060 5525 5734,'14'0'0,"-3"0"0,18-3 0,-11 0 0,9-3 0,-2 0 0,-6 1 0,6-2 0,-3 1 0,-6 3 0,3-1 0,-7 2 0,-3 2 0,-2 1 0,-2 0 0,-1 0 0</inkml:trace>
  <inkml:trace contextRef="#ctx0" brushRef="#br0" timeOffset="5970">15458 5566 5734,'-10'0'0,"2"1"0,-1 0 0,-2 1 0,3 0 0,-3-1 0,-7 2 0,8 0 0,-8 0 0,11 0 0,0 0 0,-2 4 0,3-2 0,-4 4 0,2 2 0,2-2 0,-1 4 0,3 4 0,3-1 0,1 3 0,2-6 0,1-5 0,3 1 0,1-3 0,2 1 0,7-6 0,-3-2 0,5-4 0,2-4 0,-5 0 0,4-5 0,-2-3 0,-6 3 0,3-5 0,-7-1 0,-2 6 0,1-3 0,-4 4 0,-1 4 0,-1-1 0,-3 2 0,-1 5 0,-3 0 0,0 5 0,0 1 0,0 1 0,3-1 0,1 1 0</inkml:trace>
  <inkml:trace contextRef="#ctx0" brushRef="#br0" timeOffset="6322">15560 5630 5734,'6'13'0,"-2"-3"0,1 5 0,3 12 0,-3-12 0,4 12 0,-6-19 0,0-1 0,0-1 0,0-3 0,1 0 0,-2-5 0,1-1 0,-1-8 0,0-5 0,1 0 0,-2-2 0,1 5 0,-1-1 0,2-6 0,-1 5 0,2-4 0,-1 2 0,0 4 0,1-7 0,-1 11 0,0-3 0,1 6 0,0 3 0,0-2 0,1 3 0,-1 2 0,0 4 0,-2-1 0,2 3 0,-2-2 0</inkml:trace>
  <inkml:trace contextRef="#ctx0" brushRef="#br0" timeOffset="6817">15746 5597 5734,'0'8'0,"1"4"0,0-3 0,0 5 0,2 2 0,-1-4 0,4 14 0,-3-14 0,4 12 0,-3-16 0,1 2 0,0-8 0,-1-3 0,10-9 0,-7 2 0,11-19 0,-11 12 0,5-10 0,-2-6 0,-5 14 0,3-11 0,-5 19 0,-2 2 0,0 0 0,-1 4 0,1 1 0,0 7 0,1 2 0,4 21 0,-2-13 0,2 13 0,-1-15 0,0-1 0,3 4 0,-1-5 0,1 3 0,3-5 0,-4-4 0,9-4 0,-7-5 0,2-3 0,2-7 0,-5 3 0,2-5 0,-4-7 0,-4 8 0,3-12 0,-4 15 0,0-1 0,-3 0 0,1 8 0,-1-1 0,2 8 0,5 1 0,1 1 0</inkml:trace>
  <inkml:trace contextRef="#ctx0" brushRef="#br0" timeOffset="7493">16275 5550 5734,'-2'-4'0,"-1"0"0,1 2 0,-3 0 0,-7 5 0,3 1 0,-15 14 0,12-7 0,-8 16 0,12-12 0,0 5 0,3-1 0,5 4 0,3-1 0,3-5 0,8-9 0,-4-9 0,14-9 0,-11 1 0,16-24 0,-18 14 0,6-22 0,-9 13 0,-1 1 0,-2 2 0,-4 14 0,1-1 0,-2 6 0,0 5 0,-1 6 0,0 3 0,0 5 0,1 4 0,2-3 0,1 5 0,4 1 0,-1-6 0,2 3 0,0-4 0,-2-5 0,3 0 0,0-4 0,-2-2 0,3-2 0,2-4 0,-2-1 0,3-3 0,-2-3 0,1-4 0,-1 0 0,-3 1 0,-4 6 0,-3 4 0,0 2 0,-1 1 0,-1 5 0,0 6 0,-1 2 0,0 14 0,1-11 0,1 9 0,1-10 0,0-5 0,0 2 0,-1-7 0,0 0 0,0-2 0,1-7 0,1-1 0,1-6 0,-1 0 0,2-8 0,-2 4 0,1-5 0,-1 6 0,0 2 0,0 0 0,1 1 0,-1 2 0,1 1 0,-1 1 0,1 2 0,2 0 0,0 2 0,7 0 0,-1 1 0,3 3 0,-2 2 0,19 17 0,-14-10-301,16 14 301,-21-15 0,1-1 0,1 0 0</inkml:trace>
  <inkml:trace contextRef="#ctx0" brushRef="#br0" timeOffset="7834">16748 5611 5734,'-1'-5'0,"-1"0"0,-1 0 0,0 2 0,-2-1 0,-3 3 0,1 3 0,-3 1 0,-4 10 0,5-4 0,-6 13 0,9-9 0,2 2 0,3 0 0,2-6 0,1 3 0,7-5 0,-2-5 0,11-6 0,-8-5 0,4-6 0,-2-9 0,-3 3 0,3-22 0,-8 14 0,-1-1 0,0 6 0,0-1-608,-2-7 1,0 1 607,-1-2 0,0 1-187,0-6 187,-1 13 0,1-2 0,0 13 0,0 11 0,0 36 0,0-6-516,1 1 1,-1 1 515,1 6 0,2 1 0,-1 1 0,2 0 0,2 1 0,1-3 0,1 0 0,3-4 412,0-2-412,1-3 0,-1-3-18,1-3 0,1-4 0,1-3 0</inkml:trace>
  <inkml:trace contextRef="#ctx0" brushRef="#br0" timeOffset="8586">17351 5206 5734,'-4'5'0,"3"1"0,0 7 0,2 3 0,1 4 0,0 3 0,6 15 0,-2-7 0,3 11 0,-3-15 0,0 1 0,2 6 0,-1 2 0,0-2 0,-1-8 0,1 10 0,-4-22 0,-1-2 0,0-2 0,-3 0 0,-1-4 0,-14-3 0,4-7 0,-9-3 0</inkml:trace>
  <inkml:trace contextRef="#ctx0" brushRef="#br0" timeOffset="8985">17378 5481 5734,'17'0'0,"0"1"0,-1-1 0,-2 1 0,7 1 0,-7 0 0,4 1 0,-1 4 0,-6-1 0,9 11 0,-12-7 0,6 17 0,-10-13 0,3 20 0,-5-20 0,0 8 0,-2-12 0,0-3 0,1-1 0,-1-3 0,1-2 0,-3-19 0,1 7 0,-2-15 0,1 13 0,3-15 0,-2 12 0,3-10 0,2 9 0,2 4 0,4-2 0,21-2 0,-14 9-214,16-5 214,-18 11 0,-1 2 0,6 4 0,-6 0 0,3 3 0,-8-1 0,0 0 0,-1 1 0</inkml:trace>
  <inkml:trace contextRef="#ctx0" brushRef="#br0" timeOffset="9818">17873 5529 5734,'-9'1'0,"-1"1"0,-1 2 0,1 1 0,-9 13 0,3 6 0,2 0 0,4 1 0,7-12 0,1 5 0,1-6 0,1 2 0,1-5 0,0-3 0,0-1 0,3-5 0,0-2 0,3-2 0,4-7 0,-3 0 0,3-5 0,-1-4 0,-1 4 0,1-5 0,-2 0 0,-3 6 0,0-3 0,-2 2 0,-1 7 0,0-5 0,-1 11 0,-1 1 0,-2 11 0,2 2 0,0 5 0,0-1 0,4 2 0,-1-4 0,2 4 0,2-2 0,-2-5 0,3 3 0,-2-6 0,14 2 0,-2-7 0,7 1 0,-2-10 0,-9 1 0,2-4 0,-2-4 0,-4 2 0,2-5 0,-2-4 0,-4 6 0,0-5 0,-2 1 0,-3 7 0,1-3 0,-1 5 0,0 4 0,-1-1 0,-1 3 0,0 2 0,0 0 0,0 6 0,0 7 0,-1 1 0,0 4 0,2 16 0,2-14 0,0 14 0,0-21 0,1-1 0,-2-1 0,2 0 0,-1-4 0,1 0 0,2-5 0,-1-1 0,14-18 0,-9 6 0,6-13 0,-9 11 0,-1-1 0,3-11 0,-3 10 0,2-7 0,-5 13 0,0 4 0,2 4 0,-2 6 0,5 19 0,-3-5 0,2 13 0,-2-3 0,-1-7 0,4 17 0,-4-20 0,1 5 0,-2-12 0,0-4 0,0-1 0,2-6 0,-1-2 0,4-7 0,-1-1 0,-1-1 0,0 1 0,-3 3 0,1 1 0,-1 1 0,-1 0 0,0 1 0,-1 1 0,0 1 0,-1 1 0,0-1 0</inkml:trace>
  <inkml:trace contextRef="#ctx0" brushRef="#br0" timeOffset="10339">18419 5494 5734,'-9'-1'0,"2"0"0,-4 0 0,-4 2 0,3 2 0,-3 1 0,2 4 0,4-1 0,-1 2 0,4 2 0,3-2 0,2 3 0,12 12 0,-4-12 0,10 12 0,-8-16 0,1 1 0,3 3 0,-3-3 0,2 2 0,-7-5 0,0 0 0,-3-2 0,-11 7 0,2-5 0,-11 4 0,6-7 0,-9 0 0,8-2 0,-7-3 0,12 0 0,1-1 0,7-10 0,4 3 0,5-9 0</inkml:trace>
  <inkml:trace contextRef="#ctx0" brushRef="#br0" timeOffset="10622">18688 5177 5734,'-3'-7'0,"-2"1"0,-1 3 0,-3 1 0,-6 9 0,3 2 0,-5 9 0,3 11 0,3 4 0,-2 7-472,6-10 1,-1 5-1,2-3 472,4-8 0,2 1 0,0 20 0,1 1 0,1-17 0,1 0 0,0 8 0,2 3 0,1-6 0,1 2 0,0-3 0,-1 0 0,1-1 0,0 0 0,0 3 0,0-3 0,0 2 0,0-3 0,3 15 0,-4-18 0,0-2 0,1 2 0,-3-5 0,-1-6 0,-4-4 0,-2-8 0,-4-7 0,-1-7 0,-9-15 0,2 2 1096,-7-12-1096,9 12 0,0-1 0,-7-16 0,7 13 0,0 0 0</inkml:trace>
  <inkml:trace contextRef="#ctx0" brushRef="#br0" timeOffset="10967">18520 5556 5734,'15'-3'0,"1"2"0,0-1 0,16 0 0,-13 2 0,11 0 0,-16 1 0,-2 1 0,-2 0 0,3 6 0,-6-3 0,-1 14 0,-7-9 0,-5 21 0,2-16 0,-1 20 0,5-21 0,7 11 0,-2-16 0,13-2 0,-9-8 0,10-9 0,-7-12 0,-3 4 0,-4-7 0,-6 11 0,-4-8 0,1 9 0,-3-5 0,0 10 0,2 3 0,-1 0 0,-5 5 0,6 0 0,-2 3 0,7-1 0</inkml:trace>
  <inkml:trace contextRef="#ctx0" brushRef="#br0" timeOffset="11251">18806 5615 5734,'6'4'0,"1"1"0,0-1 0,4 3 0,-2-2 0,5 1 0,9-2 0,-10-2 0,9-1 0,-15-3 0,3-8 0,-5 3 0,1-5 0,-4 0 0,-3 3 0,1-3 0,-5-8 0,2 10 0,-3-7 0,4 13 0,1 0 0,-1-1 0,1 2 0,-3-1 0,2 3 0,-2 1 0,2 1 0,1 0 0,1 1 0</inkml:trace>
  <inkml:trace contextRef="#ctx0" brushRef="#br0" timeOffset="11901">18909 5533 5734,'-6'23'0,"2"-1"0,2-9 0,1 3 0,-1 14 0,1-10 0,0 10 0,1-7 0,0-6 0,0 4 0,0-5 0,0-5 0,0 1 0,-1-4 0,0-4 0,0-2 0,1-6 0,0-3 0,-1-11 0,-1 4 0,-1-6 0,-1-23 0,2 19-480,0-20 480,3 28 0,2 0-116,3-6 116,1 7 0,4-5 0,9-1 0,-5 9 0,24-12 0,-23 18 0,18-5 0,-23 10 0,7 4 0,-10 0 0,3 3 0,-5-2 0</inkml:trace>
  <inkml:trace contextRef="#ctx0" brushRef="#br0" timeOffset="12556">19132 5550 5734,'-2'7'0,"-1"5"0,1-3 0,-3 25 0,3-19 0,-1 16 0,2-21 0,-1 2 0,2-4 0,-2 0 0,2-4 0,0-2 0,0-2 0,1-3 0,-1-1 0,2-4 0,-2-3 0,1 0 0,1-3 0,1-3 0,0 3 0,6-15 0,-4 14 0,8-17 0,-8 20 0,3-5 0,-3 10 0,-1 3 0,3 1 0,3 8 0,-2 5 0,4 2 0,-6 3 0,-1-3 0,0 8 0,-2-5 0,1 4 0,-1-1 0,-1-6 0,-1 3 0,1-7 0,-2 1 0,1-5 0,0 0 0,0-11 0,1 1 0,0-6 0,0-2 0,0 3 0,2-5 0,0-1 0,-1 4 0,3-6 0,2 2 0,-1 3 0,4-3 0,1 3 0,-2 4 0,2-2 0,0 2 0,-4 4 0,1 0 0,-1 3 0,-3 1 0,1 2 0,-2 4 0,0 0 0,-1 5 0,3 20 0,-3-13 0,3 17 0,-3-21 0,2 4 0,-2-4 0,1 1 0,1-4 0,-1-3 0,1 0 0,3-4 0,-1-2 0,4-4 0,-5 1 0,0-4 0,-3-2 0,-1-2 0</inkml:trace>
  <inkml:trace contextRef="#ctx0" brushRef="#br0" timeOffset="19318">6463 5512 5734,'-8'-4'0,"-2"0"0,4 1 0,-3-1 0,-6 0 0,5 0 0,-15-1 0,14 4 0,-11 0 0,10 2 0,-3 1 0,-24 10 0,20-6 0,-20 8 0,29-10 0,1 0 0,1-1 0,-1 0 0,-1 1 0,1-2 0,-1 2 0,2-1 0,-3 2 0,-5 2 0,3-2 0,-2 2 0,4-1 0,4-1 0,-4 0 0,4 0 0,1-1 0,-1 2 0,1 0 0,-2 1 0,0 4 0,0-3 0,-2 4 0,1-1 0,1-2 0,-5 7 0,6-7 0,-1 5 0,1-3 0,2-3 0,-2 4 0,0-1 0,3-2 0,-2 2 0,1 1 0,0-3 0,-1 3 0,-2 5 0,-1 2 0,0 1 0,1-2 0,2-2 0,2-3 0,0 4 0,1-6 0,0 3 0,1-1 0,-1 0 0,0 13 0,1-4 0,0 5 0,2-10 0,0-5 0,0 3 0,0-3 0,0 3 0,0-1 0,1-3 0,-1 3 0,1 1 0,0-5 0,1 4 0,0 3 0,0-7 0,-1 11 0,0-11 0,-1 2 0,0 5 0,0-6 0,0 9 0,1-10 0,-1 2 0,2 2 0,0-6 0,2 11 0,1-5 0,-1 0 0,0-1 0,-1-7 0,0 3 0,0-2 0,3 5 0,-3-6 0,4 5 0,-4-5 0,1 2 0,-1-3 0,0-2 0,2 4 0,-2-3 0,1 1 0,-1-2 0,-1 0 0,1-1 0,-1 0 0,1 1 0,-1-1 0,1 1 0,0-1 0,4 2 0,-2-1 0,2 1 0,1-1 0,-1 0 0,1 0 0,-2 0 0,0-1 0,1 0 0,0 0 0,3 0 0,-2-1 0,2 1 0,-1-1 0,-3-1 0,4 1 0,4-1 0,-4 0 0,5-1 0,-7 0 0,0 0 0,2 0 0,-2 1 0,2 0 0,1 0 0,-2 0 0,2 0 0,-4 0 0,6-1 0,-5 0 0,3 0 0,-4 0 0,-2 0 0,1-1 0,14-8 0,-10 5 0,13-8 0,-16 8 0,2-1 0,2-3 0,-3 3 0,5-4 0,2-4 0,-6 6 0,8-9 0,-10 9 0,3-4 0,11-13 0,-11 12 0,11-12 0,-15 17 0,1 0 0,-1 1 0,-1-1 0,2-3 0,-3 2 0,2-2 0,-1 0 0,-1 3 0,3-7 0,-1 3 0,0-1 0,0 1 0,-1 0 0,0 3 0,2-6 0,-3 6 0,1-2 0,1 1 0,-1 1 0,-1-1 0,0 0 0,-1 3 0,1-2 0,-2 0 0,0 2 0,1-2 0,-2 0 0,2 1 0,-2-3 0,2-7 0,-2 5 0,0-34 0,-2 27-237,1-19 237,-1 26 0,0-6 0,1 6 0,0-6 0,0-4 0,0 8 0,1-25 0,0 23 0,0-13 0,-1 16 0,0-1 0,-1-10 0,1 8 0,-2-7 0,-2 5 0,1 6 0,-2-4 0,-4 2 237,2 4-237,-15-7 0,8 10 0,-28-5 0,19 10 0,-15-1 0,11 5 0,9 0 0,-4 0 0,12-2 0,1-1 0</inkml:trace>
  <inkml:trace contextRef="#ctx0" brushRef="#br0" timeOffset="58084">2184 9364 5734,'-3'-2'0,"1"0"0,2 2 0,1 5 0,0-1 0,0 9 0,1-7 0,0 8 0,0-8 0,-1 2 0,3 2 0,-3-3 0,3 6 0,-4-8 0,2 2 0,-2 0 0,0-2 0,1 2 0,0-4 0,0-1 0,-1 0 0,0 2 0,-1-3 0,1 2 0,0-2 0,1 0 0,-1 1 0,-1-1 0,0 1 0,1-1 0,0 0 0,0 1 0,0 2 0,0 1 0,0 3 0,0 4 0,0-2 0,0 5 0,0 3 0,0-2 0,1 6 0,3 16 0,1 3 0,-1-1-351,1 3 1,1 1 350,-3-18 0,-1-2-1137,3 14 1137,-2-13 0,0 0 0,-1 1 0,0-2 0,1 15 0,-1-15 0,0 0-241,1 23 241,2-1 0,-2-2-709,1-7 709,-1-15 0,0-1 363,1 3-363,-2-7 1058,1 2-1058,-1-6 262,-1-4-262,1 1 870,-2-3-870,0-3 235,1 1-235,0-4 0,0-5 0,0-3 0,-1-3 0,1-1 0,-1-1 0,-1-4 0,0-1 0</inkml:trace>
  <inkml:trace contextRef="#ctx0" brushRef="#br0" timeOffset="60024">2183 9363 5734,'5'2'0,"-1"-1"0,-2 0 0,3 0 0,-3-1 0,3 1 0,-4-1 0,0 0 0,1 0 0,0 0 0,0 1 0,1-1 0,-1 0 0,1 1 0,2-1 0,-1 1 0,7 2 0,-4-2 0,9 2 0,-7-1 0,4 0 0,-5 0 0,-1-1 0,2 0 0,7 0 0,-5-1 0,13 1 0,-14-1 0,6 1 0,11-2 0,-12 0 0,14 0 0,-16 0 0,-1 0 0,6-1 0,-4 2 0,4 0 0,0 1 0,-4 1 0,4-1 0,13 2 0,-13-1 0,13 0 0,-18-1 0,1-1 0,6 1 0,-5 1 0,6 0 0,-6-1 0,1 0 0,0 0 0,0-1 0,-1 0 0,2 0 0,-1 0 0,1-1 0,1 0 0,1-1 0,0 0 0,-1 0 0,0 0 0,0 0 0,1 0 0,0 0 0,0-1 0,2 0 0,0 0 0,0 0-286,1 0 286,1 0 0,-1 0 0,11-1 0,-7 1 0,7 0 0,0 0 0,-2 0 0,-4 0 0,1 0 0,5-1 0,-6 1 0,8-1 0,-10 3 0,0 0 0,7-2 0,0 1 0,1 0 0,-3 0 0,0 0-658,-6 0 1,1 0 657,4-1 0,-1 1 0,2-1-723,13 1 723,-11 0 0,10 0 0,-14 1-696,9 0 696,-8 0 0,7 0 0,-1 0 0,-9 0-354,6 0 354,-10 0 907,-2-1-907,0 1 0,-1 0 0,0-1 0,0 1 0,4-1 0,-5-1 0,4 1 953,-9 0-953,1 1 0,12-3 0,-12 2 0,10-2 841,-10 3-841,-3 0 493,3-1-493,-3 1 0,13-1 0,-8 0 0,28-2 0,-25 2 0,12-2 0,-19 2 180,-1 1-180,0 0 0,0 1 0,-3 0 0,0 0 0,-4 0 0,-1 0 0,0 0 0,0 0 0,0 0 0,-1 0 0,-1 0 0,0 2 0,-1-1 0,0 4 0,0-2 0,0 2 0,0 1 0,0-3 0,0 3 0,0-3 0,0 0 0,0 0 0,0 0 0,0 0 0,0 1 0,0-2 0,0 4 0,0-4 0,0 2 0,0-1 0,0-1 0,0-1 0,1 1 0,0-1 0,-1 1 0,-1-1 0,1 1 0,-2-1 0,1 0 0,1 0 0,-1 0 0,1 1 0,0 6 0,1 2 0,-1 3 0,2 2 0,-1-4 0,0 1 0,3 8 0,-1-4 0,3 28 0,-2-17 0,0 17 0,0-3-1200,-1-7 1200,1 11 0,-1 3 0,-1-11 0,0-13 0,-1 2 0,1-1 0,0-1 0,1 13 0,2 10 0,-1-4 0,-1-13 0,0 8-473,0-14 473,-1-2-177,1-1 177,0-1 0,-1-2 0,-1-2 1114,1-2-1114,1 11 0,-2-14 525,2 9-525,-3-17 211,1 0-211,-1-2 0,1 1 0,0-2 0,-1 2 0,2-2 0,-7-2 0,-2-4 0,-4-1 0,-1-2 0</inkml:trace>
  <inkml:trace contextRef="#ctx0" brushRef="#br0" timeOffset="61403">2492 10371 5734,'-4'-1'0,"1"0"0,9 3 0,-1-2 0,10 1 0,-5-1 0,4 0 0,2 0 0,8 0 0,-4-1 0,4 0 0,-9 0 0,7-1 0,-4 1 0,6-1 0,3-1 0,-6 0 0,8 0 0,3-1 0,-6 1 0,8-1 0,5-2-1105,-7 1 1105,10-2 0,4 0 0,-8 1-620,-13 3 0,0-1 620,12 0 0,2 0 0,2 0 0,1 0 0,3 0 0,3 1 0,-24 1 0,2 1 0,12 0 0,0 0 0,-8 0 0,1 0 0,3 1 0,4-1 0,-4 1 0,-1 0 0,-2 0-822,11 0 1,-1 0 821,-12 0 0,-1 1 0,0-1 0,-1 0-478,1 0 1,-1 0 477,-1 0 0,-1 0 254,-1 0 0,2 0-254,15 1 0,1-1 0,-16 0 0,-1 0 0,13 0 0,1 1 0,-7-1 0,-2 0 0,18-1 55,-19 1 0,-2 0-55,5-1 0,-14 1 1426,7 0-1426,-10 0 0,14-1 0,-18 1 1324,5 0-1324,-5 0 197,-3 0-197,3 0 1201,-2 0-1201,-2 0 177,0 1-177,-2-1 0,-2 0 0,0 0 0,0 1 0,0 0 0,0 0 0,1 1 0,-2-1 0,-1-1 0,1 0 0,-1 0 0,1 0 0,-6-1 0,-1 1 0,-9 2 0,-2 1 0,-4 3 0,-2-2 0</inkml:trace>
  <inkml:trace contextRef="#ctx0" brushRef="#br0" timeOffset="98869">10956 12654 5734,'-6'-10'0,"0"1"0,2-1 0,0 2 0,-2-3 0,1-2 0,1 3 0,-1-8 0,3 0 0,2 3 0,3-3 0,2 9 0,1-1 0,5-4 0,-2 2 0,4-2 0,1 1 0,-5 4 0,3-1 0,3 2 0,-5 5 0,10-3 0,-9 6 0,4 0 0,0 1 0,-1 1 0,3 0 0,2 3 0,-3-2 0,5 3 0,0 1 0,-3-1 0,4 2 0,1-1 0,3 3 0,-2-1-212,-1 0 212,-7-2 0,0-1 0,0 1 0,1 1 0,-1 0 0,0 0 0,-2 1 0,1-1 0,-1 0 0,2 0 0,0-2 0,1 1 0,10 1 0,14-2 0,-5-1-876,7-4 876,-18-4 0,1-2-437,2-1 437,0-2 0,0 0 0,1-2 0,10-7 0,-9 3-758,7-5 758,-14 4 0,-1-1-62,6-7 62,-3-3 0,-1-2 264,-5 3-264,-7 7 0,3-7 0,-5 7 474,2-5-474,-5 10 823,-2 0-823,0 3 73,0 1-73,-2 2 575,-1 1-575,0 1 136,-1 1-136,0 1 0,0 0 0,-2 1 0,0 1 0,0 0 0,-5 1 0,2 1 0,-9 2 0,3 0 0,-4 2 0,-10 6 0,9-3 0,-18 12 0,20-10 0,-14 23 0,21-20 0,-3 14 0,11-18 0,3 3 0,-1-4 0,3 2 0,2-3 0,-1-2 0,3 0 0,15-2 0,-10-1 0,12 1 0,-16-2 0,1 0 0,-1 0 0,1-1 0,0 0 0,1 0 0,0 0 0,1 0 0,2 1 0,7 0 0,-3 0 0,4 0 0,-5-1 0,0 0 0,1 0 0,2-1 0,14-4 0,-7 1-935,10-2 935,-11 0 0,0 0-632,0-1 632,0 1 0,-1 0 0,-1 0 0,-1-1 0,-2 0-320,-1 1 320,-1-1 0,-2 2-71,-2-1 71,-1 2 831,-2 0-831,28-5 0,-21 5 252,21-3-252,-28 7 0,22 3 0,-14 1 360,17 3-360,-13 5 0,-7-1 0,0 4 0,0 1 0,-1 3 0,0 4 0,-2 1 0,-4-2 83,4 13-83,-9-3 0,-6-12 0,-11 25 0,-2-27 0,-18 13 0,10-20 0,-3 3 0,10-11 0,3-1 0</inkml:trace>
  <inkml:trace contextRef="#ctx0" brushRef="#br0" timeOffset="109352">9458 12045 5734,'13'4'0,"-2"0"0,5-1 0,7-1 0,-5-2 0,8 1 0,1-2 0,-6 1 0,6-2 0,1 1 0,-5 0 0,6-1 0,5-1 0,-6 1 0,9-1 0,-8 0 0,-1 0 0,10-1 0,1 0 0,-1-1-1433,2 0 1433,-16 1 0,5 0-730,4-1 1,8-1 0,0-1 0,-6 2 729,-1 0 0,1 1 0,1-2 0,7 0 0,-2 0 0,-7 1-817,10 2 817,2-1-381,0 1 381,-11 2 0,1 0 0,-8 0 0,1 0 0,13 0 0,6 0 0,-4 1 0,-8-1 0,2 0 0,-1 0 0,8-1 0,3 0 0,-2 0 0,-7 1-93,9-1 0,-1 0 93,-7 1 0,5-2 0,0 1 0,-7 0 0,2 1 0,-4 0 0,2-1 0,1 1 0,-2-1 0,3 1 0,-4 0 0,2 0 0,-1 0 0,7 0 0,-1 0 0,-7 0 0,2 1 0,1-1 0,-1 1 0,1 0 0,-1 0 0,7 0 0,0 0 0,-8 0 0,2 0 0,3 1 0,-3-1 0,3 1 0,0 0 0,-3-1 0,-3 1 0,-3-1 0,3 1 0,4-1 0,4 1 0,0-1 0,-6 1 0,8-1 0,-3 0 0,2 0 0,-1 0 0,0-1 0,1 1 0,-2-1 0,2 0 0,-1 0 0,-10 0 0,-1 1 0,1-1 0,8 0 0,3 0 0,1-1 0,-4 1 0,3 0 0,-1 0 0,-4 0 0,-2 0 0,-3 0 0,2-1 0,3 1 0,3 0 0,0 0 0,-2 0 0,1 0 0,-3 0 0,-2 0 0,6 0 0,2 1 0,-9 0 0,5-1 0,2 1 0,-1 0 0,-2 0 0,9 0 0,-2 0 0,1 0 0,-6 0 0,2 0 0,-2 0 0,-2-1 0,0 1 0,-3 0 0,-2-1 0,6 1 0,-3-1 0,-9 0 0,0 0 0,8 0 0,0-1 0,-2 0 0,-2 0 0,-9 0 0,1 0 243,11 0 0,1 0-243,-6 1 0,-1 0 0,13 0 122,1 0-122,-33 1 2533,3 0-2533,-5 0 1956,3 0-1956,0-1 0,0 1 0,15-2 0,-10 1 637,11-1-637,-5 2 0,-5 0 0,5-1 0,-9 1 0,0-1 0,-2 0 0,-2 1 0,2-1 0,-4 0 0,2 1 0,-4 0 0,-2 0 0,-1 1 0,-2-1 0,-1-2 0,-2 1 0,-2 0 0,-4 3 0,-2 2 0,-2 0 0,-3 0 0</inkml:trace>
  <inkml:trace contextRef="#ctx0" brushRef="#br0" timeOffset="112179">9641 12134 5734,'-6'2'0,"2"0"0,2-2 0,-1-1 0,1 1 0,0-2 0,-1 0 0,-4 0 0,-1 1 0,-5 0 0,-4 1 0,1 0 0,-7 0 0,5-1 0,-2 0 0,-1 0-408,-2-1 408,-1-1 0,-14-1 0,8 1 0,-10-1 0,11 3-735,0 1 735,-1 1 0,-2 2 0,-13 2 0,10-1-942,-10 3 942,16-3 0,-1 1-585,1-1 585,-1 1 0,1 3 0,-13 3 0,11-1 0,5-2 0,2 0 0,-3 1 0,-6 2 314,12-5-314,-6 2 0,5-4 401,-5 2-401,8-2 0,1 0 0,0-1 911,1 0-911,-1 1 0,1-1 0,1 1 710,1-1-710,-8 1 0,9-2 0,-5 2 0,11-3 283,1 0-283,0-1 51,2 0-51,-1 0 0,1 0 0,1-1 0,-4-1 0,4 1 0,-2 0 0,4 1 0,1 0 0,0 1 0,0 0 0,0 0 0,1 1 0,1 1 0,-1 0 0,-1 19 0,0-5 0,-3 18 0,1 8 0,1-1 0,1 1-1431,-2 5 1,1 0 1430,1-1 0,1-1 0,0-3 0,0 0 0,0-9 0,0 0 0,0 12 0,1 1-471,-1-14 0,0 1 1,1-2 470,-1 4 0,0 2 0,1 3 0,0 3 0,0-4 0,1-5 0,-1 1 0,2 8 0,-1 5 0,1-5 0,0-9 0,-1-2 0,1 0 0,-1 2 0,1 0 0,0 14 0,-1-3 0,0-16 0,0 0 0,1 17 0,0-2 0,-1 0-866,-1-1 866,1-3-595,-1-2 595,0-1 1102,0-4-1102,1-1 0,0-3 0,0 7 0,1-10 1327,-1 5-1327,1-6 0,-2-7 1178,1 5-1178,-1-5 0,0-4 1149,0 3-1149,-1-2 978,0-4-978,0 4 0,0 1 0,0-4 0,0 5 0,0 6 0,0-1 0,0 0 0,0-6 0,1-9 0,-1-2 0,0-1 0,0-2 0,0 0 0,1-1 0,-1 0 0,1-1 0,-1 0 0,1 0 0,2 1 0,1-1 0,3 2 0,12 2 0,-5-2 0,19 5 0,-13-4 0,7 1 0,6 0 0,-7-2 0,11 1 0,-8-2 0,-1 0 0,11 2-573,1-2 0,1-1 573,4-1 0,-15 0 0,3 0 0,3-2 0,0 1 0,-7-1 0,1 0 0,7 0 0,4 0 0,-4 0 0,2-1 0,-2 1 0,-2 0 0,3 0 0,-3 1 0,9 0 0,4 1 0,0-1 0,-3 0 0,-7 1-1005,-3 0 1,-5 0 0,4 0 1004,5 0 0,5 0 0,2 0 0,-3 1 0,-8-1-359,0 0 1,-3 1 358,0-1 0,2 0 0,-2 0 0,6 0 0,1 0-286,3 0 0,5 0 0,-4-1 286,-2 0 0,-2 1 0,-5-1 0,3 0 0,-1 0 0,1-1 0,0 0 0,5-1 0,-3 0 0,6 0 0,1-1 0,0 0 0,-4 1 0,-1-1 0,-2 1 0,-1 0 0,3 0 0,2-1 0,1 1 0,2-1 0,-1 0 0,-1 0 0,5-1 0,0 1 0,-1 0 0,-4 0 0,-2 1 0,-3-1 0,4 1 0,2-1 0,4-1 0,1 1 0,-3 1 0,-8 0 0,-2 0 0,-1 1 0,-1 0 0,3 0 0,-2 0 0,2 0 0,-2 0 0,0 0 0,2 1 0,-1-1 0,12 1 0,-1 0 0,-1 1 0,-10-1 0,-2 1 0,4 0 0,4 0 0,5 0 0,0 1 0,-4-1 0,-8 1 0,-2 0 0,1-1 0,8 1 0,1 0 0,2 1 0,-4-1 0,0 0 0,1 0 0,-4 0 0,-3 0 0,-3-1 0,4 1 0,6 0 0,6 1 0,3-1 0,-3 0 0,-7 0 0,-6 0 0,-5-1 0,3 1 0,3 0 0,2 0 0,1-1 0,-2 1 0,0 0 0,-2-1 0,-2 1 0,6-1 0,1 1 0,-4 0 0,4-1 0,0 0 0,-4 0 0,0 1 0,2-2 0,0 0 0,9 0 0,5-1 0,0-1 0,-3 1 0,-9 0 0,-4 0 0,-6 1 0,5-2 0,6 1 0,6-1 0,3 0 0,-3 0 0,-7 1 0,-4-1 0,-5 0 0,-1 1 0,6-1 0,3-1 0,-1 0 0,6-1 0,1 1 0,-6-1 0,6 0 0,-2 0 0,0-1 0,4 0 0,0 0 0,-7 1 0,1 0 0,-1 0 0,-4 0 0,7 0 0,0 0 0,-8 0 0,5 0 0,-2 1 0,-6 0 0,-4 2 0,-4 1 0,-1 0 0,0 0 0,9 0 0,-1 1 0,16 0 0,-18 0 0,-1 0 0,9 0 0,-2 0 0,-1 0 0,-1 0 0,-1 0 218,-1-1-218,-2 1 0,-2-1 2339,-3 0-2339,-2 1 0,-4 0 0,-2 0 1322,-3 0-1322,-3 1 1014,-3 0-1014,-1 0 841,-4 1-841,-2-1 0,-4 1 0,-1 0 0,-4-1 0,2-1 0,1 0 0,4 0 0,-3 0 0,2-3 0,-2-2 0,-7-18 0,-1-4 0,-1-5-960,-3-2 1,1-2 959,7 14 0,-1-2 0,-3-13 0,0-8 0,0 3-1378,0-2 0,1-2 1378,2 11 0,-1-4 0,1-1 0,1 1 0,1 0 0,1 0 0,1 1 0,0 1-353,0-3 0,0 1 0,0-4 353,0 3 0,0-5 0,1-1 0,-1 1 0,1 5 0,0-5 0,1 4 0,-1-2 0,1 3 0,-1-1 0,1-1 0,-1-1 0,-1-4 0,0-2 0,0 1 0,1 4 0,0 6 0,0 2 0,-1-3 0,-1 0 0,0-6 0,0-1 0,-1 4 0,1 6 0,-1 0 0,0 2 0,-3-7 0,-1-3 0,2 7 0,-4-2 0,4 11 0,1 3 114,2 5-114,1 3 1201,0 4-1201,1 1 2883,-1-1-2883,3 4 1349,-2-2-1349,3 5 187,0 1-187,1 3 0,-1 2 0,-1 0 0,-3 2 0,0 2 0,-25 16 0,9-6-235,0 0 0,0-1 1,-9 5-1,-2 0 1</inkml:trace>
  <inkml:trace contextRef="#ctx0" brushRef="#br0" timeOffset="114686">17746 15916 5734,'18'0'0,"-1"-1"0,-7 1 0,4 0 0,-3 0 0,3 0 0,8-2 0,-7 1 0,9-1 0,23-2 0,-22 3-332,1-1 1,-2 0 331,-4 1 0,9-1 0,-6 1 0,6 0 0,11 2 0,-15 0 0,5 1 0,0-1 0,-3 0 0,6 0 0,1-1 0,-2-2 0,9 0 0,1-1 0,-2 0 0,-8 1 0,1 0 0,-6 1 0,-1 0 0,15 0 0,-16 1 0,4 0 0,6 2 0,4 0 0,-3 0 0,-7-1 0,1 0-702,6 0 0,5 1 0,-5 0 702,9-1 0,-10 0 0,2-1 0,-8 0 0,0 1 0,10-1 0,1 0 0,-10 0 0,1 0 0,16-1 0,1 1 0,-9-1 0,-1 1-725,-4-1 1,2 1-1,-3 0 725,6 0 0,-2 0 0,0 0 0,2 0-218,-4 1 1,2-1 0,0 1 217,0 0 0,0 1 0,0 0 0,0-1 0,-1 0 0,1 1 0,5 1 0,0 0 0,-5-1 0,-3 1 0,-1 0 0,8 1 0,0 0 0,-16 0 0,0-1 0,14 4 0,0 0 0,6 1 0,-12-2 0,-2 1-139,0-1 139,-12-1 1102,2 1-1102,-10-3 2302,-5-1-2302,-2-1 1734,-18-4-1734,1 0 0,-15-3 0,1 3 0,-2 0 0</inkml:trace>
  <inkml:trace contextRef="#ctx0" brushRef="#br0" timeOffset="120213">12980 16485 5734,'-5'-1'0,"0"1"0,5 0 0,-3-1 0,2 1 0,0 1 0,1 0 0,-2 1 0,2-1 0,-3-4 0,2 2 0,-1-2 0,2 3 0,0-1 0,-1-1 0,1 1 0,0-1 0,-1 0 0,1 0 0,-3-2 0,1-1 0,0 1 0,0 0 0,1 2 0,-1 1 0,1 0 0,0 0 0,0 0 0,-1-1 0,1 1 0,-1 0 0,0-1 0,0 1 0,1-1 0,-1 0 0,1 0 0,0 1 0,0-1 0,0 2 0,0-1 0,-1 0 0,-1-2 0,2 1 0,-7-6 0,5 6 0,-2-3 0,4 5 0,0 2 0,1-1 0,0 1 0,-2 0 0,2 0 0,-1 0 0,1-1 0,0 1 0,-1-6 0,1 3 0,-1-4 0,1 2 0,-1 2 0,-1-3 0,2 3 0,-2-2 0,1 3 0,0-1 0,0 0 0,-1 0 0,0 0 0,0-1 0,-2 0 0,1 1 0,-2-1 0,3 1 0,-2 0 0,1 1 0,0-2 0,0 1 0,-6-2 0,3 2 0,-5 0 0,4 2 0,-3-1 0,1 2 0,-3-2 0,4 1 0,-5-1 0,4 0 0,-4-1 0,-1 1 0,3-2 0,-3 1 0,4 0 0,0 0 0,-1 0 0,1-1 0,-2 0 0,1 0 0,0 0 0,-1 0 0,-12-3 0,8 2 0,-9-1 0,-2 3 0,9 0 0,-24 1 0,24 0 0,-22 0 0,18 2 0,-5-1 0,9 1 0,5-2 0,1 1 0,-1 0 0,1 1 0,-1-1 0,0 0 0,-7 1 0,4 0 0,-7 1 0,6 1 0,-11 0 0,-7 2 0,-1 0-922,-1-1 922,8 0 0,0-2 0,-2 1 0,-8 1 0,8-1 0,-1-1 0,-1 0 0,1 0 0,-9 0 0,9-1 0,1 0 0,-12 1 0,12-2 0,-8 0 0,4-1 0,8 0 0,-6 0-392,11 0 392,1 0 0,1 0 0,-1 0 0,1 1 0,-2 0 0,0 0 0,-10 2 0,6-1 0,-10 2 0,-1 0 0,6-1-859,-10 0 859,10-1 0,0-1 0,-2 0 0,-5 1 0,-3 1 0,10-1 0,1 0 0,-11 1 0,0 0 0,7 0 0,5-1 0,-6 0 0,-10 2 0,17-1 0,1-1 0,-7 0 0,7 0 0,1 0 0,1-2 0,1 1 0,-2 0 0,-2 0 0,-2 1 47,4 0 0,0-1-47,5 0 0,0 1 195,1-1-195,0 0 0,1 0 0,-1 0 0,1-1 0,-2 0 0,-7 0 0,6 0 0,-6 0 0,9 0 0,1 0 0,-1 0 0,1 0 0,-1 0 0,2 0 889,1 0-889,0 0 0,1-1 0,-6 1 0,4-1 0,-5 1 0,7 0 0,-2 0 798,2 0-798,-1 0 197,0 1-197,-7 0 0,5 0 0,-21 3 0,3 2 0,0-1-1674,5 1 1674,16-4-195,-11 3 195,10-2 0,-14 2 0,19-3 0,-3 1 0,7-3 0,1 1 0,0-1 1635,3 0-1635,1 0 234,1 1-234,0-1 0,0 2 0,0-1 0,1 2 0,0 2 0,-1 1 0,1 5 0,-3 2 0,2 2 0,-2 4 0,1 14 0,0-5-226,0 11 226,2 7-1435,-1-8 1435,1-12 0,0 0 0,0 14 0,0 1 0,1 1 0,-1 1 0,2 0 0,0-5 0,1 7 0,0-5 0,0-9 0,-1 1 0,2 8 0,1 10 0,0-2 0,-1-10-1468,1 9 1468,1-4 0,-1-1-574,1-4 574,-2-15 671,4 18-671,-4-23 0,1 6 0,2 6 0,-4-10 1488,4 10-1488,-5-16 0,0-1 977,0-2-977,0-2 567,-1-1-567,1-1 0,-1-2 0,1-1 0,-1-1 0,0 0 0,0-1 0,0 0 0,1 0 0,-2-1 0,1 1 0,2-3 0,4 0 0,2-1 0,4-1 0,4 0 0,-2-1 0,6-1 0,-5 1 0,3-1 0,2-1 0,25-7 0,-15 4-582,-5 2 1,-1 0 581,5 0 0,2 0 0,1 2 0,2-1 0,1 1-375,2 1 375,-10 1 0,0 0 0,16-1-683,-14 1 0,-2 0 683,14-1 0,-1 1 0,-1 0 0,1 0 0,-15 2 0,0-1 0,7 0 0,4 0 0,-4 0 0,-7 0 0,-2 2 0,9-2 0,1 1 0,1 0 0,-2 1 0,-7-1 0,1 1 0,6 0 0,1 0-357,-2-1 0,-1 1 357,16 0 0,-9 0 0,0 0 0,4 0 424,-17 0 0,3 0-424,11 1 0,-1 1 0,5 0-441,-5 0 1,-1 0 440,-7 0 0,2 1 547,0-1-547,1 1 0,-1 1 0,1-1 0,1 0 0,0 0 0,2-1 0,7-1 0,3-1 0,-20-1 0,0 0 0,19 0 0,1-1 0,-17-2 0,-2 1 0,14-3 0,-14 3 0,0-1 0,9-1 0,-1 0 0,-1 0 0,13-2 0,-12 2 0,10-1 294,-1 2-294,-11 1 0,-6 0 0,0 1 0,4 0 0,10-3 0,2 0 0,-10 1 0,6-1 0,1-1 0,3 0 0,-1 0 0,-1 0 0,-3 0 0,-8 2 0,1 0 0,12-2 0,-1 0 0,-8-1 0,-14 3-43,-1 0 43,-3 0 1348,-1 1-1348,-3 0 834,-1 0-834,-2 1 612,-3 0-612,1 1 59,-3 0-59,3 1 0,-4 0 0,1-1 0,-2 1 0,0 0 0,0 0 0,1 0 0,0 0 0,0-1 0,2 0 0,-1-1 0,3 1 0,2-3 0,-3 1 0,3-3 0,1-5 0,-2 3 0,3-6 0,-3 2 0,-1-2 0,0-1 0,0-1 0,-1-2 0,-1 0 0,-1-3 0,0 0 0,-1-3 0,0-1 0,-1-16 0,-2-2 0,-1-3 0,0 15 0,1-2-915,-2-5 1,0-4 0,0 5 914,0 10 0,0 1 0,-1-10 0,-1 0-307,2 9 0,0 1 307,-2-13 0,0 0 0,1 10 0,1-1 0,-2-6 0,1-4 0,-2-1 0,1-4 0,0 5 0,1 9 0,0 1-402,-1-8 0,0-4 0,1 9 402,0 3 0,1 5-260,-1-5 260,1 11 1982,-1-2-1982,1 8 659,1 5-659,0-1 1712,1 2-1712,0 4 470,0-2-470,0 4 0,-1 0 0,-1 4 0,-1 1 0,-7 2 0,1-2 0,-5 1 0,3-3 0,-9 3 0,2-1-353,-7 0 353,2 0 0,-3 0 0,-21 1 0,7 0-375,13-3 0,-2 0 375,-3 0 0,-4 0 0,-7-1 0,-6 0 0,2 0-1009,13-1 0,2 1 1,-2-1 1008,-2 0 0,-3 0 0,1 0 0,5 0 0,-2-1 0,2 0 0,-1-1 0,-3 1 0,2 0 0,-7 0 0,0 0-201,6 1 0,-3-1 1,3 2-1,-5 0 0,2 0 1,-1 1-1,0 0 1</inkml:trace>
  <inkml:trace contextRef="#ctx0" brushRef="#br0" timeOffset="121168">9240 16441 5734,'0'4'0,"-1"-1"0,4-1 0,0-1 0,1 2 0,6 0 0,-1-1 0,6 3 0,7 0 0,-2-1 0,8 0 0,7-1 0,-6-2-220,10 0 220,7-2-1376,-9-1 1376,-13 0 0,2 0 0,11-2 0,-1-1 0,-12 2 0,0-1 0,14 0 0,5-1 0,-4 0 0,-11 2 0,-1 0 0,15 0 0,5-1 0,-5 1 0,-13 1 0,1 1 0,11-1 0,7 0 0,-5 0 0,-2 1 0,-3 0-1027,10 0 1,-1-1 1026,-12 2 0,-3-1 0,13 0-659,-13 0 1,-1 0 658,17 0-384,-17 1 0,0-1 384,11 1 0,-12 0 0,-1 0 0,16 0 0,-17 0 0,0 0 671,10 0-671,2 0 0,0 0 0,5 0 274,-5 0 0,-2 0-274,-7 0 0,-2-2 1368,1 1-1368,12-2 0,-10 1 0,3-1 0,1 0 0,3-2 503,-10 2 0,2 0-503,-4-1 0,-1 0-1115,16-1 1115,-14 1 0,1 1 0,3-1 0,-1 0 0,-6 2 0,-1 0 0,9-2 0,0 1 0,2 0 0,-1 1 0,-7 0 0,0 0-62,8-1 0,0 1 62,-10 0 0,-1 1 0,10-1 0,0 0 0,-8 1 0,0 0 0,6 0 0,2 0 0,-3 1 0,-1 0 0,15 0-471,-16 0 0,-1 0 471,9-1 165,-1 1-165,-12-1 0,0-1 0,12 0 0,6 0 0,0-1 0,-8 1 218,-3 0 1,-3 0-219,-14 1 1352,-1 0-1352,8-1 1332,-11 1-1332,5-1 261,-13 2-261,-6-5 775,-1 1-775,-9-4 0,-3 3 0,-4 0 0,-2 0 0</inkml:trace>
  <inkml:trace contextRef="#ctx0" brushRef="#br0" timeOffset="136145">17468 16124 5734,'3'6'0,"-1"-2"0,2-1 0,3-4 0,-2 1 0,3-2 0,11-2 0,3 3 0,2-1 0,-4 2 0,-2 1 0,-5-1 0,5 1 0,1-2 0,-4-1 0,5-1 0,1-2 0,-5 0 0,21-7 0,-20 7 0,12-5 0,-14 5 0,-4 2 0,4-1 0,0 0 0,-2 2 0,4-1 0,1 2 0,-4 1 0,6 0 0,2 0 0,-5 0 0,7 0 0,2-1 0,-5 1 0,5-1 0,9 1 0,-13-1 0,24 1 0,-27 0 0,10-1 0,-1 1 0,-10 0 0,9 1 0,3 0 0,0-2-668,16 2 668,-23-3-314,2 0 314,-7 0 0,7 0 0,-1-2 0,-6 1 0,6-1 0,-1 0 0,21-2 0,-12 1 0,12 0 0,-3 1 0,-15 1 0,6 1 0,-1 0 0,-3 1 0,15-1 0,-12 1 112,-7 0-112,6 0 0,5-1 0,-12 1 0,3-1 0,-1 1 0,-3 0 0,13 0 0,-9 0 0,-5 0 0,5 0 0,-1 1 0,-6 0 102,7 0-102,-8 0 0,1 0 0,0 0 0,0 0 0,-1 0 0,10 0 0,1-1 0,1 1-451,0-1 1,-1 0 450,-6 0 0,1 0-353,0-1 353,0 1 0,0 0 0,1-1 0,6 1 234,-7 1 0,2-1-234,4 1 0,1 1 0,17 0-615,-15 0 0,0 0 615,8 1 0,2-1 0,-8-1 0,10 0 0,-13 0-191,-8-1 1,1 1 190,13-2-8,-13 2 0,0-1 8,1 0 0,0 0 0,13 0 0,-13 0 0,1 0 0,-1 0 0,0-1-787,13 1 787,-15-1 0,2 1 0,6 0 0,-1 1 0,9-1 0,5 1 0,-1-1 0,-6 0 0,-10 0 0,1 0 0,12 0 0,-11-1 1201,17 0-1201,-7-1 0,-8 1 1231,0 0-1231,-11 1 0,-6 0 394,4 0-394,-8 1 1142,-1 0-1142,-2 0 0,3 0 0,-4 0 0,1-1 0,-5 0 0,-2 0 0,-4 1 0,-5-2 0,-16-2 0,0 0-1074,-15-1 1074,2 0 0,-4 2 0,-3-2 0</inkml:trace>
  <inkml:trace contextRef="#ctx0" brushRef="#br0" timeOffset="136945">17333 15965 5734,'-1'4'0,"3"-2"0,6 1 0,3-2 0,7 0 0,-1 0-411,9 2 411,-5-1 0,18 2 0,-5-2-797,-2-2 0,10 0 0,2 0 0,-6 0 797,-1-1 0,-1 1 0,2-1 0,6 0 0,-1 0 0,-7 0-362,-4 0 1,-2-1 361,17 0 0,0 0 0,-10 0 0,-1 1-286,-5-1 1,2 1 0,0 0 285,1 0 0,0 0 0,0 0-278,6 0 0,0 1 278,-5-1 0,1 1 0,0 0 0,3 0 0,1 0 0,-2 0 0,8 0 0,0 0 0,-6 0 0,2 0 0,-1 0 0,3 0 0,0 0 0,-2 0 0,3 0 0,-2-1 0,-9 1 0,-1 0 0,1 0 0,8-1 0,3 1 0,-1-1 0,0 0 0,1 0 0,-3 0 0,-8 1 0,-2-1 0,2 0 0,9 0 0,1 0 0,-2-1 0,1 1 0,0 0 0,-4 0 0,1-1 0,-1 1 0,5 0 0,0 0 0,-9-1 0,3 1 0,-2 0 0,-1 0 0,-1 0 0,-2-1 0,5 1 0,0 0 0,1-1 0,4 1 0,-2-1 0,-2 0 0,0 1 0,-1-1 0,2 0 0,-1 0 0,-1 0 0,-2 0 0,0 0 0,-3 0 0,2 0 0,-3 0 0,11-2 0,-2 1 0,-3-1 0,-1 1 0,-6-1 0,0 1 0,9-2 0,-6 0 0,1 1 669,-5-1 0,0 0-669,7 0 0,0 0 0,-7 0 0,-2 1 525,-1 1 1,-3 1-526,-1 0 0,-6 1 0,4-1 2073,-2-1-2073,-7 3 1272,3-2-1272,-7 1 0,-4 1 0,0 0 0,-9 1 0,-4 1 0,-4 0 0,-4 1 0,-9 0 0,4 0 0,-9 1 0</inkml:trace>
  <inkml:trace contextRef="#ctx0" brushRef="#br0" timeOffset="164267">15797 16885 5734,'2'3'0,"0"0"0,6-4 0,1 0 0,6-2 0,-1 0 0,4-1 0,2 1 0,4-1 0,2 1 0,1-1 0,9-1 0,8-2 0,0 1-1576,-3 0 1576,-9 1 0,0 0 0,12-2-870,-12 3 870,5-2-614,-2 3 614,-15 1 0,12-2 0,-23 2 0,1 2 0,-8 1 1306,-3 3-1306,-2 3 0,-2 2 0,-1 1 0</inkml:trace>
  <inkml:trace contextRef="#ctx0" brushRef="#br0" timeOffset="164755">15909 17211 5734,'2'-2'0,"2"-1"0,-3 1 0,2 0 0,-2 2 0,7-2 0,0 1 0,26-6 0,-9 3 0,10-2 0,2 1 0,2-1-236,-9 2 1,3 0 235,2 0 0,-2 1 0,10-2 0,3 0 0,0 0 0,-10 1 0,0 0 0,-1 0 0,-10 1 0,10-1-67,-19 2 67,-6 0 0,1 1 0,-4-1 0,-5 1 0,-2 0 468,-6 1-468,-3 1 17,-2 1 1,-1 0-1,0 0 1</inkml:trace>
  <inkml:trace contextRef="#ctx0" brushRef="#br0" timeOffset="165297">16173 16574 5734,'4'12'0,"0"1"0,0 8 0,0 16 0,-2-3-454,0-10 0,-1 2 454,-2 8 0,0 1-499,0-6 0,0 1 499,-1 10 0,0 3 0,0-10 0,0 0 0,-1-1 0,1 5 0,-1 4 0,1-8 0,0 9 0,0 2 0,0 2 0,1-5 0,-1-6-858,1 11 1,-1-3 857,1 3 0,-1 7 0,1-2 0,0-15 0,2-9 0,0-5 0,-1-5 0,1-6 0,0-7 0,1-5 0</inkml:trace>
  <inkml:trace contextRef="#ctx0" brushRef="#br0" timeOffset="166245">17222 16553 5734,'-5'6'0,"1"2"0,3 19 0,1-7 0,2 16 0,1 5-2532,1-7 2532,-1-10 0,1 1 0,0 3 0,1 0 0,5 17 0,-4-15 0,0 1 0,2 1 0,0-1 0,-2-7 0,0 0 382,2 6 1,0 2-383,0 3 0,1 4 0,-1-5 0,-3-10 0,0 0-316,6 25 1,-2-5 315,-8-27 0,-1-4 0,-4 3 1197,0-6-1197,-8-3 0,2-11 0,-5-7 0</inkml:trace>
  <inkml:trace contextRef="#ctx0" brushRef="#br0" timeOffset="166611">17030 16550 5734,'-4'-1'0,"1"-1"0,2 3 0,7 1 0,-2 0 0,6 1 0,-2-1 0,2 0 0,18 1 0,-8-1 0,16 0 0,3-1-1164,-7-1 1164,12 0 0,-12 0 0,0 0 0,10 0-664,-10 0 1,0 0 663,1 0 0,-2 0 0,0 0 0,15-2 0,-18 1 0,19-2 0,-33 2 0,2-1 0,-15 2 993,-4-1-993,-6 2 374,-3 1 1,-2 1-1,-2-1 1</inkml:trace>
  <inkml:trace contextRef="#ctx0" brushRef="#br0" timeOffset="166844">17125 16844 5734,'-4'4'0,"1"-1"0,4 0 0,34-2 0,-10-3-718,1 1 0,1-1 718,6-3 0,3-1 0,1 0 0,-9 1 0,-1 0 0,15-3-428,-15 3 1,-1 1 427,8-3 0,7-2-563,-15 3 563,4-1 0,-14 3 0,-7 3 0,-2 1 0,-5 3 0</inkml:trace>
  <inkml:trace contextRef="#ctx0" brushRef="#br0" timeOffset="170078">18293 16538 5734,'-3'-3'0,"0"2"0,2 1 0,-1 0 0,0 0 0,1 0 0,0 0 0,-1 1 0,0-1 0,1 0 0,-1 0 0,0 0 0,-1 0 0,0 0 0,0 0 0,-1 0 0,1 0 0,0 0 0,-2 0 0,2-1 0,-3 1 0,1-1 0,-1 0 0,1 1 0,-3 0 0,2 0 0,-7 0 0,7 0 0,-5 0 0,4 0 0,1 0 0,-1 0 0,-3 0 0,1 0 0,-2 0 0,3 1 0,0 0 0,3 1 0,-2 0 0,3-1 0,-2 1 0,0 0 0,-2 1 0,2-1 0,-6 3 0,5-1 0,-5 3 0,6-1 0,0 0 0,-5 7 0,5-6 0,-5 6 0,4-4 0,2-1 0,-1 1 0,2-1 0,2-2 0,-2 1 0,3-2 0,-1 1 0,2-1 0,-1 0 0,1-1 0,0 0 0,0 0 0,0-1 0,0 0 0,1 0 0,-1-1 0,2 1 0,-1 0 0,1 1 0,0-2 0,0 1 0,-1 0 0,2-1 0,-2 0 0,2 0 0,0 1 0,8 4 0,-5-3 0,9 4 0,-9-5 0,2 0 0,-3 0 0,1-1 0,-1 1 0,1 0 0,0 0 0,1 0 0,0-1 0,7 3 0,-6-2 0,6 2 0,-8-3 0,2 1 0,-2-1 0,4 2 0,-5-1 0,2 0 0,-3 0 0,0-1 0,0 1 0,1 3 0,-1-2 0,0 3 0,0 0 0,-1-1 0,-1 5 0,-2-4 0,-1 4 0,-5 7 0,1-6 0,-4 8 0,-3-2 0,3-4 0,-4 5 0,1-3 0,3-4 0,-1 2 0,-3-2 0,7-5 0,-2 1 0,5-6 0,2-3 0,0-1 0,2-1 0,8-10 0,-2 4 0,7-7 0,1 2 0,12-9 0,-7 7 0,5-3 0,-9 13 0,-7 3 0,4 2 0,-6 9 0,-4 2 0,1 8 0,-5 14 0,-1-2-508,-3 16 508,2-16 0,0 0-374,0-5 1,1 0 373,1 20 0,1-1-815,1-17 0,1-2 815,1 8 0,2-1 0,5 8-762,2-5 762,3-5 270,1-5-270,2-5 0,1-7 571,2-5-571,0-5 0,-1-5 0,-2-4 1647,-1-2-1647,-5-11 0,-8 6 0,-5-9 0</inkml:trace>
  <inkml:trace contextRef="#ctx0" brushRef="#br0" timeOffset="171878">18611 16831 5734,'1'5'0,"-1"-2"0,1-3 0,1 0 0,-2 1 0,2 0 0,-2 2 0,0-2 0,1 0 0,2 1 0,-1 0 0,2 0 0,0 2 0,4 3 0,-3-2 0,4 3 0,-3-2 0,4 3 0,-2 0 0,3 4 0,-1-2 0,-1 2 0,2 0 0,7 8 0,-6-4-328,6 5 328,-6-7 0,1 1 0,-1-2-53,0-1 53,-1 0 0,5 4 0,-5-6 0,3 4 0,-6-7 0,3 1 0,-4-2 0,2 0 326,-5-4-326,-1-2 55,-2-1-55,-4 3 0,1-1 0,-3 3 0,1 0 0</inkml:trace>
  <inkml:trace contextRef="#ctx0" brushRef="#br0" timeOffset="172167">18713 17156 5734,'2'-11'0,"5"-5"0,0 2 0,4-5 0,4-7 0,-3 6 0,5-8 0,8-12 0,-8 14 0,3-3 0,1-1 0,-4 5 0,0 0 0,0 2 0,-6 6 0,5-6 0,-9 13 0,-7 2 0,0 4 0,-5 2 0,0 6 0</inkml:trace>
  <inkml:trace contextRef="#ctx0" brushRef="#br0" timeOffset="172649">19070 16794 5734,'0'4'0,"0"0"0,0-3 0,1 1 0,1 3 0,0 5 0,0 1 0,1 2 0,-1-4 0,0 5 0,0-2 0,1 16 0,-1-12 0,2 8 0,-2-3 0,-1-5 0,1 5 0,3 7 0,-1-9 0,5 20 0,-5-23 0,3 8 0,-1-10 0,-2-3 0,2 1 0,-3-4 0,0-2 0,0-1 0,0 1 0,-1-2 0,1 1 0,0-2 0,1-9 0,-2 1 0,1-7 0,-4 0 0,0 2 0,0-3 0</inkml:trace>
  <inkml:trace contextRef="#ctx0" brushRef="#br0" timeOffset="172913">19016 16825 5734,'13'-6'0,"-2"2"0,6-1 0,-5 1 0,5-1 0,-3 2 0,-1-1 0,-1 1 0,6-3 0,-9 3 0,4-1 0,-9 4 0,0 0 0</inkml:trace>
  <inkml:trace contextRef="#ctx0" brushRef="#br0" timeOffset="173461">19275 16817 5734,'6'9'0,"-1"-4"0,0 11 0,-1 3 0,-1-4 0,1 6 0,0 1 0,-1-6 0,2 14 0,-2-16 0,0 5 0,-2-10 0,0-3 0,0 1 0,-1-6 0,1 0 0,0-7 0,-1 1 0,0-4 0,0 1 0,0 0 0,1-2 0,4-13 0,-1 7 0,3-9 0,0 4 0,-2 5 0,2-5 0,-2 7 0,5-10 0,-5 12 0,3-6 0,-5 15 0,0 2 0,1 2 0,2 2 0,-1 1 0,0 3 0,0 1 0,4 7 0,-2-2 0,2 6 0,0 3 0,-2-4-206,1 6 206,-2-6 0,-1 1 0,0 0 0,0 0 0,1 7 0,-1-8 0,1 4 0,-3-9 0,-1-1 0,-3-5 0,-2-1 0,0-6 0,-2 0 0</inkml:trace>
  <inkml:trace contextRef="#ctx0" brushRef="#br0" timeOffset="174105">19511 16703 5734,'6'-3'0,"3"3"0,-2 2 0,3 2 0,4 0 0,-2-1 0,4 0 0,13-1 0,-11-3 0,27-1 0,-25-1 0,11-1 0,-6-1 0,-11 2 0,10-1 0,-17 3 0,2 1 0,-6 0 0,-2 0 0,2 0 0,-2-2 0,0-1 0,-1 1 0,-1 7 0,0-1 0,-1 7 0,2-4 0,-1 5 0,2-4 0,-1 3 0,2-5 0,-1 1 0,0 0 0,1 5 0,0-2 0,1 4 0,0-4 0,2 9 0,0-4 0,8 22 0,-5-16 0,7 13 0,-3-6 0,-2-7 0,2 8 0,2 6 0,-5-13 0,4 23 0,-14-17 0,-7 6 0,-6-10 0,-6-6 0,2-5 0,-10 4 0,8-6 0,-6 2 0,3-3 0,6-5 0,-3-2 0,5-5 0,1-7 0,-1-3 0</inkml:trace>
  <inkml:trace contextRef="#ctx0" brushRef="#br0" timeOffset="174878">19157 17175 5734,'-7'1'0,"-5"7"0,4-2 0,0 4 0,2-6 0,4-1 0,1-1 0,1-1 0,15-9 0,-6 4 0,11-5 0,-9 6 0,0 0 0,1-1 0,0 0 0,0-3 0,0 1 0,0-1 0,1-3 0,-2 0 0</inkml:trace>
  <inkml:trace contextRef="#ctx0" brushRef="#br0" timeOffset="175905">20176 16425 5734,'9'2'0,"1"3"0,2 13 0,-4 17 0,-1-2 0,-9 8 0,-3-2 0,0-10 0,0 1 0,0 0-1146,0-1 1146,-1 14-249,5-18 249,1-7 0,1 1 0,3-4 0,-1-7 0,3 1 823,2-13-823,-1-1 0,9-17 0,-7 8 0,6-16 0,-10 19 572,1-3-572,-5 11 0,0 3 0,0 3 0,-1 5 0,0 4 0,0 5 0,1 3-486,0 4 486,2 4-878,1 3 878,4 4 0,0 3 0,0-7 0,0 1 0,-2-7 0,1 1-796,2 9 0,-1 0 796,-2-9 0,0 0 0,-1 0 0,0 1-559,0-1 0,-1 1 559,-1-2 0,0 1-555,1 22 555,-4-4 0,-2-3 0,-17-5 0,-5-1 0,0-3 0,-3-4 0,0-5 224,2-21-224,0-2 0,1-3 0,1-1 1274,2-2-1274,2 0 0,5-3 0,1 2 0</inkml:trace>
  <inkml:trace contextRef="#ctx0" brushRef="#br0" timeOffset="177102">20160 16386 5734,'-6'-7'0,"1"1"0,-3-3 0,3 3 0,-7-6 0,5 7 0,-4-3 0,1 2 0,2 2 0,-3-1 0,1 1 0,1 1 0,-1 1 0,-11 4 0,11 0 0,-11 1 0,15-2 0,-1 0 0</inkml:trace>
  <inkml:trace contextRef="#ctx0" brushRef="#br0" timeOffset="258984">17577 10273 5734,'-5'12'0,"1"-3"0,3 6 0,3 14 0,-1-8 0,0 9 0,1 1 0,-1 3-251,1-8 1,-1 2 250,0 20 0,1-11-506,-1-13 0,0 0 506,0 10 0,1-2-105,0 0 105,1 10 0,0-10-610,0 6 610,-1-14 4,1 3-4,0-7 1042,-1 0-1042,0-9 109,-1-3-109,-4 2 699,0-4-699,-3-1 374,1-5-374,-2-3 0,-1-4 0,-1-1 0</inkml:trace>
  <inkml:trace contextRef="#ctx0" brushRef="#br0" timeOffset="259331">17504 10259 5734,'5'-5'0,"1"1"0,4 3 0,18 0 0,-7 1-600,15 0 600,-14 0 0,1 0 0,0 0 0,8 2 0,-7-1 0,5 2 0,-4-1 0,-9 0 147,4 0-147,-6-2 0,-4 0 0,0 1 0,-6 4 0,-4 0 113,-4 3 0,-2-1 0,-1 1 1</inkml:trace>
  <inkml:trace contextRef="#ctx0" brushRef="#br0" timeOffset="259554">17415 10577 5734,'27'-4'0,"1"-1"0,-6 2 0,14-3 0,-7 2 0,8-1 0,-2 3-1203,-8 0 1203,4 1 138,-12 2-138,-3 0 255,-2 1-255,-3 0 0,0 2 0,-4-1 0,0 1 0,-3-2 0</inkml:trace>
  <inkml:trace contextRef="#ctx0" brushRef="#br0" timeOffset="260781">18122 10043 5734,'-7'-3'0,"2"2"0,-4 3 0,3 0 0,-1 2 0,-2 2 0,-11 13 0,-5 10 0,1 0-764,2 3 764,13-12 0,0-1 0,2 0 0,0 0 0,2-1 0,1-1 0,2-1 0,1-2 0,1 3 0,5 1 764,0-4-764,3-2 0,-2-8 0,1-3 0,7 0 0,-3-2 0,14 1 0,-13 1 0,15 10 0,-17-1 0,6 9 0,-5 7 0,-3-5 0,1 10 0,-2 4 0,-2-8 0,0 9 0,-2 1-831,-2-9 831,-2 9 0,-3-3 0,0-10-254,0 5 254,1-12 0,2-4 0,-2-1 0,3 2 0,0-5 808,2 3-808,1-6 277,0 2-277,1-2 0,1 0 0,0 2 0,2 7 0,-2-2 0,3 16 0,-5-8 0,0 8 0,-3 4 0,1 9 0,0-3-358,1-6 358,-1-18 0,1-12 0,0-4 0</inkml:trace>
  <inkml:trace contextRef="#ctx0" brushRef="#br0" timeOffset="261902">18320 10344 5734,'-2'-3'0,"0"1"0,2 0 0,-1 2 0,0-1 0,-4 4 0,1-2 0,-4 7 0,3-5 0,-4 6 0,5-6 0,-1 2 0,4-3 0,0 0 0,1 1 0,0-1 0,0 3 0,0 1 0,1-1 0,0 4 0,10 14 0,-4-8-271,7 13 271,-6-12 0,0 2 0,1 1 0,2 1 0,-1 2 0,13 19 0,-10-14 0,9 14 0,-8-13 0,4 4 0,-3-7 0,-1-1 0,-10-14 0,-1-3 0,-3-1 0,-1-1 0,-3-2 271,-4-1-271,-1 0 0,-1-1 0,-2-2 0</inkml:trace>
  <inkml:trace contextRef="#ctx0" brushRef="#br0" timeOffset="262082">18271 10669 5734,'14'-23'0,"13"-11"0,-5 8-801,0 2 0,0 0 801,5-4 0,-2 3 0,0 0 0,-3 4 0,8-8 111,-21 21 0,-2 2 0,-2 1 1</inkml:trace>
  <inkml:trace contextRef="#ctx0" brushRef="#br0" timeOffset="262365">18580 10446 5734,'3'8'0,"3"6"0,-4-2 0,2 5 0,-1 5 0,3 14 0,-2-6 0,3 5 0,3-4 0,-3-12 0,5 9 0,-2-16 0,-2-5 0,2-2 0,-3-8 0,-4-1 0,0-5 0,-2-1 0,-1-1 0</inkml:trace>
  <inkml:trace contextRef="#ctx0" brushRef="#br0" timeOffset="262891">18733 10472 5734,'6'18'0,"-2"-5"0,0 19 0,-4-15 0,-1 17 0,1-14 0,-1 4 0,1-11 0,1-3 0,-1-9 0,2-2 0,0-2 0,0-2 0,2-7 0,-2 0 0,2-4 0,0-5 0,-1 5 0,4-14 0,-4 13 0,3-5 0,-2 7 0,3-3 0,-3 6 0,2-1 0,0 6 0,-1 5 0,2 2 0,0 10 0,-1-1 0,0 6 0,2 6 0,-3-3 0,2 7 0,-1 1 0,-3-6 0,2 5 0,-3-9 0,0-1 0,-3-1 0,-1-2 0,-2-1 0,-2-1 0,-1-2 0,0-3 0,0 0 0</inkml:trace>
  <inkml:trace contextRef="#ctx0" brushRef="#br0" timeOffset="263290">18941 10391 5734,'16'-2'0,"9"-4"0,-4 2 0,22-6 0,-22 4 0,11-1 0,-16 3 0,-6 2 0,2 0 0,-6 3 0,-2 0 0,-3 4 0,-2 0 0,-3 2 0,-1 4 0,-1-3 0,0 5 0,-6 17 0,6-11 0,-5 17 0,6-17 0,1 25 0,4-2-608,0-17 0,0 0 608,4 14 0,-1-14 0,2 1 0,6 17 0,-2-10-561,3 7 561,-6-17 0,-3-11 0,-2-1 0,-2-3 1141,-1-1-1141,-3-3 0,-3 0 0,-4-4 636,-4 0-636,-2-3 0,-3-3 0,0-2 0</inkml:trace>
  <inkml:trace contextRef="#ctx0" brushRef="#br0" timeOffset="263625">18542 10354 5734,'11'0'0,"0"0"0,-1 0 0,14 2 0,-8 0 0,20 2 0,-20-1 0,6 1 0,-11-2 0,0-2 0</inkml:trace>
  <inkml:trace contextRef="#ctx0" brushRef="#br0" timeOffset="264335">19345 10045 5734,'11'-1'0,"7"4"0,-6 0 0,6 4 0,-4 18 0,-7-6 0,-1 26 0,-12-6 0,0-9 0,0 0-970,-4 10 970,0 2 0,7-23 0,1-2 0,2-4 0,1-1 0,1-4 0,1-2 0,1-3 970,5-5-970,-2-1 0,5-4 0,3-1 0,-5 4 0,5 0 0,-4 12 0,-2 3 0,2 18 0,-5-4-253,-1 13 253,-4-13 0,0 0-1389,-1 16 1389,-1-12 0,0 0 0,-2 13 0,0-12 0,-1 0 0,-3 16 0,2-17 0,-1 0 0,-1-1 0,-2-2 0,-4 15 0,4-16 0,-1 0 0,-3 5-545,0-3 545,0-4 0,2-3-27,2-3 27,0-4 203,2-2-203,1-3 1329,1-1-1329,1-3 647,2-2-647,0-1 35,0-3-35,1-7 0,1 0 0,1-6 0</inkml:trace>
  <inkml:trace contextRef="#ctx0" brushRef="#br0" timeOffset="264848">19747 10612 5734,'1'-4'0,"0"0"0,4 3 0,0 0 0,18-5 0,-7 3 0,30-8 0,-23 6 0,14-3 0,-10 1 0,-6 3 0,4-3 0,-6 3 0,-7 1 0,1 0 0,-27 9 0,-6 1 0</inkml:trace>
  <inkml:trace contextRef="#ctx0" brushRef="#br0" timeOffset="265086">19785 10728 5734,'8'7'0,"2"1"0,-4-3 0,3 1 0,4 0 0,-2-2 0,5 1 0,4-3 0,-7 0 0,6 0 0,-2 0 0,-4-1 0,3 0 0,-6 0 0,-5-1 0,-1 0 0,-5 0 0</inkml:trace>
  <inkml:trace contextRef="#ctx0" brushRef="#br0" timeOffset="266089">20329 10191 5734,'-5'-3'0,"1"1"0,2 0 0,3 0 0,1 1 0,3 0 0,33-4 0,-11 2-637,0 0 0,2 0 637,9 0 0,3-1 0,-8 1 0,1 0 0,-7 1 0,0 0 0,7-1 0,3-1 0,8 2 0,-1-1 0,-17 1 0,1 0 0,7 0 0,4 0 0,-6-1 0,3 1-344,-8-1 1,-2 1 343,-11 0 0,-1 1 0,-16 2 0,-4 1 0,-8 3 0,-1-2 0,-2 1 0</inkml:trace>
  <inkml:trace contextRef="#ctx0" brushRef="#br0" timeOffset="267083">20414 10176 5734,'-3'-4'0,"0"1"0,2 2 0,-1-1 0,0 2 0,1 0 0,-2 0 0,1 2 0,-2 0 0,3-1 0,-3 2 0,4-2 0,-2 2 0,2-3 0,-1 1 0,0 0 0,0 0 0,2 0 0,0 1 0,2 0 0,-1 1 0,2 1 0,4 4 0,0 0 0,5 3 0,0-2 0,2 1 0,1 1 0,1 2 0,12 6 0,-7-4 0,8 5 0,0 1-753,-8-5 753,6 5 0,-4-2 0,-7-4-185,3 3 185,-10-6 0,2 3 0,-7-2 0,-1 7 0,-7-6 0,-19 19 0,-4-3-856,-2 0 0,-2 0 856,10-10 0,1 0 0,-7 6 0,1-2-804,-3 6 804,-1 0 0,0 1 0,1 0 0,1 0 0,3 0 0,1-3-717,-2 7 717,8-12-225,-1 4 225,10-13 1887,2-3-1887,0 3 1088,5-6-1088,2 2 1041,4-5-1041,8-1 380,-1 0-380,8 0 0,20-1 0,-11-1-157,-6-1 1,2 0 156,23 0-1504,-9 0 1504,-13 1 0,1-1 0,12 1-1040,1 0 1040,0 1 0,-2-1 0,0 1 0,-4 0-589,-3 0 589,-3 0-38,-3 1 38,-4-1 0,-2 0 1207,-3 0-1207,-3 0 1121,-1-1-1121,-2-1 787,-2 1-787,-1-1 369,0 0-369,-2 1 0,1-1 0,-3 0 0,1 1 0,-4-1 0,-1 1 0,-4-1 0,-1-1 0,-2-1 0</inkml:trace>
  <inkml:trace contextRef="#ctx0" brushRef="#br0" timeOffset="268541">21539 10347 5734,'-3'6'0,"0"0"0,7 28 0,0-17 0,5 11 0,1 1 0,1-8 0,9 14-1054,-8-17 1054,0 1 0,1 0 0,6 7 0,-4-8 0,4 7 0,-6-11-62,4 7 62,-5-6 267,9 10-267,-11-14 0,3 4 0,-8-7 0,-4-3 524,-1-1-524,-8-4 81,0 0 0,-1 0 0,-1-1 1</inkml:trace>
  <inkml:trace contextRef="#ctx0" brushRef="#br0" timeOffset="268755">21513 10743 5734,'18'-34'0,"-3"9"0,7-12 0,-5 13 0,0 1 0,4-6-1173,-1 2 0,-2 3 1173,-3 5 0,3-4 300,-3 0-300,-7 9 117,3-8 1,-9 15-1,-1-1 1</inkml:trace>
  <inkml:trace contextRef="#ctx0" brushRef="#br0" timeOffset="269070">21864 10437 5734,'0'32'0,"0"-2"0,0-11 0,1 9 0,2 11 0,1-7-680,1 4 680,0-20 0,0 1-123,8 8 123,-5-11-59,12 10 59,-11-18 0,5 0 0,-2-13 496,-5 1-496,1-6 75,-7 2 0,-1-2 1,-1-2-1</inkml:trace>
  <inkml:trace contextRef="#ctx0" brushRef="#br0" timeOffset="269618">22038 10553 5734,'3'22'0,"0"-4"0,1 6 0,0 6 0,-3-11 0,1 13 0,-2-19 0,0 0 0,0-7 0,0-3 0,0-3 0,0-6 0,1-1 0,1-10 0,4-9 0,-1 3-326,5-6 326,-5 12 0,9-13 0,-5 10 0,9-19 0,-11 25 0,4-3 0,-4 14 0,1 7 0,0 4 0,-2 5 0,-2 1 0,0 2 0,1 11 0,-1-4-61,1 7 61,-2-9 0,-1-1-25,1-2 25,-1-2 0,0-2 0,-2-2 0,-1-3 0,-4-2 96,2-4 0,-2-5 1,2-2-1</inkml:trace>
  <inkml:trace contextRef="#ctx0" brushRef="#br0" timeOffset="269999">22212 10379 5734,'23'3'0,"-9"-1"0,13 0 0,-9-2 0,-5 0 0,3-1 0,-7 1 0,-3-1 0,-2-1 0,-4 0 0,-4 1 0,0 1 0,-2 1 0,3 0 0,-1 7 0,2-2 0,1 6 0,1 7 0,0-2 0,0 8 0,1 12 0,-1-7-301,2 14 301,0-20 0,0 0 0,1 14 0,0-6 0,0-1 0,1 3 0,0-9 0,-1 0 0,-1 0 0,1 2 0,-1-13 0,-2-3 0,1-4 0,-2-4 0,-2-3 0,-12-16 0,4 2 0,-8-12 0</inkml:trace>
  <inkml:trace contextRef="#ctx0" brushRef="#br0" timeOffset="270348">21819 10340 5734,'9'1'0,"0"-1"0,3 0 0,-2 0 0,4-1 0,1-2 0,-4 1 0,4-2 0,-3-2 0,-6 0 0,2-3 0,-5 2 0</inkml:trace>
  <inkml:trace contextRef="#ctx0" brushRef="#br0" timeOffset="271428">22444 10630 5734,'6'3'0,"8"1"0,0-3 0,7-1 0,9-5 0,-6 1 0,9-4 0,-2-3 0,-8 0 0,6-4 0,-5-4 0,-7 4 0,2-5 0,-5 2 0,-6 4 0,1-2 0,-7 6 0,-3 0 0,-2 3 0,-13-3 0,4 7 0,-8 1 0,5 6 0,-1 3 0,-1 1 0,-17 13 0,12-5 0,3 0 0,1 1 0,3 3 0,4 4 0,2 0 0,2 3-765,1 17 765,8-19 0,3-1-384,2 0 384,4-2 0,1-1 0,3-2 0,2-3 0,3-2 0,1-3 0,1-2 0,1-3 0,8-3 0,-9-3 0,6-3 0,-3-11 0,-12 4 0,3-8 0,-11 6 0,-1-2 0</inkml:trace>
  <inkml:trace contextRef="#ctx0" brushRef="#br0" timeOffset="272198">22907 10285 5734,'-4'0'0,"20"2"0,-6-1 0,17 2 0,-14-3 0,12 0 0,-8-1 0,9 0 0,-8 0 0,-6 2 0,5 0 0,-9-2 0,2-1 0</inkml:trace>
  <inkml:trace contextRef="#ctx0" brushRef="#br0" timeOffset="272498">23218 10101 5734,'3'11'0,"2"7"0,-2-2 0,4 25 0,-3-17 0,1 15 0,0 5 0,-2-17-886,0 16 886,-2-21 0,-2-1 214,0-1-214,-4 5 0,2-7 0,-4 3 0,1-6 0,0-5 0,-6 2 0,4-9 672,-4-3-672,-1-8 0,2-2 0,-3-5 0,4-1 0,0-1 0</inkml:trace>
  <inkml:trace contextRef="#ctx0" brushRef="#br0" timeOffset="272649">23230 9880 5734,'11'-10'0,"0"3"0,-5 6 0,0 4 0,-2 0 0,0 4 0,-2 0 0,-2 1 0</inkml:trace>
  <inkml:trace contextRef="#ctx0" brushRef="#br0" timeOffset="273168">23383 10054 5734,'-6'9'0,"2"-1"0,-3 14 0,3-10 0,0 9 0,3-5 0,1-4 0,3 8 0,0-11 0,2 4 0,0-9 0,1-2 0,2-1 0,2-5 0,-1 0 0,3-3 0,1-2 0,-5 2 0,10-9 0,-12 10 0,5-5 0,-9 10 0,-1 1 0,0 1 0,0 2 0,0 2 0,0 1 0,0 2 0,1 1 0,0 2 0,7 20 0,-3-14 0,10 18 0,-8-25 0,3 1 0,-4-6 0,1-4 0,-1-2 0,5-10 0,-5 1 0,2-8 0,-9-3 0,-2 3 0,-2-5 0,-3-2 0,2 7 0,-2-4 0,0 3 0,1 7 0,-1-3 0,1 6 0,3 2 0,-1 0 0</inkml:trace>
  <inkml:trace contextRef="#ctx0" brushRef="#br0" timeOffset="273549">23674 10100 5734,'4'17'0,"-1"-4"0,1 6 0,-1 1 0,-1-5 0,1 4 0,0-5 0,-1-5 0,0 0 0,-1-4 0,-1-3 0,0-1 0,-2-6 0,2-1 0,0-3 0,3-20 0,0 10 0,1-12 0,1 12 0,-1 9 0,2-4 0,7 1 0,-4 7 0,10-2 0,3 26 0,-6-5 0,6 15 0,-6 12 0,-6-14 0,0 3 0,-2 0 0,-2-6 0,0 10 0,-6-20 0</inkml:trace>
  <inkml:trace contextRef="#ctx0" brushRef="#br0" timeOffset="281867">20357 11330 5734,'-1'3'0,"1"1"0,0-2 0,3 12 0,-1-4 0,2 16 0,-2-12 0,1 12 0,0-4 0,0 8 0,-1-10 0,-1 2 0,0-15 0,-1 1 0,0-4 0,0-1 0,0-1 0,-3-10 0,2 2 0,-2-10 0,1 5 0,1-2 0,0 0 0,0 0 0,1-7 0,1 4 0,1-4 0,0 5 0,2-6 0,-1 8 0,1-5 0,-2 11 0,0 2 0,-1 0 0,0 1 0,0 1 0,0 1 0,1 1 0,1 2 0,1 2 0,1 1 0,4 6 0,-1 0 0,7 10 0,-6-5 0,1 4 0,-3-4 0,4 11 0,-3-4 0,2 4 0,-6-6 0,-3-9 0,-1 1 0,0-6 0,-2 0 0,0-3 0,0 0 0</inkml:trace>
  <inkml:trace contextRef="#ctx0" brushRef="#br0" timeOffset="282382">20595 11402 5734,'8'1'0,"4"-3"0,-3-1 0,5-2 0,-2 2 0,8-3 0,-3 2 0,24-7 0,-22 6 0,13-2 0,-22 5 0,-1 1 0,0 1 0,-4 0 0,0 0 0,-3 0 0,-2 1 0,-1 0 0,-2 2 0,-2-1 0,0 1 0,-2 1 0</inkml:trace>
  <inkml:trace contextRef="#ctx0" brushRef="#br0" timeOffset="282621">20644 11502 5734,'6'0'0,"0"-2"0,9-3 0,-6 2 0,12 0 0,-11 2 0,4 0 0,-5 0 0,-1 0 0,0 0 0,1-1 0,-2 1 0,0 0 0,-3 1 0,0 0 0,-2 1 0,1 0 0,0 0 0</inkml:trace>
  <inkml:trace contextRef="#ctx0" brushRef="#br0" timeOffset="283132">20924 11459 5734,'-3'2'0,"2"1"0,1-3 0,3 1 0,2 0 0,2-1 0,2 1 0,4 0 0,-3-1 0,12 1 0,-10-1 0,6 0 0,-7 0 0,-2 0 0,0 0 0,-4 0 0,-2 0 0,1-1 0,-2 1 0</inkml:trace>
  <inkml:trace contextRef="#ctx0" brushRef="#br0" timeOffset="283617">21160 11458 5734,'-3'-6'0,"0"0"0,4-12 0,0 9 0,2-9 0,-1 11 0,3-1 0,-2 2 0,5-4 0,-3 4 0,2-1 0,-1 2 0,6-1 0,-6 3 0,5-1 0,-8 4 0,3 3 0,-2 0 0,2 2 0,-1 3 0,0-1 0,0 2 0,0 0 0,0-2 0,0 2 0,2 0 0,-3-5 0,3 2 0,-3-5 0,0-2 0,5-6 0,-3 1 0,6-14 0,-7 9 0,0-7 0,-3 6 0,-3-4 0,-2-2 0,-2-1 0,-3 3 0</inkml:trace>
  <inkml:trace contextRef="#ctx0" brushRef="#br0" timeOffset="285137">20674 9886 5734,'3'-18'0,"1"0"0,2 0 0,-1 5 0,9-14 0,-4 11 0,5-7 0,-6 11 0,-2 3 0,-3 4 0,-1 1 0,1 2 0,1 3 0,0 3 0,2 4 0,0 1 0,2 11 0,6 12 0,-4-6 0,3 4 0,-3-9 0,-4-9 0,5 3 0,-6-11 0,3-3 0,0-3 0,2-3 0,0-2 0,0-3 0,1-6 0,-4 1 0,1-5 0,-5 5 0,1-8 0,-3 6 0,1-4 0,-1 10 0,-2-2 0,1 5 0,-1 0 0,-1 4 0,1 3 0,-3 1 0,2 4 0,-2 1 0,1 0 0</inkml:trace>
  <inkml:trace contextRef="#ctx0" brushRef="#br0" timeOffset="289865">18219 11146 5734,'5'-4'0,"-1"0"0,-2 2 0,-1 1 0,0 0 0,0-1 0,0 1 0,0 0 0,0 0 0,0 0 0,0-1 0,-4 1 0,0 0 0,-2-1 0,2 0 0</inkml:trace>
  <inkml:trace contextRef="#ctx0" brushRef="#br0" timeOffset="298580">17598 11769 5734,'12'7'0,"-2"-1"0,4 3 0,5 1 0,-3-2 0,7 3 0,19 3 0,-13-5-814,3-1 0,1-1 814,3-1 0,-11-3 0,2 1 0,2-1 0,0-1 0,17 2 0,-16-2 0,1-1 0,1 0 0,-1-1 0,-7 1 0,1-1 0,6 0 0,2 0 0,0 0 0,0 0 0,-7 0 0,0 0 0,7 0 0,1 0 0,1 0 0,-1 0 0,-8 0 0,0 0 0,7 0 0,2 0 0,-2 0 0,-1 1 0,-7 0 0,-1 0 0,8 0 0,1 0 0,9 2 0,-1 0 0,-15-1 0,1-1 0,13 2 0,1 0 0,-10-1 0,-3-1 0,16 3 0,-17-2 0,3 0 0,5 1 0,4 1 0,-4-1 0,-7-1 0,0 0-598,8 1 1,4 0 0,-6 0 597,7-1 0,-10-1 0,1 1 0,-9-1 0,3 0-380,9-1 1,4 0-1,-4 1 380,-6-1 0,2 0-294,10 1 0,10 0 0,0 1 1,-8-1 293,-6 1 0,-1-1 0,11 1 0,5 1 0,-8 0 0,-17-1 0,-4 0 0,1 0 0,2 0 0,9 2 0,1-1 0,-8 0 0,0 0 0,8 0 0,1 0 0,-11-1 0,0 0 0,0-1 0,2 1 0,12 0 0,0 0 0,-8-1 0,-1 1 0,11 0 0,-1-1 0,-12 0 0,0 0 0,0 0 0,0-1 0,0 1 0,1 0 0,-1 0 0,1 0 0,-1 0 0,2 0 0,13 0 0,1 0 0,-10-1 0,0 0 0,12 0 0,-1 0 0,-13 0 0,0-1 0,0 0 0,1 0 0,0 0 0,1-1 0,0 0 0,0 1 0,-1-1 0,3 0 0,6-1 0,5-1 0,1 1 0,-9 0 0,1 1 0,0-1 0,1 0 0,-2 1 0,-1-1 0,2 0 0,1 0 0,3 0 0,3 0 0,1 0 0,-3 1 0,-6-1 0,-4 1 0,-5 0 0,6 0 0,-1 0 0,5 0 0,4 0 0,-1 0 0,-2 0 0,-5 0 0,2 0 0,-6 1 0,6-1 0,-1 0 0,6 0 0,2 1 0,1-1 0,-3 0 0,-6 1 0,1-1 0,-5 0 0,4 0 0,-2 0 0,5 0 0,2 0 0,1 0 0,-2 0 0,-5-1 0,10 0 0,-5 0 0,2 0 0,-5 0 0,2 0 0,-1 1 0,-3-1 0,0 0 0,-2 0 0,-3 0 0,3 1 0,-2-1 0,-1 0 0,0 0 0,-1 0 0,-1 0 0,-1 0 0,-1 0 0,-1 0 0,0 0 0,7-2 0,0 0 0,-10 1 0,-1 0 385,5-1 0,0 0-385,-2 0 0,-2 1 0,4-2 1084,8-3-1084,-28 2 1935,-9 1-1935,-8-3 0,-12 1 0,-8 0 0,-7-1 0</inkml:trace>
  <inkml:trace contextRef="#ctx0" brushRef="#br0" timeOffset="300106">18553 11901 5734,'3'24'0,"-1"-6"0,2 9 0,0 2 0,-1 3 0,0-6 0,1 1 0,-2-1 0,1-1 0,1 15 0,-1 4 0,0 0-604,0 3 604,-2-14 0,0 4 0,1-5-1522,-1 10 1522,1-11 0,-1-1 0,1 6-45,-1-9 45,0 3-240,-1-7 240,0-7 241,0 5-241,0-8 1252,0-3-1252,0-2 613,0-6-613,0 0 305,0 0-305,0-1 0,1-4 0,-4-5 0,1 0 0,-5-3 0,0-1 0,0 3 0,-2-5 0,1 4 0,0-1 0,-1-2 0,-6-6 0,3 4 0,-3-4 0,4 6 0,1 1 0,1 1 0,-11-13 0,10 12 0,-10-10 0,14 17 0,-1-1 0,2 3 0,0-1 0,-1 2 0,1 1 0,0-1 0,-1 1 0,1 0 0,-2 0 0,2 1 0,0 0 0,3 0 0,1 0 0,-1 0 0,1 2 0,0 1 0,-2 2 0,2 2 0,-1 2 0,-1 3 0,1 1 0,1 1 0,1 0 0,0 0 0,1 0 0,1-1 0,3 3 0,0-4 0,12 5 0,-6-10 0,22-7 0,-14-6 0,8-10 0,1-4 0,-4-1-528,-2 1 0,-2 1 528,-3 0 0,-1 1-250,-2 0 250,-1 2 0,-2 2 0,-1 1 0,-3 2 0,1 0 0,-2 4 1027,-1-1-1027,0 2 279,-3 3-279,2-1 0,-4 3 0,-8 13 0,-1-4 0,-6 10 0,3-6 0</inkml:trace>
  <inkml:trace contextRef="#ctx0" brushRef="#br0" timeOffset="301337">17813 12675 5734,'-1'7'0,"1"3"0,0 3 0,3 12 0,-1-3 0,2 5 0,0 1 0,0 3 0,0-8 0,0 4 0,0 9 0,-1-1 0,0 1 0,0-2 0,-1-1 0,-1-2 0,-1-12 0,0 5 0,0-13 0,0-5 0,0 0 0,-3-12 0,0-1 0,-3-9 0,1 1 0,0-2 0,-4-12 0,2 6 0,-1-9 0,3-15 0,2 17-213,2 2 1,1 0 212,3 2 0,1-6 0,4 5 0,-2 8 0,3-2 0,-3 10 0,0 2 0,0 2 0,2 3 0,-1 3 0,2 3 425,3 8-425,-4 0 0,4 5 0,-4 2 0,-2-3 0,6 24 0,-8-22 0,5 14 0,-7-23 0,0-1 0,0 0 0,0-2 0,0 1 0,1-2 0,1 0 0,2 0 0,21 3 0,-3 0 0,10 2 0,-5 2 0,-14-3 0,3 2 0,-5 2 0,-5-3 0,0 5 0,-8-3 0,-2 1 0,-4 1 0,-4 2 0,-4-1 0,-11 6 0,5-5 0,-9 3 0,9-7-276,-1-2 276,2 0 0,-13-1 0,13-4 0,-15-5 0,24-1 0,-7-6 0,15 5 0,0-1 0,6 3 0,2 0 0</inkml:trace>
  <inkml:trace contextRef="#ctx0" brushRef="#br0" timeOffset="302988">18137 13149 5734,'21'-8'0,"-5"0"0,4-3 0,-6 1 0,6-7 0,-6 3 0,3-5 0,-7 4 0,-1 1 0,-2 0 0,-1-5 0,-2 5 0,-3-3 0,-9 2 0,1 7 0,-7-2 0,-1 12 0,1 2 0,-9 10 0,9-2 0,-4 5 0,8-1 0,-1 8 0,4-5 0,0 7 0,7 1 0,8 8 0,-1-7-329,7 1 329,-5-17 0,5 2 0,-2-7 0,3 1 0,-3-7 0,0-3 0,2-3 329,1-3-329,14-15 0,-5-3 0,4-6-798,-10 4 798,-7 9-391,1-7 391,-4 7 0,1-3 0,-3 6 0,-3 5 0,0 0 0,-2 6 764,0 1-764,0 2 425,-1 9-425,-2 12 0,1 1 0,0 4 0,2-5 0,0-5 0,0 2 0,2-1 0,-2-7 0,1 3 0,-1-10 0,0-1 0,2-4 0,1-2 0,1-4 0,3-7 0,-1 3 0,0-5 0,-1 6 0,0-5 0,-2 5 0,3-7 0,-3 10 0,0 0 0,1 3 0,-2 5 0,4 3 0,-3 4 0,2 5 0,4 6 0,-2-2 0,4 6 0,-3-4 0,0 0 0,0 0 0,2 0 0,-2-1 0,0-1 0,-1-2 0,0 0 0,-2-3 0,-1-1 0,-1-1 0,2-3 0,-2-3 0,1-3 0,-1-3 0,0-4 0,2-9 0,3-27 0,-1 12-565,-4 7 0,0-1 565,0-1 0,0-7 0,-1-1 0,-1 1 0,1-3 0,-1 1 0,-3 13 0,1-1 0,-2 11 0,0 9 0,1 4 0,-1 2 0,1 12 0,-1 1 0,1 10 0,0 10 0,2-5 855,-1 11-855,2-10 0,-1 0 0,1 13 0,-1-11-771,0 9 771,0-16 0,0-3-115,-1-2 115,1-2 0,-1-3 0,0 1 250,0-6-250,0 0 783,0-5-783,0-3 128,-1-1-128,-1-4 0,0-4 0,-1-3 0,-1-3 0,0-5 0,1 4 0,-1-5 0,0 6 0,0-1 0,1 1 0,-1 0 0,1 1 0,1 0 0,0 1 0,2-2 0,0 4 0,0-1 0,0 4 0,3 1 0,0 1 0,3 1 0,1 2 0,0 0 0,1 1 0,1 1 0,0 2 0,-1 0 0,1 2 0,6 8 0,-7-4 0,5 7 0,-6 1 0,-3-3 0,1 6 0,-2-1 0,-1-5 0,1 4 0,-2-2 0,1-4 0,-2 2 0,2-4 0,-1-4 0,1-1 0,0-5 0,1-2 0,1-1 0,-1-4 0,1-2 0,4-7 0,3-13 0,-1 5 0,0-5 0,-4 12 0,-2 5 0,0-1 0,-2 6 0,-1 2 0,0 2 0,1 0 0,-1 3 0,2 1 0,0 3 0,1 3 0,1 1 0,7 12 0,-3-7 0,4 7 0,3-4 0,-6-7 0,6 3 0,3-13 0,-6-2 0,16-18 0,-15 5 0,8-11 0,-12 7 0,1 0-456,-2-3 456,1 0 0,0-15 0,-3 8 0,-1-10 0,-4 1 0,-3 8-650,-2-6 650,0 13 0,-2 2 0,-1 2 0,-4-5 0,-5-1 0,-2 4 0,0 5 0,5 14 426,2 6-426,1 3 0,-13 30 0,10-12 0,1 9 0,2 6 0,7-7 0,2 0-519,0 0 1,0 0 518,1 0 0,2-2 0,1 2-882,1 10 882,1-13 0,-1 6 0,1-10 0,-1-7 0,-1 0 0,0-7 0,0-6 1538,1-2-1538,2-9 1061,0-1-1061,3-4 0,-3 1 0,0-1 0,-1 0 0,0-1 0,0 2 0,1-1 0,-1 2 0,0 0 0,-1 1 0,0 1 0,-1 1 0,1 1 0,-4 4 0,3 4 0,-3 5 0,0 10 0,0-3 0,0 7 0,0-5 0,3 1 0,-1 0 0,3 0 0,0-1 0,2-1 0,0-1 0,11 3 0,-3-10-70,9 2 1,-3-15 0,3-2 0</inkml:trace>
  <inkml:trace contextRef="#ctx0" brushRef="#br0" timeOffset="304488">19480 12568 5734,'-1'-4'0,"1"17"0,2 2 0,2 15 0,0-6 0,3 18 0,-2-9 0,1 4 0,0 0-2674,0 2 2674,-1-8 0,-1-2 0,1 2 77,-1-2-77,1-2 0,-2 12 0,-1-17 413,0 15-413,-2-27 0,0 1 0,0-11 1316,0-11-1316,1 2 660,1-9-660,2-1 0,1 5 208,3-5-208,3 1 0,-2 4 0,4-5 0,-3 7 0,0 0 0,0 3 0,-1 1 0,-1 1 0,-1 1 0,2-1 0,-4 4 0,0 0 0,-5 5 0,-16 18 0,9-10 0,-5 11 0,1 1 0,6-7 0,-3 13 0,9-17 0,4 7 0,1-7 0,5 5 0,3-7 0,-2-4 0,6 1 0,1-6 0,-3 0 0,3-3 0,-2-3 0,-4-1 0,2-4 0,-6 2 0,-1-3 0,-1-1 0,-1-3 0,-2-1 0,-1-2 0,-1-3 0,-1-1 0,0-2 0,-2-1-527,0 0 527,0 1 0,0 0 0,-1 1 0,0-6 0,0 8 0,0-5 0,1 12 0,0 1 0,-1-2 0,1 14 0,0 0 0,3 24 0,-1-3 527,1 11-527,2 8 0,-1-10 0,1 2-686,-1-5 1,0-1 685,0 6 0,0-2 0,0 2-754,1 9 754,-2-11 0,1 5-131,-2-15 131,0-3 0,0-2 0,0-3 1234,-1-2-1234,0-2 855,0-1-855,-1-2 167,0-2-167,0-4 0,-1-5 0,2-1 0,0-3 0,2 1 0,0-1 0,2-1 0,1-1 0,1-1 0,0 1 0,1 0 0,1-1 0,-1 2 0,4-5 0,-3 5 0,3-3 0,-4 8 0,0 0 0,0 4 0,6 16 0,-6-2 0,3 14 0,-7-9 0,1 9 0,0-6 0,1 6 0,-1-8 0,1-1 0,1 0 0,-1-2 0,1-2 0,5 3 0,-5-7 0,9 1 0,-8-9 0,9-10 0,-8 2 0,4-9 0,-6-3 0,-1 4 0,1-7 0,-3 7 0,-1 0 0,-1 0 0,1 2 0,-2-4 0,1 7 0,-1-2 0,0 7 0,0 2 0,0 2 0,0 1 0,3 14 0,2 21 0,1-5 0,1 11 0,1-10 0,-1-11 0,2 7 0,-2-14 0,-2-5 0,2-1 0,-2-6 0,0-3 0,1-7 0,0-7 0,0-1 0,-2-3 0,-2 5 0,-1 0 0,0-1 0,1-6 0,-1 8 0,1-2 0,-1 8 0,0 4 0,0 0 0,0 6 0,1 6 0,0 2 0,1 6 0,0-1 0,-1 2 0,1 2 0,0-1 0,1 1 0,0-2 0,0 0 0,4 9 0,-4-11 0,2 7 0,-1-10 0,-2-6 0,4 0 0,-2-9 0,2-3 0</inkml:trace>
  <inkml:trace contextRef="#ctx0" brushRef="#br0" timeOffset="305299">20366 12831 5734,'-8'-8'0,"-3"1"0,3 5 0,-3 2 0,-1 4 0,3 1 0,-3 4 0,3 5 0,3-1 0,1 4 0,5 5 0,2-5 0,4 6 0,7 2 0,-2-6 0,6 7 0,0-3 0,-4-6 0,4 5 0,-4-7 0,-5-4 0,0 0 0,-15-1 0,-2-6 0,-6 3 0,2-8 0,5-1 0,1-1 0,0-1 0,1-4 0,2 1 0,1-4 0,6-5 0,0 4 0,7-12 0,1 4 0,1 0 0,6-4 0,-8 10 0,5-2 0,2 0 0,-6 8 0,9-2 0,-13 10 0,2 3 0,-4 3 0,1 8 0,-1-2 0,6 17 0,-5-13 0,12 18 0,-11-22 0,11 9 0,-11-16 0,10-3 0,-8-10 0,5-16 0,-6 5 0,0-14 0,-6 15 0,2-12 0,-3 14 0,1-4 0,0 11 0,-2 0 0,1 4 0,0 7 0,0 2 0,1 7 0,0-1 0,2 1 0,0 0 0,9 10 0,-5-8 0,14 10 0,-11-16 0,7 2 0,-2-9 0,-3-2 0,4-4 0,0-5 0,-4 1 0,3-5 0,-2-5 0,-5 6 0,3-6 0,-7 7 0,-1 1 0,-1 1 0,-2 1 0,0 1 0,-1 2 0,-2 0 0,-3 1 0,-5 5 0,2 1 0,-2 7 0,5 7 0,1-1 0,10 30 0,0-20-588,9 18 588,-5-24 0,-1-1-246,4 10 246,-6-11 0,1 6 0,-9-12 0,-14 3 0,4-6 0,-19 4 0,12-8 573,-6 1-573,0-3 0,6 0 0,-5-1 0,8-1 0,-1 0 0,2-3 0,0 0 0</inkml:trace>
  <inkml:trace contextRef="#ctx0" brushRef="#br0" timeOffset="306643">21173 12694 5734,'4'-14'0,"1"4"0,14-5 0,18 8 0,-6 0-975,12 6 975,-21 3 0,1 3-184,3 8 184,-7-2 0,1 9 0,-9 6 0,-5-3 0,-6 4 0,-2 2 0,-4 3 0,1-6 0,-2 0 0,-5 15 0,4-11 0,-1 9 0,5-7 0,2-9 0,3 5 0,6-7 0,0-7 0,6 2 0,9-7 0,-4-5 708,9-2-708,2-6 451,-1-4-451,6-9 0,-14 2 0,-3-6 0</inkml:trace>
  <inkml:trace contextRef="#ctx0" brushRef="#br0" timeOffset="306804">21317 12910 5734,'19'0'0,"-2"0"0,10 0 0,10-1 0,-7 1 0,11-1 0,-12-1 0</inkml:trace>
  <inkml:trace contextRef="#ctx0" brushRef="#br0" timeOffset="306955">21786 12956 5734,'21'-9'0,"7"-1"0,-11 5 0,6-2 0,-7 3 0</inkml:trace>
  <inkml:trace contextRef="#ctx0" brushRef="#br0" timeOffset="307284">22200 12615 5734,'0'14'0,"2"-2"0,-1 9 0,0-2-465,1 2 465,-1 1 0,0 2 0,2 23 0,-1-17 0,0-2 0,1-1 0,-1-3 153,2 5-153,-1-8 0,-1-7 77,1 1-77,-3-1 0,0-6 0,-6 2 0,1-10 0,-3-1 0</inkml:trace>
  <inkml:trace contextRef="#ctx0" brushRef="#br0" timeOffset="307508">21917 12646 5734,'-4'-3'0,"2"-1"0,3 1 0,4-1 0,4 1 0,20-3 0,-2 2-434,17-1 434,-15 2 0,0 0-1586,18-1 1586,-15 2 0,1-1 0,2-1 0,-1 1 0,-8 0 0,0 0 0,7-1 0,0 1 0,2-1 0,-3 1 0,6-1 0,-11 1 0,0 0 0</inkml:trace>
  <inkml:trace contextRef="#ctx0" brushRef="#br0" timeOffset="308011">22402 12855 5734,'-3'17'0,"-1"9"0,2-7 0,0 8 0,2-4 0,1-7 0,0 4 0,1-5 0,-1-8 0,0-2 0,-1-28 0,0 5-380,-1-17 380,1 15 0,0 0 0,0-1-150,11-25 150,1 14 0,7-11-546,-1 23 546,-3 9 0,1 2 0,1 3 0,-1 2 352,0 2-352,-2 4 147,-1 2-147,-2 3 0,-1 2 0,0 0 0</inkml:trace>
  <inkml:trace contextRef="#ctx0" brushRef="#br0" timeOffset="308736">22668 12833 5734,'-13'1'0,"3"1"0,-15 24 0,14-11-547,-10 16 547,17-17 0,1 2 155,3 5-155,2-6 0,4 11 0,0-15 97,15 0-97,-9-13 0,9-5 0,-10-2 276,0-2-276,8-15 0,-8 7 19,5-12-19,-8 3 0,-2 6 0,-1-7 0,0 2 0,-2 8 0,1-2 0,-3 8 0,0 4 0,-1 0 0,0 6 0,1 2 0,0 6 0,1 1 0,0 7 0,0 1 0,1 10 0,0-4 0,3 7 0,2 2 0,8 16 0,-6-16 0,5 6 0,-11-30 0,1-3 0,4-12 0,-3 2 0,3-11 0,-4 0 0,0-11 0,0 5-271,-1-5 271,-2 15 0,0-2 0,-1 5 0,0-1 0,0 7 0,-2 4 0,1 9 271,0 3-271,0 7 0,2 3 0,0-3 0,0 4 0,1-6 0,0 0 0,2 2 0,-1-4 0,1 0 0,-1-7 0,-1-2 0,1-2 0,1-2 0,-1-3 0,4-7 0,-2 1 0,3-6 0,6-18 0,-4 10 0,4-9 0,-7 18 0,-4 12 0,0 0 0,1 3 0,-1 2 0,4 4 0,-1 1 0,1 3 0,2 11 0,-2-1 0,1 4 0,-3-5 0,-2-7 0,0-1 0,0 3 0,0-5 0,-1 2 0,0-6 0,1-3 0,2-2 0,2-3 0,0-2 0</inkml:trace>
  <inkml:trace contextRef="#ctx0" brushRef="#br0" timeOffset="308983">23191 12866 5734,'-7'-4'0,"1"1"0,-3 2 0,2 0 0,-2 1 0,3 1 0,-4 4 0,5-2 0,-3 4 0,8-2 0,0-1 0,5 6 0,-2-3 0,11 8 0,-7-8 0,7 9 0,-9-9 0,2 9 0,-5-10 0,-1 3 0,1-7 0,1 1 0</inkml:trace>
  <inkml:trace contextRef="#ctx0" brushRef="#br0" timeOffset="309632">23522 12477 5734,'-24'-13'0,"0"2"0,-5 8 0,5 4 0,-16 11 0,17 2 0,-4 10 0,14 2 0,2 2 0,-1 11-184,3-8 1,3 5 183,5 10 0,2-1-1243,0-14 0,1-1 1243,0 3 0,0 2 0,1-3 0,1-3 0,-1-3-153,1 1 1,0 1 152,2 3 0,0 3 0,-1-3 0,0-2 0,0 0 0,3 14 0,-1-1 0,2 4-637,-4-15 637,0 3 179,-5-18-179,-3-8 2310,-4-5-2310,-2-9 385,-1-3-385,-3-5 0,-1-3 0,-7-15 0,5 4-110,-4-10 110,7 8 0,2-2 0,3 0 0,3 0-677,3 1 677,2 2 0,4 1 0,2 3-312,2 3 312,3 2 0,0 2 0,9-2 0,-5 6 0,6-3-107,-7 9 107,0-1 908,0 3-908,-1 1 716,1 1-716,-1 1 370,-1 0-370,1 2 133,-1 1-133,5 2 0,0 1 0,4 6 0,-5 0 0,5 13 0,-9-8 0,4 9 0,-8-11 0,1 0 0,-1-1 0,4 3 0,-2-5 0,1 0 0,0-5 0,0-3 0,1-2 0,-1-2 0,1-3 0,2-17 0,-7 7 0,-14-9 0,-6-1 0,-3 8 0,-2 1 0,-2 2 0,-7 7 0,8 4 0,-3-1 0,9 4 0,5 2 0,2 0 0,18 1 0,0-1 0,10-2 0,-3-3 0,1 0 0</inkml:trace>
  <inkml:trace contextRef="#ctx0" brushRef="#br0" timeOffset="309866">23712 12801 5734,'12'-3'0,"6"10"0,-11 0 0,5 10 0,-8-4 0,-1 0 0,1 7 0,-1-5 0,0 4 0,1-5 0,-2-5 0,1 0 0,2-17 0,-2 1 0,3-12 0,-3 5 0,0-2 0,-1-10 0,0 6 0,0-7 0,4 1 0,-2 6 0,5-4 0,10-2 0,-6 11 0,17-8 0,-18 19 0,7 5 0,-15 6 0,-1 4 0,-2 5 0,0-5 0,2 6 0</inkml:trace>
  <inkml:trace contextRef="#ctx0" brushRef="#br0" timeOffset="310245">23961 12889 5734,'-3'21'0,"2"-3"0,0-7 0,2 3 0,-1-5 0,1 0 0,0-4 0,1-3 0,1-3 0,8-13 0,-4 2 0,8-20 0,-8 11 0,2-8 0,2-15 0,-4 17 0,0 1 0,-1 2-257,-1 3 257,0-2 0,-1 7 0,-1 8 0,1 1 0,1 14 0,0 2 0,0 8 0,4 21 0,-3-12 257,4 17-257,3 0 0,-3-12-526,2 6 526,-5-19 0,-3-11 0,0-3 0,1-5 0,0-4 0,9-18 0,-4 6 0,5-9 0,0-1 0,-3 7 0,10-15 0,-14 30 0,1 3 0,0 4 526,2 3-526,1 2 0,1 2 0,1 3 0,0 0 0,0 0 0,1 0 0,-2-2 0,-1-1 0,-4-2 0,-6-5 0,-3-3 0</inkml:trace>
  <inkml:trace contextRef="#ctx0" brushRef="#br0" timeOffset="311041">18383 13715 5734,'6'7'0,"0"3"0,-1 3 0,3 11 0,-3-5 0,3 7 0,-1-3 0,-1-7 0,2 3 0,-1-7 0,-1-4 0,2-1 0,3-9 0,-2-2 0,4-5 0,10-18 0,-7 7 0,0-3 0,0 0 0,0-1 0,5-9 0,-3 5-400,-6 9 400,1-3 0,-5 11 0,-2 6 0,1 16 0,-4 2 0,-2 35 0,-1-22 0,0 6 0,0 0 0,-1-3 0,2 12 0,-3-15 0,4-9 0,-1 3 0</inkml:trace>
  <inkml:trace contextRef="#ctx0" brushRef="#br0" timeOffset="311258">18976 13589 5734,'-4'-2'0,"-1"3"0,-11 27 0,-1 8 0,-1 1-1639,-3 5 1,1 1 1130,4-2 508,2-2 0,1 1 0,5-16 0,0 1 0,-4 12 0,2 0-93,3 9 93,1-14 82,2 16 0,6-32 0,2 3 0</inkml:trace>
  <inkml:trace contextRef="#ctx0" brushRef="#br0" timeOffset="313743">19633 13723 5734,'6'26'0,"1"0"0,4 20 0,-6-26 0,-1-2 0,1 4 0,-2-6 0,0 1 0,-2-6 0,-1-3 0,0-1 0,0-3 0,0-2 0,-3-10 0,1 1 0,-2-9 0,3-4 0,0 4 0,4-24 0,-1 19 0,3-12 0,0 13 0,-2 7 0,0-3 0,1 6 0,-2 5 0,1-1 0,1 7 0,-2 0 0,3 6 0,-1 5 0,0-1 0,3 11 0,-2-7 0,2 6 0,1 2 0,-2-6 0,3 5 0,1 5 0,-1-3 0,0 0 0,-2-9 0,-1-11 0,-1-4 0,4-1 0,0-5 0,1-3 0,0-1 0,2-4 0,-1 1 0,0-3 0,0 0 0,-1-1 0,1 0 0,0-6 0,-1 8 0,-1-3 0,-4 9 0,-2 2 0,0 0 0,0 4 0,-1 0 0,-1 8 0,1 2 0,0 11 0,1 11 0,-1-4 0,4 22 0,-4-27 0,3 10 0,-2-13 0,-4-5 0,-1 2 0,-3-7 0,-1-4 0,1-5 0,0-2 0</inkml:trace>
  <inkml:trace contextRef="#ctx0" brushRef="#br0" timeOffset="313882">19848 13444 5734,'-2'-6'0,"1"2"0,2 4 0,1 2 0</inkml:trace>
  <inkml:trace contextRef="#ctx0" brushRef="#br0" timeOffset="314138">20041 13344 5734,'8'26'0,"2"15"0,-5-10 0,2 12 0,-2-10 0,0-1 0,1 9 0,1 3 0,1 0 0,-1-9 0,0-1 0,1-2 0,0-9 0,6 21 0,-8-34 0,3 6 0,-5-17 0</inkml:trace>
  <inkml:trace contextRef="#ctx0" brushRef="#br0" timeOffset="314674">20278 13700 5734,'-4'-5'0,"-7"1"0,5 5 0,-9 5 0,7 2 0,-2 5 0,0 5 0,4-2 0,-1 5 0,4 6 0,2-11 0,5 14 0,1-20 0,5 2 0,8-13 0,-6-2 0,8-5 0,-9-1 0,0-2 0,7-17 0,-8 9 0,0-4 0,-1 0 0,-4 3 0,4-19 0,-7 25 0,1-3 0,-2 10 0,-1 4 0,0 0 0,-2 12 0,1-1 0,-1 17 0,2-8 0,1 9 0,0-7 0,3 1 0,2 7 0,0-7 0,3 4 0,-1-6 0,-1-7 0,2 1 0,-2-9 0,3-5 0,-2-2 0,3-6 0,-3-1 0,-1-3 0,0-1 0,-1 0 0,-1-2 0,-1 1 0,2-21 0,-1 22 0,0-8 0,-2 27 0,-2 15 0,2-1 0,-2 9 0,3 6 0,-1-7 0,1 2 0,0-1 0,-1-1 0,2 11 0,-4-22 0,-1-4 0,0-3 0,-1-5 0,1-3 0</inkml:trace>
  <inkml:trace contextRef="#ctx0" brushRef="#br0" timeOffset="314811">20467 13501 5734,'32'-4'0,"-3"1"0</inkml:trace>
  <inkml:trace contextRef="#ctx0" brushRef="#br0" timeOffset="315325">21056 13605 5734,'-2'3'0,"1"0"0,2 19 0,1-6 0,1 17 0,-1-15 0,1 7 0,-1-8 0,1 7 0,-1-6 0,1 2 0,-1-8 0,1-3 0,-2-1 0,-1-2 0,0-1 0,0-3 0,-4-14 0,2 3 0,-6-26 0,4 17 0,-2-18 0,3 18 0,0-5 0,5-5 0,0 11 0,7-14 0,-2 19 0,6-3 0,-2 7 0,23-5 0,-14 7-358,17-4 358,-20 10 0,-1 0 0,-2 2 0,-3 2 0,-1 0 0,-3 3 0,1 0 0,-2 1 0,0 0 0</inkml:trace>
  <inkml:trace contextRef="#ctx0" brushRef="#br0" timeOffset="315656">21454 13696 5734,'12'2'0,"14"-1"0,-11-2 0,25 1 0,-22 0 0,23 1 0,-25 0 0,9 1 0,-10 0 0,-5-1 0,-1 4 0,-9-2 0,-4 2 0,-3-3 0</inkml:trace>
  <inkml:trace contextRef="#ctx0" brushRef="#br0" timeOffset="315832">21449 13842 5734,'23'-4'0,"0"0"0,18-5 0,-14 3 0,3 0 0,-1 0 0,-5 1-122,8 0 1,-19 2 0,-1 1 0</inkml:trace>
  <inkml:trace contextRef="#ctx0" brushRef="#br0" timeOffset="316083">22029 13492 5734,'2'13'0,"-1"0"0,-1 8 0,0 11 0,-1-6 0,2 11 0,1 0-1062,1-9 1062,1 7-314,-1-4 314,0-10-216,0 11 216,-2-19 0,-3 4 0,-1-14 0,-5 0 0,1-3 0</inkml:trace>
  <inkml:trace contextRef="#ctx0" brushRef="#br0" timeOffset="316853">21119 14059 5734,'37'0'0,"-7"-1"0,5 1 0,-2-1 0,0 1 0,3-1-820,4 0 1,8 1 0,1-1 0,-7 0-373,-1 1 0,1-1 1192,-2 2 0,7-1 0,-1 1 0,-7 0-37,-5 0 1,-3 1 36,17 1 0,-4 0 831,-8 2-831,10 3 0,-22-2 0,9 1 0</inkml:trace>
  <inkml:trace contextRef="#ctx0" brushRef="#br0" timeOffset="322666">15122 13599 5734,'-1'-3'0,"0"1"0,0 1 0,0 0 0,4 1 0,-5 3 0,4-3 0,-5 3 0</inkml:trace>
  <inkml:trace contextRef="#ctx0" brushRef="#br0" timeOffset="323005">14903 13490 5734,'-18'4'0,"7"-1"0,0-2 0,7 0 0,2-1 0,8-2 0,2 0 0</inkml:trace>
  <inkml:trace contextRef="#ctx0" brushRef="#br0" timeOffset="331002">17553 14475 5734,'-3'-1'0,"1"-3"0,3-1 0,6-13 0,-1 9 0,4-7 0,-2 10 0,0 0 0,11 0 0,-6 3 0,18 1 0,-18 4 0,6 1 0,-8 3 0,-3 0 0,0 3 0,-5 6 0,-3-1 0,-1 6 0,-2-4 0,-2 2 0,-1 0 0,-5 16 0,4-13 0,-4 20 0,8-26 0,0 8 0,5-10 0,1-2 0,1-2 0,1-3 0,1-2 0,-1 0 0,3-1 0,0-1 0,0-1 0,3-3 0,4-2 0,-2-1 0,2-3 0,-5 1 0,-2 0 0,-1-2 0</inkml:trace>
  <inkml:trace contextRef="#ctx0" brushRef="#br0" timeOffset="331200">17608 14531 5734,'12'-3'0,"-4"0"0,6 1 0,-5 1 0,5 0 0,-4 1 0,4 0 0</inkml:trace>
  <inkml:trace contextRef="#ctx0" brushRef="#br0" timeOffset="331517">17877 14538 5734,'5'0'0,"-1"1"0,-1-1 0,0 0 0,0 0 0,5 0 0,-2 1 0,5-1 0,-2 0 0,0 0 0,11-2 0,-7 1 0,8-2 0,-6 0 0,-5 1 0,0-2 0,-4 3 0,-4 1 0,1 0 0,-2 0 0,1 0 0</inkml:trace>
  <inkml:trace contextRef="#ctx0" brushRef="#br0" timeOffset="331827">17956 14610 5734,'5'-1'0,"9"-3"0,-5 2 0,8-2 0,1 0 0,-4 2 0,3-2 0,0 0 0,-5 2 0,3-1 0,-2 2 0,-6 0 0,3 1 0</inkml:trace>
  <inkml:trace contextRef="#ctx0" brushRef="#br0" timeOffset="333051">18194 14439 5734,'0'-6'0,"-1"3"0,3 2 0,1 4 0,7 9 0,-3-2 0,3 8 0,-2 3 0,-3-4 0,2 7 0,-3 0 0,-1-5 0,-1 4 0,-1-9 0,0-1 0,-1-2 0,0-2 0,0-2 0,0-1 0,-1-3 0,0 0 0,0-4 0,-1-2 0,-1-3 0,0-2 0,0-2 0,0-1 0,0-1 0,2-8 0,-2 5 0,3-22 0,0 17 0,3-11 0,13-12 0,-7 25 0,11-19 0,-4 28 0,-5 5 0,5-2 0,-7 5 0,0 1 0,-1 1 0,1 1 0,1 7 0,-5-2 0,1 6 0,-6-6 0,0 1 0</inkml:trace>
  <inkml:trace contextRef="#ctx0" brushRef="#br0" timeOffset="333474">18415 14635 5734,'7'1'0,"8"-1"0,-5-2 0,13-10 0,-12 4 0,5-8 0,-8 7 0,-1-2 0,-1 0 0,0-9 0,-4 7 0,0-7 0,-7 7 0,1 4 0,-11-2 0,6 9 0,-15 8 0,13 1 0,-9 12 0,10-2 0,2 12 0,5-8 0,4 4 0,3-13 0,1 0 0,1-1 0,2-1 0,0-1 0,3-1 0,0-2 0,8-1 0,-3-3 0,5-2 0,-6-2 0,3-5 0,-6 1 0,2-4 0,-5 2 0</inkml:trace>
  <inkml:trace contextRef="#ctx0" brushRef="#br0" timeOffset="333722">18662 14281 5734,'9'13'0,"-1"2"0,2 16 0,-3-8 0,2 15 0,-3-1 0,-3-8 0,-1 1 0,-1 0 0,-2 10-1303,-2 7 1303,-1-18 0,-1-13 260,-6 4-260,2-10 0,-18 0 0,12-15 0,-8-5 0,12-3 0</inkml:trace>
  <inkml:trace contextRef="#ctx0" brushRef="#br0" timeOffset="334307">18796 14237 5734,'2'12'0,"0"1"0,2 7 0,-1-4 0,0 4 0,2-5 0,-2-3 0,2 0 0,-1-7 0,1-6 0,1-5 0,-1-1 0,5-10 0,-5 6 0,2-5 0,-3 10 0,-1-1 0,-1 7 0,-1 1 0,0 7 0,3 9 0,-1-3 0,2 6 0,-1-7 0,2 0 0,3 1 0,0-4 0,3 0 0,4-9 0,-4-4 0,5-4 0,-6-2 0,0-3 0,-2-1 0,-2-2 0,-1-1 0,-3-9 0,-2 6 0,-2-7 0,-3 9 0,0 1 0,-1 1 0,-1 2 0,0 1 0,-1 2 0,1 2 0,-1 1 0,0 2 0,-11 1 0,8 3 0,-9 0 0,11 6 0,1-1 0</inkml:trace>
  <inkml:trace contextRef="#ctx0" brushRef="#br0" timeOffset="334724">18662 14044 5734,'-9'-16'0,"2"5"0,-1-3 0,5 2 0,3 6 0,6 0 0,2 9 0,2 3 0,-2 2 0,-1 1 0</inkml:trace>
  <inkml:trace contextRef="#ctx0" brushRef="#br0" timeOffset="335150">19285 14556 5734,'8'3'0,"1"-1"0,13-1 0,-8 0 0,12-2 0,-3 0 0,-6 0 0,11 2 0,-14 1 0,3 0 0,-3 2 0,-4-1 0,-2 1 0,-10 0 0,-1-3 0,-2 2 0</inkml:trace>
  <inkml:trace contextRef="#ctx0" brushRef="#br0" timeOffset="335316">19354 14707 5734,'28'4'0,"-2"-2"0,-7-1 0,0-1 0,18-1 0,-15 0 0,16-1 0,-22 1 0,4-2 0</inkml:trace>
  <inkml:trace contextRef="#ctx0" brushRef="#br0" timeOffset="336603">19833 14648 5734,'3'5'0,"4"2"0,-2-3 0,20 1 0,-2-8 0,8 1-458,-8-6 458,-7 0 0,6-6 0,-5 3 112,3-6-112,-2-1 0,-7 4 0,1-3 0,-6 1 0,-6-2 0,-1 5 0,-5 1 346,-1 11-346,-8 4 0,2 2 0,-5 4 0,0 7 0,3-2-345,-2 8 345,5-5 0,3 1 0,1 1 0,2 19 0,3-15 0,3 13 0,7-14 0,1-5 0,16 9 0,-8-16 0,12 3 0,7-15 0,-12-2-346,11-5 346,-19 0 0,0-2 0,-1 0 0</inkml:trace>
  <inkml:trace contextRef="#ctx0" brushRef="#br0" timeOffset="337029">20317 14239 5734,'16'13'0,"-3"0"0,-2 7 0,-4-2 0,1 9 0,-4 5 0,-2-6 0,-1 9 0,-4-2 0,-1-9 0,-2 7 0,-3-7 0,1-6 0,-3 2 0,-3-6 0,3-6 0,-3-1 0,-7-13 0,7 0 0,-11-15 0,13 3 0,-1-8 0</inkml:trace>
  <inkml:trace contextRef="#ctx0" brushRef="#br0" timeOffset="337172">20292 14096 5734,'3'6'0,"0"-1"0,6 3 0,-2-2 0,4 3 0,3 3 0,-5-6 0,5 4 0</inkml:trace>
  <inkml:trace contextRef="#ctx0" brushRef="#br0" timeOffset="337710">20482 14200 5734,'-1'7'0,"-1"10"0,2-5 0,1 13 0,1-11 0,1 4 0,2 0 0,-1-5 0,5 5 0,1-7 0,-1-4 0,1-4 0,-3-6 0,0-2 0,2-7 0,-1 1 0,1-6 0,0-9 0,-4 9 0,3-19 0,-6 21 0,0-2 0,-2 10 0,0 8 0,0 5 0,0 3 0,0 5 0,0-2 0,1 2 0,1-1 0,3 7 0,-1-6 0,3 4 0,0-3 0,-1-6 0,3 1 0,-3-8 0,0-2 0,1-2 0,-1-4 0,-1-1 0,2-9 0,-6-11 0,-1-2 0,-3 1 0,-3 4 0,2 11 0,-1-2 0,2 7 0,-2 2 0,1 1 0,-2 2 0,0-1 0</inkml:trace>
  <inkml:trace contextRef="#ctx0" brushRef="#br0" timeOffset="338499">18500 15036 5734,'16'0'0,"16"-2"0,-1 1-621,-8 0 1,3-1 620,7 0 0,2-1-1114,-7 1 1,2 1 1113,9-2 0,4-1 0,-11 2 0,1 0 0,-1 0 0,7-1 0,1 0 0,-7 1 0,3 0 0,2-1 0,0 1 0,3-1 0,1 1 0,-4 0 0,-2 0 0,-3 0 0,5 0-350,1 0 0,5-1 0,2 0 0,-2 1 0,-5 0 350,-2 0 0,-3 0 0,0 1-172,11-2 0,1 0 0,1 1 172,-2-2 0,0 1 0,-3 0 0,-8 0 0,-1 1 0,0-1 0,9-1 0,1 0 0,-2 0 0,-1-1 0,1 0 0,-2 0 0,6-2 0,0 0 0,-5 1 0,0 1 0,-1-1 0,9-1 0,3-1 0,-9 1 0,-5 2 0,-13 2 0,2-1 0,-13 3 2016,3 1-2016,-5 0 2631,1 2-2631,-1 3 960,-6-2-960,3 3 127,-6-2-127,-1 1 0,0 0 0,-2 4 0,0-2 0,-8 9 0,2-8 0,-5 5 0,4-7 0</inkml:trace>
  <inkml:trace contextRef="#ctx0" brushRef="#br0" timeOffset="338806">21106 14580 5734,'-5'7'0,"-2"3"0,1 0 0,-1 4 0,-2 2 0,-14 24 0,6-13-189,4-5 1,-2 1 188,1-2 0,1-1 0,-8 12 0,-4 2 0,0 1 0,-1 2 0,8-11 0,-2 3 0,2-4 0,-3 8 0,1-1 0,2-2 0,7-10 0,-3 7 0,13-21 0,1-2 0</inkml:trace>
  <inkml:trace contextRef="#ctx0" brushRef="#br0" timeOffset="338967">21094 14780 5734,'-26'30'0,"6"-3"0,-5 11 0,12-9 0,2 1 0,-2 6 0,3-2 0,2-2 0,6-7 0,0 6 0</inkml:trace>
  <inkml:trace contextRef="#ctx0" brushRef="#br0" timeOffset="346388">21736 13160 5734,'-42'-6'0,"15"2"0,2 0 0,-4 1 0,-9-1 0,-2 3 0,7 0 0,0 1 0,-2 1 0,-1 0 0,-4 1 0,0 1 0,7-2 0,-1 2 0,2-1 0,8 0 0,-10 0 0,17 1 0,5-2 0,-2 1 0,1 1 0,4 0 0,-3 1 0,3 3 0,4-2 0,-2 2 0,1 0 0,2 0 0,-4 4 0,-5 8 0,3-5 0,-3 7 0,0 0 0,5-8 0,-9 20 0,9-17 0,-2 9 0,3-4 0,1-2 0,-4 24 0,5-17 0,0 3 0,2 1 0,2-4 0,1 5 0,2-1 0,1-4 0,1 4 0,1-1 0,0-3 0,0 4 0,0 7 0,0-6 0,0 4-144,1 5 1,-1-2 143,-1-10 0,-2-8 0,0 3-7,-1-4 7,0-7 0,-1 8 0,0-13 0,0 2 0,0-8 286,0 2-286,0-2 8,0 2-8,1-3 0,1-1 0,1 2 0,0-2 0,0 3 0,1 0 0,0-1 0,23 8 0,-11-5 0,7 2 0,1-1 0,3-1-1034,14 0 1034,-7-2-1263,6 0 1263,4 0 0,-7 0 0,2 0 0,-8-1 0,1 1-971,12-1 1,0 1 970,-10-1 0,-2 0 0,2 0 0,1 0 0,-1 0 0,3-1-499,8-1 0,5-1 1,-3 0 498,-1-1 0,1 0 0,-12 1 0,4-1 0,-1 0 0,-4 0 0,6-2 0,-3-1 0,2 0 0,-1 0 0,-1-1 0,-1 0 0,-1 0 0,-1 0 0,-3 0 0,-1 0 0,-2 0 0,0 0 0,3-1 0,0-1 0,9-4 67,-14 3 0,-2 1-67,-5 0 1531,-1-1-1531,-13 3 1533,-6 2-1533,-5 1 0,-18 2 0,7 3 0,-26 2 0,25 0 0,-9-1 0</inkml:trace>
  <inkml:trace contextRef="#ctx0" brushRef="#br0" timeOffset="488484">8052 5121 5734,'2'38'0,"0"-9"0,0 2 0,0-7 0,-1 1-806,1 8 0,1 2 806,-1 3 0,1 0-418,-1-8 0,0 1 418,0 2 0,0 4 0,0 1 0,1 1 0,0 1 0,-1-1-653,1-5 1,-1-2 0,0 1 652,2 5 0,-1 1 0,1-4 0,-1-5 0,1-3-221,-1 0 1,0 2 220,2 9 0,1 0 0,-2-10 0,0 1 0,1 6 0,1 1 0,0-2 0,0-2 0,-2-7 0,1-1 0,1 6 0,0 1 0,-1-3 0,1-1 0,-1 2 0,0-1 0,1 0 0,-1 0 0,0-2 0,-1-2 0,1 9 0,0 0 0,-1 0 0,0-1 0,-1 1 0,1-1 0,-1 1 0,-1 14 0,0-10-130,-1-12 1,-1 0 129,1 11 0,-2 1 0,1 1 0,-1-1 0,-1-1 472,1 1-472,0-12 0,0 0 0,0 13 724,1-13 0,-1-1-724,1 8 0,1 12 0,0-11 1,1 6-1,-1-14 0,1-3 1019,-1-2-1019,0-3 257,1 2-257,0 3 0,0-8 1137,0 2-1137,-1-12 771,0-1-771,0 2 0,-1-3 0,0 1 0,1 1 0,-1-3 0,1 2 0,0-4 0,1 1 0,2-1 0,1-1 0,4-1 0,1-1 0,2 0 0,3-1 0,2 1 0,3 0 0,24-1 0,-14 1 0,11 0 0,1 0-1821,1 0 1821,-8 0 0,1 0 0,8-1 0,-5 2 0,6-2 0,-3 2 0,-5-1 0,0 1-852,8-1 1,3 0 0,-4 1 851,-10 1 0,-3 0 0,2 0 0,0 0-660,1 0 1,0 1 659,0-1 0,0 1 0,0-1 0,2 1 0,-2 0 0,2 0 0,-1 0 0,6-1 0,0 1-14,-5-1 1,1 1 0,-1 0 13,2-1 0,2 1 0,-4-1 0,4-1 0,1 1 0,-3 0 0,-3 0 0,-3 0 0,2 0 0,5-1 0,2 1 0,1-1 0,-5 0 0,7 0 0,-4 0 0,2 0 0,2 0 0,-3 0 0,1 0 0,-1 0 0,7 0 0,0 0 0,-7 0 0,2 0 0,-3 0 0,2 1 0,1-1 0,-5 1 0,3 0 0,-3 0 0,7 0 0,-1-1 0,-7 2 0,2-1 0,-3 1 0,1-1 0,-2 0 0,0 1 0,-1 0 0,-1 0 0,-1-1 0,-2 1 0,1 0 0,-3 1 0,1-1 0,-2 0 0,0 0 0,-2 0 0,0 0 0,23-2 0,-1 1 0,-3-1 0,-12 1 0,0 0 0,15-2 0,-16 0 0,-1 1 0,11-1 0,-2-2 1192,-1 2-1192,0-1 0,1 1 0,-3 0 458,-2 0 1,-4 0-459,-15 3 0,-2 0 1398,13-2-1398,-12 1 1365,17-1-1365,-9-1 0,2 0 0,-1-2 0,0 1 0,-12 2 0,3-2 0,-9 4 862,-1 0-862,0-1 0,-2 1 0,1 1 0,-2 0 0,0-1 0,-1-1 0,-1-1 0,0-2 0,-2-2 0,-2-10 0,-1-1-564,-1-9 564,0 0 0,3 1 0,0-2 0,1 4 0,0-1-644,-1-11 1,1-3 643,2 5 0,0-1 0,0-2-437,1-6 1,0-1 0,1-7 436,-1 14 0,1-5 0,-1-3 0,1-2 0,-1 1 0,1 2 0,-1 4-587,1-11 1,0 5 0,-1 0 0,1-3 586,0 6 0,-1-4 0,1-1 0,0 1 0,-1 3 0,0 6-77,0 0 1,0 6 0,-1-5 76,0-2 0,0-5 0,-1-1 0,0 0 0,1 6 0,-1-1 0,1 4 0,-1-3 0,0-7 0,0-5 0,0 1 0,-1 5 0,1-4 0,0 2 0,0 9 0,0 0 0,0 0 0,0-10 0,0 2 0,-1-4 0,1 5 0,2 2 0,0 9 0,0 1 0,0-7 0,0 12 0,1 2 0,-1 6 1461,0 3-1461,0 3 1584,0 3-1584,0 2 1775,0 2-1775,0 2 914,0 1-914,0 2 0,0 0 0,0 0 0,-1 2 0,-1-1 0,-2 1 0,-7 1 0,1 0 0,-19 1 0,6-2-355,-15 0 355,11 0 0,-3-1-439,-4-1 0,-4 0 0,-3 0 439,-2 0 0,-5-1 0,-1 1 0,2-1-710,4 1 1,1-1-1,-1 1 1,-1 0 709,5-1 0,-1 1 0,-1 0 0,1 0 0,3 0-408,-8 0 0,2 0 0,0 0 408,-4 0 0,0-1 0,-1 1 0,11 1 0,-1-1 0,0 1 0,0 0 0,-2-1 0,1 1 0,-1-1 0,1 1 0,-1 0 0,1 0 0,-1 0 0,-3-1 0,-2 1 0,-3-1 0,-1 1 0,1-1 0,2 1 0,0-1 0,2 1 0,0 0 0,-2 0 0,0 0 0,-2 0 0,0-1 0,1 1 0,3 0 0,3 1 0,3-1 0,0 1 0,-2 0 0,-1 0 0,-3 0 0,0 1 0,-1-1 0,1 1 0,0 0 0,1 0 0,-1 0 0,0 0 0,1 1 0,0-1 0,0 0 0,0 1 0,1-1 0,0 1 0,-5 0 0,1 1 0,2-1 0,2 0 0,4 1 0,2-1 0,2 1 0,0-1 0,1 0 0,1 1 0,-13 0 0,1 0 0,9 0 0,0 0 0,2-1 0,-2 1 0,0 0 0,2 0 0,-2 0 0,5-1 0,-7 1 0,-9 3 0,39-3 1614,4 3-1614,10-1 0,5 1 0,5 0 0</inkml:trace>
  <inkml:trace contextRef="#ctx0" brushRef="#br0" timeOffset="523107">11269 13712 5734,'-7'8'0,"3"-1"0,0-1 0,3-2 0,-1 0 0,1 0 0,0-1 0,-1 1 0,0-1 0,1 0 0,0-1 0,0 3 0,0-2 0,1 3 0,0-4 0,0 0 0,1 0 0,0 0 0,2 2 0,-1 0 0,3 3 0,2 2 0,0 0 0,2 2 0,-2-2 0,2 1 0,1 0 0,15 8 0,-7-6 0,12 6 0,1-4 0,-5-4 0,-2-2 0,4 1 0,12 1 0,0-2 0,-11-1 0,1 0-852,11 2 0,-1-2 852,-4 0 0,-10-3 0,0 0 0,15 3-588,-15-3 1,0-1 587,10 2-794,1-1 794,-1-1 0,0 0 0,0-1 0,5-1 0,2 0 0,5-2-618,-5 0 0,-2 0 618,-4-3 0,-9 0 0,0 0 177,15-4-177,-14 3 0,0-1 0,13-4 0,0-1 0,1 0 0,1-1 0,-1 0 0,0-1 0,-3 0 0,0-1 0,-4 1 0,-11 4 0,0-1 0,11-4 142,-2 0 1,0 0-143,-1 0 0,0-2 0,0 0 0,-7 3 0,8-7 0,-1 1 0,-12 7 0,19-12 700,-35 21-700,-2 0 1506,0 1-1506,-2 0 1288,2-1-1288,-2 2 0,-6 4 0,-1 2 0</inkml:trace>
  <inkml:trace contextRef="#ctx0" brushRef="#br0" timeOffset="544501">4951 13136 5734,'-7'0'0,"2"-1"0,5 0 0,6 1 0,2 0 0,24 0 0,5 0 0,4 1-1144,2-1 1,2 1 1143,-20 0 0,0 0 0,17 0 0,1 0 0,-7 0 0,0-1 0,-4 1 0,1-1 0,3-1 0,2 0 0,4 0 0,0-1 0,-3 1 0,-2 0 0,-3-1 0,4 1-527,3-1 0,6-1 0,1 1 1,-1-1-1,-6 1 527,0 0 0,-4 0 0,1-1-204,-1 1 1,2 0 0,1-1 0,0 1 203,1-1 0,0 1 0,0-1 0,-1 1 0,3-1 0,-2 1 0,2-1 0,-4 1 0,2 0 0,0 0 0,3 0 0,-4 0 0,3 1 0,0-1 0,-1 0 0,-3 1 0,5-1 0,-4 1 0,5-1 0,-2 1 0,6-1 0,1 1 0,-3-1 0,-7 1 0,9 0 0,-4 0 0,-9 1 0,1-1 0,1 1 0,5 0 0,0 1 0,-5 1 0,-8-2 0,-2 1 0,22 0 0,-7 1 0,-28-1 0,-3-1 519,-1 2-519,-5-2 2489,1 0-2489,-6 0 2574,-6-3-2574,-20 1 0,4-2 0,-12 1 0,12-1 0</inkml:trace>
  <inkml:trace contextRef="#ctx0" brushRef="#br0" timeOffset="544738">7368 12934 5734,'34'13'0,"-1"0"0,-2-1 0,-3-1 0,-3 1 0,13 15 0,-17-9 0,-4 1 0,-3 1-756,-8 2 756,-4 7 0,-7-7 0,-14 10 0,-1-6-308,-12 6 0,3-11 1,-2-1-1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6-29T01:21:45.2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1066 2434 5734,'10'-1'0,"0"0"0,2 1 0,-1-2 0,3 2 0,0-1 0,-3 1 0,3-1 0,-4 0 0,-2 0 0,0 0 0,0-1 0,-1 1 0,0-1 0,-1 0 0,2 1 0,0-2 0,3 1 0,-2 0 0,2 0 0,-2 0 0,-1 1 0,-1-1 0,1 1 0,-1 0 0,0 1 0,11 1 0,-2 1 0,4-1 0,-4 1 0,-5 0 0,5-1 0,-4 1 0,3-1 0,-4 1 0,5-1 0,-3 0 0,3 0 0,-5 1 0,0-1 0,-1 0 0,13-1 0,-9 1 0,9-2 0,-13 1 0,3 0 0,-3 0 0,3 1 0,-5-1 0,1 1 0,0 0 0,4 0 0,-3-1 0,3 2 0,3-2 0,-3 0 0,5 0 0,-5 0 0,1 0 0,0 0 0,0 0 0,0 1 0,2 0 0,-1-1 0,1 1 0,-1-1 0,-1 0 0,-1 1 0,0-1 0,17 3 0,-12-3 0,13 2 0,-17-2 0,1 0 0,-1 0 0,1 0 0,1 0 0,0 0 0,0 0 0,0 0 0,7-1 0,-4 1 0,6-1 0,-8 0 0,0-1 0,1 1 0,7 0 0,3 0 0,1 1 0,6-1 0,-14-1-249,6 1 249,-8-1 0,8 1 0,-7-1 0,7 0 0,1 1 0,-8-1 0,16 0 0,-16 0 0,6 1 0,-10 0 0,1 1 0,-1 0 0,-1 0 0,1 0 0,5 0 0,-4 0 0,6 0 0,12-1 0,-13 1 0,15-1 0,4-2 124,-18 1 1,2 0-125,14-2 0,-1 0 0,-12 1 0,-2 1 0,2-1 0,-1 0 0,3 0 0,-6 2-249,5-1 249,-9 0 0,1 0 0,-2-1 0,1 1 0,26-3 0,-18 1-662,20-1 662,-25 3 0,0-1 0,9 0 0,-7 0 0,7 0-278,-11 1 278,1 1 192,-2 0-192,-1 0 0,0 0 0,7 1 0,-6-1 0,4 1 0,-8 0 0,0 0 656,-1 1-656,8 0 0,-4 0 0,6-1 0,-5 0 0,0 0 0,1 1 0,-1-2 0,1 1 0,-1-1 0,1 0 0,9 0 0,-6-1-44,6 1 44,-8 0 0,0 1 0,-1-1 0,19 0 0,-13 1 0,-1-1 0,1 0 0,8 0 0,1-1 0,8 0 0,-17 1 0,7-1 0,-11 0 0,-1 1 0,1 0 0,-2 0 0,1 0 35,8 1-35,7 0 0,-8 0 0,1 1 0,-19 0 0,0 0 0,0-1 0,0 0 0,6 0 350,-2 0-350,5 0 0,-2 0 0,9 0 0,-3 0 0,8 1 0,3-1 0,-7 2 0,20 0-1057,-18-1 1057,9 2 0,0 1 0,-9 0 0,8 0 0,-13 0 0,9 0 0,-7 0 0,6-1 0,8 0 0,-17-1 0,18 1 0,-25-2 0,2 1 0,-7-1 0,2 0 1057,-3 1-1057,0 0 0,-2-1 0,-1-1 0,0 0 0,1 0 0,0 0 0,2 0 0,0 0 0,15 1 0,1-1 0,7 1 0,7-1 0,-13 0-716,10 1 716,-9 0 0,1-1 0,2 1 0,-1-1 0,-1 0 0,11 0 0,-11 0 0,7 0 0,-12 2-232,-2-2 232,-1 1 0,6 0 0,-8-1 0,3 0 0,-10 0 0,-1 1 0,-2 0 0,-1-1 698,-1 1-698,1 0 250,-2 0-250,1 0 0,-2-1 0,0 0 0,3-1 0,22-3 0,-9 2 0,17-3 0,-6 3 0,-6 0-590,10 1 590,-11 0 0,14 0 0,-9 0 0,9 1 0,-13 0 0,1 0 0,0 0 0,8 0-523,-7 1 0,0-1 523,1 1 0,1 0 0,12-1 0,-10-1 0,9 0-528,-14 1 528,-3 1-115,-2-1 115,-3 0 0,-2 0 487,2 1-487,-6 0 1027,1 1-1027,-5-2 620,-3 0-620,0 1 145,-1-1-145,1 0 0,0 0 0,0 0 0,1-1 0,-1 0 0,1 0 0,2-1 0,1 1 0,2-1 0,11-1 0,-1 1-543,10-2 543,-5 2 0,3 0 0,0 1 0,6 1 0,-1-1 0,0 1 0,2 0-336,-1 0 0,3 0 0,-2 0 336,4 0 0,-4 1 0,10-1 0,-8 1 0,0 0 0,6 0-598,-15 0 0,-1 0 598,8 1 0,-4 1-459,-2-1 459,-5 1 0,-2-1 394,9 1-394,-9-2 0,3 1 0,-13-2 861,-6 1-861,-1-1 1323,-1 0-1323,3 0 628,-3 0-628,3-1 0,-2 0 0,10 0 0,-2-1 0,9-1 0,12 0 0,-5 1-1154,15-1 1154,-8 2-1248,4 0 1248,3 0 0,2 1 0,-22 0 0,1 0 0,12 0 0,1 0-835,-8 1 1,0-1 834,10 1 0,-1-1 0,-11 1 0,0 0 0,12 1 0,1-1 0,-9 1 0,-1 0 0,10 0 0,-1 0 0,-11 0 0,-2 0-519,0 0 1,1 1 518,-1-1 0,1 1 0,-1-1 0,-1 1 0,0-1 0,0 0 138,18 2 1,3 1-139,-2-2 0,1 1 0,-12-1 0,2 0 0,-3 0 0,6 0 0,-5 0 0,-6-1 0,-4-1 0,0 1 0,4 0 861,-15-2-861,-2 0 1696,-2 0-1696,1-1 1610,-4 0-1610,1-1 664,-1-1-664,-3-1 0,2-1 0,-1 1 0,-1 0 0,4 0 0,-3 2 0,1 0 0,-2 0 0,1 0 0,-1 0 0,2 0 0,-1 1 0,2 0 0,1 0 0,2-1 0,2 1 0,11-1 0,-2 1-677,12-1 677,-1 1-1028,3-1 1028,5 1 0,-7 0 0,0 1 0,-7-1 0,0 1-706,10 0 1,-1 0 705,-9 0 0,-1 0 0,1 0 0,-1 0-503,1 0 0,0 0 503,0 0 0,-1 1 0,1-1 0,0 1 0,10 0 0,0 0 0,-8 0 0,0-1 0,7 1 0,0 0 0,1 0 0,-1 0 0,-8 0 0,1 0 0,9 0 0,5 0 0,-4 0 0,-7 0 0,0 0-467,18 0 0,-2 0 467,-20-1 0,-2 0 0,12 0 0,0 0 0,-9-1 0,-1 1 161,7 0 0,1-1-161,-5 1 0,-2 0 0,11-1 534,5 1-534,-19 0 0,2-1 993,-8 1-993,11 1 0,-16-1 1855,5 1-1855,-4-2 487,-3 0-487,5-1 865,1-1-865,-4 1 0,5-2 0,-5 2 0,7-2 0,-3 1-212,7 0 212,-5 0 0,3 1 0,2-1 0,15 0 0,-7 1 0,11-1 0,-18 2 0,-1 0-1112,14 0 1112,-12 1 0,-1-1 0,10 0 0,-10 0 0,1 0 0,12-1 0,-14 2 0,0-1 0,22 1 0,-12 0 0,9 0 0,-16 0-439,-1 0 439,-1-1 0,-1 1-71,20-2 71,4 1 0,0-1-597,-6 1 597,-20 0 0,-2 0 881,0 0-881,-1-1 0,-3 2 0,6-1 0,-7 1 0,4 0 450,-8 0-450,4 0 78,-5 1-78,9 0 914,-9 0-914,7 0 108,-9 0-108,2-1 0,-4 1 0,0 0 0,0 0 0,-2 0 0,1 0 0,0-1 0,-1 0 0,0 0 0,-2 0 0,-1 1 0,0 0 0,-4-2 0,0 1 0,-5-2 0,-9-1 0,0 4 0,-10 0-216,-2 2 1,-3-1 0,-5 0 0</inkml:trace>
  <inkml:trace contextRef="#ctx0" brushRef="#br0" timeOffset="145430">19692 4491 5734,'7'-4'0,"1"2"0,15-2 0,1 4 0,2 1 0,9 2 0,9 3 0,1 2 0,-6 2 0,0 6 0,-3 3-1305,-12 1 1305,6 16 0,-31 1 0,-6-7 0,-10 13 0,3-20 0,-4 2 19,-5 6 0,-2 2-19,-3 3 0,0 0 0,4-6 0,3-2 0,4-7 0,4-1 0,4 2 0,6-8 0,3 4 0,7-10 966,4-2-966,5-2 0,4-2 301,3-3-301,12-5 0,-9 0 0,7-3 0,-2-8 0,-14 6 0,7-10 0</inkml:trace>
  <inkml:trace contextRef="#ctx0" brushRef="#br0" timeOffset="145608">19866 4719 5734,'19'-2'0,"0"0"0,0 2 0,27 1 0,-16 0-356,-4-1 1,-1 1-1,1 1 1,1-1-1</inkml:trace>
  <inkml:trace contextRef="#ctx0" brushRef="#br0" timeOffset="145792">20269 4778 5734,'8'1'0,"8"-2"0,0-1 0,9-4 0,6-2 0,-5 2 0,8-2 0,-5 2 0,-8 1 0,2-1 0,-11 3 0,-4 0 0,-1 0 0</inkml:trace>
  <inkml:trace contextRef="#ctx0" brushRef="#br0" timeOffset="146244">20877 4639 5734,'-2'20'0,"3"22"0,1-8-1119,-1-8 1,0-1 1118,0 5 0,1 2-339,-1 2 339,0-2 0,-1 0 0,0-2 24,0 6-24,0-12-16,0 2 16,1-15 1006,-1-4-1006,1-4 856,0-11-856,-1-11 0,1-5 0,-1-7 0,1-9-503,0 8 503,1-12 0,2 11 0,1 1-676,1 1 676,2 2 0,1 1 0,8-6 0,0 11 0,6-4 0,-1 13 0,19 4 0,4 3 0,0 0-301,1 2 0,-1 3 0,-13 5 0,-1 1 0</inkml:trace>
  <inkml:trace contextRef="#ctx0" brushRef="#br0" timeOffset="146950">20200 4869 5734,'10'2'0,"0"-1"0,1 0 0,10 1 0,-3-1 0,7 1 0,3 0 0,0-1 0,1 0 0,1 0 0,-1 1 0,0-1-439,-7 1 439,5 1 0,-8-2 0,-1 0 0</inkml:trace>
  <inkml:trace contextRef="#ctx0" brushRef="#br0" timeOffset="147473">21295 4955 5734,'12'-7'0,"1"0"0,8-4 0,12-7 0,-4 2-659,11-7 659,-19 10 0,0 0-1021,9-8 1021,8-6 0,-9 0 0,-10 7 0,1-4 201,-14 3-201,-7 6 0,-5-1 0,-14 6 0,2 6 296,-11 3-296,-12 19 0,0 5 0,4 0 64,-4 3 1,4 2-65,20-4 0,3 12 0,6-9 0,5 7-273,8-11 273,5-2 0,7-3 0,5-2 0,7-3 0,9-7 0,3-3 0,-15 0 0,0-2-802,18 0 1,0-2 801,0-4 0,0-5 0,-4-3 0,-1-2 0</inkml:trace>
  <inkml:trace contextRef="#ctx0" brushRef="#br0" timeOffset="147784">21953 4165 5734,'8'11'0,"4"15"0,1 5 0,-1 0-1404,0 3 0,-1 1 1404,-4-3 0,-3 2-247,-1-11 1,-2 2 246,0 11 408,-2 10-408,-5-16 0,-1-2-479,-2-1 479,-2-2 0,-2-3 0,-8 4 0,5-8 0,-6 0 897,-1-11-897,3-4 0,-6-5 0,7-5 0,0-6 0,2-5 0,1-3 0</inkml:trace>
  <inkml:trace contextRef="#ctx0" brushRef="#br0" timeOffset="148367">22308 4019 5734,'-6'8'0,"0"-1"0,4 2 0,0 24 0,3-17 0,1 17 0,2-23 0,6 5 0,-3-8 0,5 4 0,0-9 0,-2-2 0,4-1 0,-3-3 0,0 0 0,0-3 0,0-4 0,-2 2 0,0-2 0,0 0 0,-6 6 0,4-2 0,-6 7 0,1 2 0,3 11 0,-2-2 0,3 7 0,-1-7 0,2 1 0,0-1 0,21 9 0,-14-10 0,16 3 0,-15-17 0,-2-2 0,4-5 0,-6 0 0,-1-3 0,0-1 0,2-10 0,-1-21 0,-4 13 0,-5-10 0,-9 26 0,-3 2 0,-1 0 0</inkml:trace>
  <inkml:trace contextRef="#ctx0" brushRef="#br0" timeOffset="148871">21804 3769 5734,'-4'-5'0,"0"-1"0,-1 0 0,2 1 0,1 0 0,2 1 0,1 2 0,2 1 0,0 3 0,0 2 0,0 3 0,0 2 0,0 2 0,0-1 0</inkml:trace>
  <inkml:trace contextRef="#ctx0" brushRef="#br0" timeOffset="154785">20938 12013 5734,'-5'5'0,"1"-2"0,1 0 0,2-1 0,0-1 0,0 1 0,-1-1 0,0 1 0,0 0 0,0 0 0,1-1 0,-1 0 0,1 0 0,0 0 0,-1 0 0,0-1 0,0 0 0,1 0 0,-1 2 0,1-1 0,0 2 0,0 0 0,0-2 0,2 1 0,-3-2 0,6 1 0,-6-3 0,6 0 0,-4 0 0,1 3 0,1-1 0,0 2 0,0-2 0,-1-1 0,-4-1 0,2 1 0,-3-1 0,2 2 0,0 0 0,1 1 0,-1 0 0,1 1 0,0 0 0,0-1 0,-1 1 0,1 0 0,0 0 0,1-1 0,0-5 0,0 2 0,1-4 0,-1 4 0,0 1 0,0-1 0,0 0 0,0 0 0,0 0 0,0 0 0,-1 1 0,1-1 0,0 1 0,-1-3 0,0 0 0,-1-2 0,0-1 0,-2-2 0,1-1 0</inkml:trace>
  <inkml:trace contextRef="#ctx0" brushRef="#br0" timeOffset="155702">20266 5868 5734,'-2'-12'0,"-1"-2"0,2 7 0,-1 3 0,2 15 0,0 3 0,1 11 0,0 1 0,0 7-173,0-6 1,1 1 172,-1 16-1108,1-11 1108,0 9 0,-1-17 0,0-2 0,0 0-5,0 15 5,0-33 0,-1-2 0,0-9 306,0-1-306,0-8 0,1-1 0,0-3 0,2-4 0,0-2 0,2-8-16,-1 6 1,1 0 15,2-3 0,6-12 0,-2 12-634,5-6 634,-6 15-240,5 0 240,-4 6 0,4-1 0,-5 9 0,1 1 1063,0 2-1063,7 3 0,-3 1 0,5 3 0,-4 0 0,0 1 701,-2 1-701,-1 1 293,-2 1-293,-1 0 0,-2 1 0,-1-1 0</inkml:trace>
  <inkml:trace contextRef="#ctx0" brushRef="#br0" timeOffset="155905">20593 6059 5734,'21'0'0,"1"-1"0,-4 0 0,2 0 0,1 0 0,2-1 0,7 1 0,-8-1 0,3 1 0,-13 0 0,-3 2 0,-3 1 0,-3 1 0,-5 0 0,-1-1 0</inkml:trace>
  <inkml:trace contextRef="#ctx0" brushRef="#br0" timeOffset="156049">20688 6233 5734,'18'0'0,"27"-4"0,-15 2 0,6 0 0,1-1 0,-5 1 0,-8 0 0,0 1 0</inkml:trace>
  <inkml:trace contextRef="#ctx0" brushRef="#br0" timeOffset="156223">21100 5904 5734,'-3'22'0,"1"3"0,1 15 0,0-16 0,1 4-1639,0 16 1,0 2 1115,0-13 0,1-1 523,0 6 0,1-2 743,1 3-743,0-1 0,-1-1 11,1-1 0,0-2 0,0-3 0</inkml:trace>
  <inkml:trace contextRef="#ctx0" brushRef="#br0" timeOffset="192466">2403 6166 5734,'5'-1'0,"0"1"0,-2-2 0,-1 0 0,4-1 0,-3 3 0,2-2 0,-2 2 0,1-1 0,1 0 0,1-1 0,5 0 0,-5 1 0,5-1 0,-6 2 0,0 0 0,0 0 0,0 0 0,1 0 0,-2 0 0,1 0 0,2 0 0,-2 0 0,2 0 0,-2 0 0,-1 1 0,1-1 0,1 2 0,-3-2 0,3 1 0,-3-1 0,2 0 0,-1 0 0,1 0 0,-1 0 0,1 0 0,-1 0 0,1-1 0,-1 1 0,1-1 0,-1 0 0,2 0 0,-1-1 0,2 0 0,0 0 0,0 0 0,-1 0 0,0 0 0,0-1 0,1 1 0,-1-1 0,0 1 0,1-2 0,-1 1 0,1 0 0,-1 1 0,2 0 0,-1-1 0,1 2 0,-1-1 0,-1 0 0,1 1 0,-1-1 0,2 0 0,-2 1 0,0-1 0,0 0 0,3 0 0,-2 0 0,2 0 0,-2 1 0,-1-1 0,0 1 0,1 0 0,-2 0 0,4 0 0,-4 1 0,3 0 0,0 0 0,-2 1 0,3 0 0,-3-1 0,1-1 0,-2 1 0,0 0 0,0 0 0,8 0 0,-6 1 0,6 0 0,-7-1 0,-1 1 0,2 1 0,1-1 0,-1 0 0,2 0 0,-2-1 0,2 0 0,1 1 0,4 0 0,-2 1 0,2 1 0,-6 0 0,2 0 0,-2 0 0,-2-1 0,0 1 0,1-1 0,0 1 0,4 1 0,-2-1 0,2 1 0,1-1 0,-2 0 0,3 1 0,-4-2 0,4 3 0,-3-2 0,3 2 0,-4-1 0,0 0 0,0-1 0,1 1 0,0 0 0,-1-1 0,1 1 0,8 1 0,-5-2 0,11 3 0,-11-4 0,3 1 0,-6-2 0,1 0 0,-1 1 0,1-1 0,0 0 0,0 0 0,1 1 0,1-2 0,5 1 0,2-1 0,11 0 0,-10 0 0,7 0 0,-16 0 0,4 0 0,-2-1 0,-3 1 0,2-1 0,2 0 0,-4 1 0,4-2 0,-3 2 0,5-2 0,-2 0 0,4 0 0,3-1 0,-6 1 0,4-1 0,-7 2 0,-2-1 0,1 1 0,0 0 0,-1 0 0,21-1 0,-16 1 0,16-1 0,-16 1 0,-3-1 0,10 2 0,-9-1 0,4 0 0,-6 0 0,1-1 0,-1 2 0,14-2 0,-10 2 0,10-1 0,-12 1 0,-1 0 0,1-1 0,-2 1 0,8-2 0,-6 1 0,6-1 0,-6 1 0,6 0 0,-5-1 0,5 0 0,-2 1 0,-4-1 0,4 1 0,-6 0 0,1 1 0,-1 0 0,5 1 0,-4-1 0,3 1 0,-4-1 0,-1 1 0,1-1 0,0 0 0,1 0 0,6 0 0,22-1 0,-14 0-424,14 0 424,-26 1 0,-1 0 0,1 0 0,0 0 0,-1 0 0,-1 0 0,8 1 0,-6-1 0,5 1 0,5-2 0,-2-1 0,4 0 424,-2 1-424,-9 0 0,3 1 0,-6 0 0,0 0 0,0-1 0,6-1 0,-4 1 0,5-1 0,-7 1 0,1-1 0,-1 1 0,1 0 0,0 0 0,0 0 0,1-1 0,5 1 0,-4-1 0,4 1 0,-5 0 0,-2 1 0,15 0 0,-4 0 0,6 0 0,-8-1 0,-7 0 0,1 0 0,-1-1 0,2 0 0,-1-1 0,8 0 0,-7 1 0,11-2 0,-13 3 0,11-2 0,-14 2 0,9 0 0,-13 1 0,2 0 0,-3 0 0,2 0 0,-2 0 0,2 0 0,-1 0 0,1 0 0,0 0 0,2 0 0,-1 0 0,1 0 0,-1 0 0,1 0 0,-1 1 0,4 0 0,-3-1 0,7 2 0,-8-2 0,3 2 0,-5-2 0,6 2 0,-4-1 0,2 0 0,-6 0 0,0 0 0,-5-1 0,2 1 0,-2-1 0,0 0 0,0 2 0,-1-1 0,-1 1 0,-1-2 0,-1 0 0,-3 2 0,-9 8 0,0-1 0,-10 6 0,5-4 0,-1 1 0</inkml:trace>
  <inkml:trace contextRef="#ctx0" brushRef="#br0" timeOffset="196000">6572 6158 5734,'2'4'0,"-1"-1"0,-1-2 0,1 2 0,-1-1 0,0 1 0,0-1 0,0 0 0,0-1 0,0 1 0,0-1 0,0 0 0,0 2 0,0-3 0,-3 1 0,2-1 0,-2 0 0,2 2 0,0-1 0,0 0 0,0 0 0,-2 1 0,1-1 0,-1 1 0,1-2 0,0 0 0,0 0 0,0 1 0,1-1 0,-2 1 0,2 0 0,0-1 0,0 1 0,1 0 0,-3-1 0,2 0 0,-1-2 0,4 1 0,0 0 0,0 0 0,-1 0 0,0 0 0,0 0 0,0 0 0,1 1 0,-1 0 0,2 1 0,-1 0 0,4 1 0,-2-1 0,3 1 0,2 1 0,0-1 0,2 2 0,2 0 0,-3-1 0,7 2 0,-7-1 0,3-1 0,-5 0 0,2 1 0,-2-2 0,0 2 0,0-2 0,-3 0 0,5 0 0,-6-2 0,2 0 0,-3 0 0,-1 0 0,1 0 0,-1 0 0,-1-1 0,2 0 0,-1 1 0,3 0 0,1-1 0,-1-1 0,0 0 0,-1-1 0,-1 2 0,1 0 0,3-1 0,-1 0 0,2 0 0,-2 0 0,1 0 0,0-1 0,4 0 0,-3 0 0,3-1 0,-4 2 0,1-1 0,0 1 0,6-1 0,-4 1 0,6 0 0,-1 1 0,-4-1 0,3 0 0,-4 1 0,6-1 0,-4-1 0,5 1 0,8-1 0,-10 1 0,9-1 0,-13 2 0,4 0 0,-3 1 0,4 0 0,-5-1 0,6 1 0,-5-1 0,4 1 0,-5-1 0,8 1 0,-6 1 0,8-1 0,-9 0 0,1-1 0,7-1 0,-6 0 0,5 0 0,-7 1 0,4 0 0,-3 0 0,3 0 0,-5 1 0,0 0 0,-1 0 0,3 0 0,-2 0 0,2 0 0,-2 0 0,-1 0 0,2 0 0,6-1 0,-4 0 0,4-1 0,-6 2 0,1-1 0,0 0 0,1 0 0,0-1 0,7 2 0,-5-1 0,31 4 0,-19 0-601,15 2 601,-21-1 0,-8-1 0,1 0 0,0 0 0,7 0 0,-5 0 0,5 0 0,-6-1 0,16 0 0,-12-2 0,12 1 0,-15-1 0,1 0 0,-1 0 0,0 0 0,9 0 0,-6 0 329,7 0-329,-8 0 0,0 0 0,2 0 0,7 0 0,-5 0 0,6 0 0,1 0 0,-4 0-505,6 0 505,-8-1 0,10 1 0,-7 0 0,7 0 0,-11 0 0,-1 0 0,1 0-60,8-2 60,-7 2 0,6-2 0,7 2 0,-15-1 0,19 1 0,-25 0 0,10 0 0,-12 1 0,3-1 256,-7 1-256,4 0 0,-4 0 0,3 0 516,-3 0-516,-2 1 65,6-1-65,-7 0 0,3 0 0,-4-1 0,2 1 0,-3-1 0,2 0 0,-4 0 0,0 1 0,-1-1 0,0 1 0,-1-1 0,0 1 0,-4-1 0,-8 3 0,-4-1 0,-7 5 0,2-1 0</inkml:trace>
  <inkml:trace contextRef="#ctx0" brushRef="#br0" timeOffset="211283">9898 7062 5734,'-4'0'0,"1"0"0,1 0 0,1 0 0,-1 0 0,1 1 0,3 0 0,0-1 0,2 1 0,-2-3 0,0 2 0,0-1 0,0 1 0,2 0 0,-2 0 0,3 0 0,-3 0 0,2 0 0,1 0 0,0-1 0,2 0 0,7-3 0,-3 2 0,6-1 0,-6 1 0,3 0 0,-2 0 0,7-1 0,-6 0 0,4 0 0,-7 2 0,-1-1 0,-1 0 0,0 1 0,1-1 0,-3 0 0,3 1 0,-4 0 0,0 0 0,1 1 0,-1 0 0,2 0 0,-2 0 0,1 0 0,0 0 0,1 0 0,4 1 0,0 0 0,2 0 0,-1 0 0,-4 1 0,5-1 0,-5-1 0,3 1 0,-1 0 0,-1-1 0,1 0 0,-2 1 0,-2-1 0,1 0 0,-1 1 0,1-2 0,2 1 0,-1 0 0,2 0 0,2 0 0,-3 0 0,8 0 0,-6 0 0,3 0 0,5 0 0,-6 0 0,14 2 0,-7-1 0,0 1 0,0 0 0,-8-1 0,1 0 0,6 1 0,-4-1 0,6 1 0,-7-1 0,0 1 0,0 0 0,0 0 0,14 2 0,-10-1 0,18 3 0,-17-4 0,3 1 0,-5-2 0,1 1 0,0-1 0,1 0 0,0 1 0,9-1 0,-7-1 0,8 1 0,-2 0 0,-7 1-204,8 1 204,-11 0 0,2-1 0,-1 0 0,1 0 0,0-1 0,0 0 0,0 1 0,2-1 0,7 1 0,-5-1 0,3 1 0,3-1 0,16 0 0,-20 0 0,1-1-560,13 0 560,-18 0 0,0 0 192,0 0-192,11-1 0,-8 1 0,8-2 0,10-2 0,-14 2 0,16-2 0,0-1 0,-16 2 0,16-2 0,-13 3-6,-6 0 6,6 0 0,0 0 0,-7 1 0,7-1 0,-10 0-207,0 1 207,-1-1 0,0 1 0,-2 0 0,7-2 0,-7 2 0,4-1 0,-8 1 0,-1 1 0,1 0 0,-2 1 565,1 0-565,5 0 220,-4 1-220,4 0 0,0-1 0,3-1 0,4 0 0,-6 0 0,-2-1 0,-6-1 0,-1 2 0,-2-1 0,2 1 0,-3 0 0,0 0 0,-3 0 0,-1-1 0,-1 0 0,-1-1 0,1 2 0,-1-1 0,-5 2 0,-2 1 0,-8 4 0,1 2 0,-4 1 0</inkml:trace>
  <inkml:trace contextRef="#ctx0" brushRef="#br0" timeOffset="213057">19609 5306 5734,'-2'-4'0,"2"0"0,1 3 0,1 1 0,5 4 0,-2 2 0,4 4 0,-3 1 0,3 13 0,-2-4-617,2 11 617,-2-5 0,-1 3 0,-1 1 0,-1-5 0,-1 0 0,3 15-727,-2-12 1,0 0 726,1 14 0,0-12 0,-1 1 0,3 16 0,-3-17 0,0 1 0,0-2 0,-1 0 0,3 14 0,-3-16 0,1 0 0,1 8-754,-1-1 754,1-2 0,0 9 0,-1-12 0,1 5 0,-2-15 0,3 8 0,-4-14 475,2 2-475,-5-19 1404,-1-4-1404,-2-4 0,-1-4 0,-1-3 236,-1-3 0,0-6 0,0-2 1</inkml:trace>
  <inkml:trace contextRef="#ctx0" brushRef="#br0" timeOffset="213923">19634 5275 5734,'3'-3'0,"3"0"0,2 4 0,6 0 0,5 0 0,7-1 0,-1 1 0,2-1-1115,20 0 1115,-1 2 0,2-1-1061,-17 0 1,1 0 1060,12 0 0,0 1 0,-9-1 0,-2 0 0,2 0 0,2 0-774,-1 0 1,2 0 0,-1 0 773,7 0 0,0 0 0,-5 0 0,1 0 0,-2 0 0,4 0 0,-1 0-60,-2 1 1,1-1 0,-1 1 59,5 0 0,0 0 0,-6 0 0,1 0 0,-3 0 0,1 0 0,-1 0 0,-1 0 0,0 1 0,-1-2 0,0 1 0,11 1 0,1 0 0,-13-2 0,0 1 0,8 1 0,1-1 0,-6-1 0,-2 0 0,-9 0 0,-1 0 0,6 0 0,-1 0 0,3 0 0,4 0 0,-12-1 1428,1 0-1428,-13 0 2398,-2 0-2398,-2 0 1182,-1 0-1182,-2 0 688,0 0-688,8-2 38,-2 0-38,2 0 0,-3 1 0,-5 2 0,3 1 0,-2 0 0,0 0 0,-2-2 0,0 0 0,3 0 0,-1 0 0,0 0 0,-2 0 0,-2 1 0,1-1 0,-1 1 0,0 0 0,-1-1 0,-2 2 0,1 0 0,-2 0 0,1 0 0,0 0 0,0-1 0,0 2 0,0 0 0,0 2 0,-1 0 0,1 0 0,0 0 0,0 5 0,1-2 0,-1 4 0,1-2 0,0 1 0,0 26 0,-1-13 0,1 20 0,-2-6-1207,1-6 1207,-2 13 0,2-9 0,0-7 0,0 1 0,0 18 0,-1-15 0,1 0 0,0-7 0,1-1-721,-1 1 1,1 1 720,0 1 0,0 0 0,0 0 0,1 1 0,-1 0 0,1-1 0,0 0 0,0 0 0,0-1 0,0 1 0,1 9 0,0 0 0,-1-9 0,1 0 0,0 7 0,1 0 0,0 10-350,-1-16 1,0 1 349,1 12 0,-2-15 0,1-1 0,0 5 0,1-1 0,1-4 0,0-1 0,-1-2 0,4 15 0,-8-34 0,0-4 230,-1-4 0,-1-5 0,0-3 0</inkml:trace>
  <inkml:trace contextRef="#ctx0" brushRef="#br0" timeOffset="214930">19705 6154 5734,'8'13'0,"7"25"0,-3-6-2076,3 14 2076,-7-13 0,2 3 0,-4-9-74,3 9 74,-5-13 430,3 8-430,-3-7 0,1 1 0,0 1 0,-1-2 0,3 16 0,-5-21 0,0-5 1022,0 2-1022,-2-8 625,0 1-625,0-3 73,0 1-73,1-4 0,0-1 0,0 1 0,0-2 0,0 0 0,0 0 0,2-1 0,-1 0 0,3-1 0,2 2 0,4-1 0,4 2 0,6-2-311,8 1 311,-1-2 0,2-1-1059,-5 1 1,2 0 1058,10-2 0,4 1 0,-8-1 0,1 0 0,0 1 0,5-2 0,5 1 0,-3 0 0,8 0 0,2-1 0,0 1 0,-8 0-768,-2 1 1,-5 0 0,4-1 767,-2 1 0,4 0 0,1 0 0,0-1 0,-2 2 0,1 0 0,-1 0 0,-2 1 0,-3-1-335,-1 1 0,-4 0 1,3 0 334,2-1 0,3 1 0,0 0 0,-3 0 0,-1-1 0,-2 2 0,-2-1 0,4 0 0,1 0 0,7 0 0,-2 0 0,-17 0 0,0 0 0,8 0 0,-1 0 0,4 0 0,10 0 0,-31 0 0,-4 1 774,-2-1-774,-3 1 2615,0-1-2615,-3 2 2280,-3-1-2280,-3 1 65,-4 1-65,-2 1 0,-5 1 0,-3 2 0,-3 2 0,-4 2 0,0-1 0,-2 1 0</inkml:trace>
  <inkml:trace contextRef="#ctx0" brushRef="#br0" timeOffset="216029">20980 12019 5734,'-2'5'0,"1"0"0,-2 1 0,1 1 0,0-1 0,-2 1 0,2-2 0,0-1 0,0 1 0</inkml:trace>
  <inkml:trace contextRef="#ctx0" brushRef="#br0" timeOffset="225421">21782 14478 5734,'-2'4'0,"0"-2"0,3 0 0,0 1 0,2-1 0,2 2 0,7 4 0,0-2 0,9 2-518,1-1 518,4-2 0,6 1 0,4-3 0,9-1 0,4-1 0,-15 0 0,0 0-549,2-1 0,4 0 0,0 1 549,-2-1 0,1 0 0,-2 0-1338,8 0 1,2 0 1337,-6 0 0,2 1 0,-2-1-447,4 1 0,1 0 447,-2 1 0,2-1 0,-2 0 0,-9 0 0,-2 0 0,2 0 0,9 0 0,1 0 0,-2 0 0,0 0 0,2 0 0,-10-1 0,4 0 0,0-1 0,-4 1 0,11 0 0,-1 0 0,0-1 0,2 0 0,-6 0 0,-11 0 0,-3 0 0,-2-1 0,1 0 0,4 1 0,-1-1 0,11-1 0,7-1 0,-15 0 0,-10 1 0,2 0 199,-11 0-199,-2 1 2331,-2 1-2331,0-1 2742,-3 1-2742,0 0 462,-1 0-462,-1 2 0,-2 0 0,0 0 0,-2 0 0,-4 4 0,1-1 0,-4 4 0,1 2 0,1-3 0,-1 4 0,1-3 0,-4 2 0,1-4 0,-4 2 0,1-5 0,-3-2 0,0-1 0</inkml:trace>
  <inkml:trace contextRef="#ctx0" brushRef="#br0" timeOffset="226327">21310 14490 5734,'7'29'0,"-1"0"0,1 8 0,-1-3 0,0 4-1639,-2 8 1,-1-1 800,-1-14 1,-1 0 837,1 1 0,0 3 0,-1 0-391,0 10 0,0-1 391,-1-9 0,1-1 0,-1 12 0,0 0 0,0-14 0,0-1 0,1 12 0,-1-1 0,0-11 0,1-1 0,-1 8 0,0-2 0,1 9 0,0-6 0,-1-4 898,0-5-898,0-5 1467,0 1-1467,0-9 1354,0 0-1354,0-9 1086,-1-2-1086,-1-2 687,0 0-687,-1-1 242,-2 0-242,1-1 0,-2-1 0,3-1 0,3 1 0,3-3 0,7-2 0,2-1 0,26-8 0,-12 5-1062,20-5 1062,-14 6-1137,5-1 1137,5 0-1383,4 2 1383,-22 2 0,2 1 0,15-1 0,1 0 0,-8 1 0,1 0-889,13-1 1,0 1 888,-12 1 0,1 0 0,1 1 0,4-1 0,-3 1-188,9-1 1,-1 0 187,-4 1 0,2-1 0,-2 0 0,4 0 0,0-1 0,-15 2 0,0 0 0,0-1 0,0 1 0,0-1 0,2 1 0,12-1 0,3 0 0,-2 1 0,-10 0 0,-2-1 0,2 1 0,9 0 0,3-1 0,-3 1 0,1 0 0,0 0 0,-5 1 0,2-1 0,-2 0 0,5 0 0,-1 1 0,-7 0 0,2-1 0,-4 1 0,0 0 0,-2 0 0,-1 0 0,-1 0 0,-1 0 0,0 0 0,7-1 0,2 0 0,6-1 0,-1 0 0,-8 0 0,-1 0 0,1-1 0,-2-1 0,10-4 0,-12 2 0,-8 0 0,0 1 0,0-1 0,5-2 675,-15 4-675,2-1 2468,-4-6-2468,-6 3 2029,-7-3-2029,-11 3 140,-1 1 1,-2-2-1,3 2 1</inkml:trace>
  <inkml:trace contextRef="#ctx0" brushRef="#br0" timeOffset="226558">23914 14804 5734,'-3'26'0,"2"16"0,1 4 0,0-19 0,1 1-1093,0 6 1,0 4 0,1-4 615,1-6 1,0-3 476,1 2 0,0 1 0,2 11 0,0 0 0,-1-10 0,0-1-153,1 8 1,0-1 152,1 9-10,-3-18 0,-1-1 10,0 10-77,-2 4 0,-3-22 1,-2-3-1</inkml:trace>
  <inkml:trace contextRef="#ctx0" brushRef="#br0" timeOffset="266727">11580 6154 5734,'1'-3'0,"1"0"0,0 3 0,1-1 0,-2 1 0,0-2 0,1-1 0,0 1 0,2-1 0,0 1 0,4-2 0,-2 1 0,3 0 0,-3 1 0,3 0 0,-2 1 0,2 1 0,-4 1 0,8 1 0,-5-1 0,4 0 0,-2 0 0,-4-1 0,3 0 0,-2 0 0,4 0 0,-2 0 0,5 0 0,-3 0 0,-1 2 0,0-2 0,5 3 0,-6-1 0,5 1 0,-6-1 0,0 1 0,6 0 0,-4 0 0,4 1 0,-6-2 0,3 2 0,-3-1 0,3 0 0,-4 0 0,2 0 0,-2-1 0,2 1 0,-3-2 0,0 1 0,0-1 0,1 1 0,-1-1 0,6-1 0,-1 0 0,4-1 0,-3 1 0,0 0 0,2 1 0,8 0 0,-3-1 0,6 0 0,-6 0 0,13-1 0,-5-1 0,18 0 0,-19-1 0,7 1 0,-17 0 0,4 0 0,-8 2 0,1-1 0,0 1 0,0 0 0,0 0 0,17-1 0,-13 1 0,15-1 0,-17 1 0,0-1 0,9-1 0,-5 0-255,7 0 255,-7 1 0,1 0 0,0 0 0,0 1 0,0 0 0,8-1 0,-7 0 0,6 1 0,-10-1 0,5 1 0,-5 0 0,2 0 0,-6 0 0,-1 0 0,-2 0 0,7-1 0,-5 1 0,4-1 0,15-2 0,-15 1 255,16-2-255,-14 1 0,-4 1 0,5 0 0,2 0 0,-4 0 0,5 1 0,-6 1 0,22-1 0,-16 1 0,23-1 0,-27 2 0,5-1 0,-7 2 0,-2-1 0,1 0 0,5 1 0,-4-1 0,3 1 0,-6-1 0,5 0 0,-3-1 0,3 0 0,-4 0 0,0 0 0,-2 1 0,1-1 0,-1 0 0,6 0 0,-4 0 0,3 0 0,-6 0 0,0 0 0,0 0 0,5-1 0,-3 1 0,4-2 0,0 1 0,2-1 0,0 2 0,-1-1 0,4 1 0,-9 0 0,9 0 0,-5 0 0,-4 0 0,4 0 0,-4 0 0,0 0 0,-1 0 0,1-1 0,13 0 0,-8 1 0,9 0 0,-10 0 0,0 0 0,12 0 0,-6 0 0,8 0 0,-9 0 0,-1 1-325,1 0 325,0 0 0,0 1 0,-1-1 0,0 1 0,8-1 0,-7 1 0,15 0 0,-16-1 0,8 1 0,-9-2 0,1 0 0,1-1 0,1 0 0,0-1 0,12-1 0,-7 1 0,18-2 0,-19 1-565,7 0 565,-11 2 0,2 0 0,-2 1 0,5-1 0,1 1 0,3-1-490,-2 0 0,-1 0 490,-3-1 0,0 1 0,0-1 0,12-1 0,-10 1-270,7-1 270,-11 3 0,-1 0 490,0 2-490,16-1 0,-14-1 502,13-1-502,-17-1 0,1 2 0,11-1 0,-6 1 0,19-1 0,-17-1 0,7 0 0,-10 1 0,0 0 0,0 0 0,13-1 0,-9 1-664,9-1 664,-13 1 0,-1 0 192,0 2-192,-1 0 0,0 0 0,10 0 0,-7 0 0,8 1 0,1 0 0,-9-1 0,9 1 0,-12 0 0,10 1 0,2-1 0,3 1 0,-10 0 0,0-1-362,10 0 0,-3 1 362,0-1 0,-12-1 276,0 0-276,1 0 0,12-1 0,-9 0-198,9 0 198,-11 0 0,0 0 0,0 0 0,5 0 0,-6 0 0,0 0 0,-3 0 0,12 0 0,-6 0 0,8 1 0,-11-2 0,10 1 0,-8 0 0,6 1 0,1 0 0,-7 0 0,10-1 0,-11 1 0,0-1 0,-1 2 0,1 0 0,-2-1 0,13 1 0,-8-1 0,-2 0 0,-1-1 0,7 0 0,10 0 0,0 0 0,2-1 0,1 0 0,-4-1 0,6-1 0,-10 0-538,-12 2 0,0-1 538,11 0 0,-11 2 0,0-1 0,13 0 0,-15 0 0,0 1 0,9 0 773,0 0-773,3 0 0,1-1 0,-9 1 0,3 0-674,2 0 0,1-1 674,0 1 0,0 0 0,-2 1 0,0-1-380,0 0 1,-2 1 379,16 0 0,-9 0 0,-1 0 0,3 0 0,8 0 298,-18 0-298,-2-1-20,-3 0 20,-1 0 0,-3 0 0,6 0 0,-9 0 1546,7 0-1546,-13 0 1589,2 0-1589,-4-1 873,-2 1-873,1-1 390,-3 1-390,2 0 0,-2 0 0,0 0 0,-1 0 0,-2 1 0,0-2 0,-2 0 0,-4 0 0,-13 1 0,-3-1 0,-10 1 0</inkml:trace>
  <inkml:trace contextRef="#ctx0" brushRef="#br0" timeOffset="270174">3457 9851 5734,'8'2'0,"-1"-1"0,4 0 0,-2 1 0,2 0 0,1-1 0,-3 0 0,4 0 0,-4-1 0,0 0 0,5 0 0,3-1 0,-1 1 0,5-3 0,-8 1 0,9-3 0,-10 3 0,5-1 0,-5 1 0,-2 0 0,0 1 0,1-2 0,-2 2 0,1-1 0,6-1 0,-5 0 0,5-1 0,-8 2 0,-1-1 0,4 0 0,-3 0 0,6 0 0,-6 1 0,3 1 0,1 0 0,0 1 0,2-1 0,-2 0 0,4 0 0,-3 0 0,3 0 0,-4 0 0,-2 1 0,1-2 0,3 2 0,-3-1 0,2 2 0,-2 1 0,-2-1 0,1 0 0,5 0 0,4-3 0,0 1 0,0-2 0,-8-1 0,1 1 0,1-1 0,5-3 0,-3 2 0,3-3 0,12 1 0,-14 2 0,14-1 0,-16 3 0,1-1 0,10-1 0,-6 1 0,6-1 0,-7 2 0,0 1 0,1-1 0,0 0 0,1 1 0,8-1 0,-7 2 0,7-1 0,-10 2 0,1 0 0,0 0 0,6 0 0,-6 0 0,4 0 0,-8 1 0,1 0 0,-2 0 0,0 1 0,26 3 0,-14-1 0,15 3-379,-20-3 379,-6-1 0,1 1 0,2-2 0,10 2 0,-6-1-292,6 1 292,-10-2 0,25 1 0,-20-1 0,6 0 0,0 1 0,-8-1 0,13 3 0,-9-2 0,-5 0 0,5 0-37,4 1 37,-8-1 0,8 0 0,1 1 0,-6-1-132,8 1 132,-10-2 0,12 2 0,-7-2 0,7 2 0,-11-2 0,9 1 0,-8-1 0,7 0 0,5 1 0,-13 0 0,19 2 0,-23-2 0,4 0 0,-7-1 0,6 1 0,-6-1 0,5 0 288,-8 0-288,0-1 37,-1 1-37,1-1 515,6 1-515,-6-1 0,6 1 0,6-2 0,6 1 0,-1-1 0,2 1 0,-2-1 0,-6 1 0,1-2 0,0 1-991,7-1 991,12-1 0,-10 1 0,-9 0 0,1 0 0,15-1 0,-15 2 0,1-1 0,0 0 0,-1 0 0,15-1 0,-14 2 0,-1-1 0,8-1 0,1 1 0,-2 0 0,-9 0 0,1 0 0,11 0 0,11-1 0,-17 1 0,12-1 0,-11 2 0,8-1 0,-15 1-198,-2-1 198,-2 1 0,-1 0 0,-3 0 0,6 0 0,2 0 0,-6 0 0,0 0 0,-13 0 969,1 0-969,-1 0 220,-1 0-220,0-1 0,0 1 0,1 0 0,0-1 0,2 0 0,-2 0 0,1 1 0,-2 0 0,1 0 0,0 0 0,-1 1 0,1-1 0,-2 1 0,-1-1 0,0-1 0,-2 0 0,0-1 0,-1 1 0,-1 2 0,0-1 0,-1 1 0,1-1 0,-3 0 0,-1 0 0,-4 1 0,-3 0 0,-5 3 0,-3-1 0,-2-1 0,-2 0 0</inkml:trace>
  <inkml:trace contextRef="#ctx0" brushRef="#br0" timeOffset="321806">11959 9496 5734,'-16'0'0,"-2"0"0,-14 0 0,3 1-600,-12 0 600,15 0 0,0 0-526,-15 0 526,5 0 0,-4 0 0,-6 0 0,0-1-1096,7 1 0,0-1 1096,-10 1 0,3-1 0,18 1 0,1-1-636,-1 1 1,-1-1 635,0 1 0,-1 0 0,0-1 0,1 1 0,-1 0 0,-1 0 0,2 0 0,-1 0 0,1 1 0,0-1 0,2 1 0,-2 1 0,-7 1 0,-3 0 0,3 1 0,5-2 0,1 1 0,-4 0 0,-2 1 0,5-1 0,-6 1-404,3 0 404,1 0 0,8-1 0,0 1 0,-5 0 0,-12 2 1,17-2-1,8-1 1866,-4 0-1866,8-2 1601,-6 1-1601,5-1 959,-5 1-959,2 2 0,2-3 566,-2 2-566,-1-2 0,5-1 0,-4 1 0,7-1 0,-5 1 0,5-1 0,-4 0 0,6-1 0,-2 0 0,-11 0 0,8 0 0,-7-1 0,13-1 0,4 1 0,0 0 0,2 2 0,2 1 0,0 0 0,0 1 0,-2-1 0,0 1 0,-2 10 0,-4 7 0,0 11 0,-2-3 0,0 11-272,1-13 272,-1 10 0,0 4 0,2-9-866,-1 11 866,3-14 0,0 12 0,2-9 0,0 1 0,1 1 0,0 1 0,1-7 0,0-1 0,0 2 0,0-1-516,1 0 516,1 0 0,-1 11 0,0-9 0,0 8 0,0-11 0,0 9 0,0-8 0,0 7 0,1-11 0,-1-1 0,1-2 0,-1 0 0,0-1 0,0 0 0,-1-1 0,1 0 0,-1-1 0,1 0 234,0-2-234,-1 0 839,0 2-839,0-5 581,1 5-581,0-8 0,0 0 0,-2 8 0,0-8 0,-2 13 0,2-14 0,-1 2 0,3-5 0,-1 3 0,1-4 0,-1 1 0,1-4 0,0-1 0,0-2 0,0 0 0,0-1 0,1 2 0,0 2 0,1-1 0,0 0 0,-1 1 0,1-1 0,2 0 0,3 0 0,1 0 0,4 0 0,8-1 0,-4 0 0,7-1 0,-6 0 0,12-1 0,5-2 0,-10 2 0,0-1-1081,18-2 1081,1 0 0,-9 0 0,-9 3 0,0-1 0,16-1 0,-5 0 0,0 1 0,9 0 0,-15 1 0,1 0 0,13-1 0,-10 1 0,0-1 0,-7 2 0,0-1-802,8-1 1,0 0 801,-10 1 0,0 0 0,11-1 0,0-1 0,-9 2 0,0-1 0,8 0 0,-1 0 0,12-2-1069,-3 2 1069,-2-1 0,-1 2-756,-3 0 756,0-1 0,-2 3 53,-1-1-53,-1 1 0,14-1 0,-12 0 0,9 0 0,-13 0 0,11-2 0,-10 2 0,9-3 0,-16 3 935,1-1-935,-3 0 0,8 0 0,-10-1 0,5 0 0,-12 1 1107,-1 0-1107,15 1 0,-10 0 0,8 1 1033,-14 0-1033,-4 1 955,0 0-955,-1 0 426,1 0-426,-1 0 0,2 1 0,-3-1 0,5 3 0,-5-2 0,2 1 0,-4-2 0,2 1 0,-1 0 0,6 1 0,-6-2 0,3 1 0,-3-2 0,2 1 0,-1-2 0,1 1 0,-2-2 0,0 0 0,0-2 0,-1-1 0,-1-2 0,1-2 0,0-2 0,0-14 0,-2 4-787,1-13 787,-3 4 0,0 5 0,0-3 0,-2-18 0,1 14 0,-1-1-1208,-1-7 0,0 1 1208,1 10 0,-1-4 0,0-2 0,-1-7 0,0 0 0,0 6 0,0 1 0,1 0 0,-2-5 0,1-4 0,0 8 0,-2-3-699,1 4 699,1 5-339,-1 4 339,1 4 309,-1-3-309,2 8 0,0-2 2166,1 10-2166,1-3 934,1 5-934,0 0 532,0 5-532,0 1 300,0 1-300,3 3 0,-2 0 0,4 2 0,-1 1 0,0-2 0,0 1 0,-2-3 0,0 1 0,-1-1 0,0 0 0,-3 0 0,-6-2 0,-3 0 0,-6-2 0,-24 3 0,-5 1 0,21 0 0,-1 0-766,-8 1 0,-5 0 1,5 1 765,7 1 0,3 0 0,-1 1 0,1 0 0,0 0 0,0 0 0</inkml:trace>
  <inkml:trace contextRef="#ctx0" brushRef="#br0" timeOffset="323525">12320 10676 5734,'6'-1'0,"-2"0"0,0 1 0,0 1 0,3-1 0,2 0 0,2 0 0,2 0 0,11 0 0,14 1 0,6 0 0,3 0 0,-13 1 0,-1-1-1459,6 1 1459,-8-1 0,1 0 0,-2 0 0,-2 0 0,19 1 0,-6 0 0,1 0 0,-15 0 0,-2 0 0,9 0 0,2 0 0,3 1 0,-1 0 0,-7-1 0,1 0-1020,10 0 0,1 1 1020,-11-2 0,1 1 0,0-1 0,3-1 0,-1 1 0,7-1 0,0 1-709,-5-1 1,2 0 0,-2 0 708,5 0 0,-1 0 0,2 0 0,0 0-55,-1-1 0,3 1 55,-3 0 0,2 0 0,1 1 0,1-1 0,1 0 0,2 1 0,-4 0 0,2 0 0,-1 0 0,-1-1 0,4 1 0,-2 0 0,-1 0 0,-2 0 0,0 1 0,-3-2 0,3 1 0,-2-1 0,0 0 0,0-1 0,-2 1 0,1-1 0,-4 1 0,1-1 0,-1 0 0,4 0 0,0 0 0,-6 0 0,1 0 0,-2 0 0,0 0 0,-1 0 0,-2 0 0,0 1 0,-1-1 0,-1 0 0,-2 0 0,0-1 0,6 1 0,0-1 0,13 0 0,-18 1 0,-2 0 0,4 0 0,-3 1 0,6 0 0,-9 1 907,13 0-907,-19 0 2682,6-1-2682,-4 1 0,-6 0 1032,2 1-1032,-7-1 639,1 1-639,-3-1 474,0 1-474,-4-1 0,0-1 0,-2 0 0,-5 0 0,-3 1 0,-7 0 0,-3 1 0,-2-2 0</inkml:trace>
  <inkml:trace contextRef="#ctx0" brushRef="#br0" timeOffset="368163">6001 13236 5734,'-2'-3'0,"0"0"0,2 1 0,-1 1 0,4 2 0,-1-1 0,1 2 0,-2-2 0,0 0 0,2-2 0,-2 1 0,2 0 0,-2 0 0,0 1 0,1 0 0,-1 0 0,2 0 0,-3 0 0,2-1 0,-1-1 0,0 1 0,2 0 0,-2 0 0,0 0 0,0 1 0,2 1 0,0 0 0,0-1 0,4 2 0,-2-1 0,2 1 0,-2-2 0,-2 0 0,1 1 0,0-1 0,-1 1 0,1-1 0,-2 1 0,3-1 0,-1 0 0,1 0 0,-3 0 0,1 1 0,-1-1 0,1 2 0,-1-2 0,1 2 0,0-2 0,0 1 0,0-1 0,0 0 0,3 1 0,-3 0 0,3 1 0,-4-2 0,0 1 0,0-1 0,1 0 0,1 0 0,-2 0 0,2 0 0,0 0 0,-1 1 0,2 0 0,-3-1 0,0 1 0,0-1 0,-1 0 0,2 0 0,-1 1 0,2-1 0,-1 1 0,2-1 0,-1 0 0,-1 0 0,2 0 0,-1 0 0,1 1 0,0-1 0,-2 0 0,0 0 0,0 1 0,0 0 0,1 0 0,-1 0 0,1-1 0,-1 0 0,0 0 0,0 0 0,0 0 0,0 0 0,2-1 0,-1 1 0,4 0 0,-5 0 0,4 0 0,-4 0 0,0 0 0,1-1 0,0 0 0,0 0 0,1 1 0,0 0 0,4-1 0,-4 0 0,3 0 0,-4 1 0,0-1 0,1 0 0,3-1 0,-2 1 0,3-2 0,-2 1 0,3 0 0,-3 0 0,2 0 0,-2 1 0,-1 0 0,0-1 0,-1 2 0,-1-1 0,0 1 0,-2 0 0,1-1 0,0 1 0,1 0 0,-1 0 0,1-1 0,1-1 0,1 1 0,-1 0 0,1 1 0,-2 0 0,0 0 0,2-1 0,-1 1 0,-1-1 0,1 1 0,-1-2 0,4 1 0,-1 0 0,9 0 0,-8 0 0,5-1 0,-7 1 0,0 1 0,3-2 0,-2 2 0,5-2 0,-5 0 0,3 0 0,1 1 0,-3 0 0,3 0 0,-4 0 0,0 0 0,-1 0 0,3 0 0,-2 1 0,2-1 0,-3 1 0,3-1 0,-2 0 0,2 1 0,-2 0 0,-1 0 0,2 0 0,0 0 0,1 0 0,1-1 0,-1 0 0,14 0 0,-11 1 0,10-1 0,-10 1 0,-4-1 0,3 1 0,-4 0 0,-2 0 0,1-1 0,-1 0 0,0 0 0,6 0 0,-5 1 0,6 0 0,-3-1 0,-3 0 0,4 0 0,-4 0 0,2 0 0,0 0 0,1 0 0,0 0 0,3-1 0,-2 1 0,3 0 0,-5 0 0,1 1 0,0 0 0,5-1 0,-3 1 0,4-1 0,-7 1 0,0 0 0,0 0 0,2 0 0,-2-1 0,3 0 0,-5 0 0,4 0 0,-2 1 0,3-1 0,8 1 0,-6-1 0,4 1 0,-5 0 0,-3 0 0,1 0 0,0 0 0,4 0 0,-3 0 0,3 0 0,4 0 0,-6 0 0,5 0 0,-2 0 0,-2 0 0,9 0 0,-8-1 0,4 0 0,-5-1 0,4 1 0,-5 1 0,3-1 0,-2 1 0,-3 0 0,6-1 0,-7 1 0,5-2 0,-5 2 0,0-1 0,-1 1 0,0 0 0,0 0 0,2 0 0,-1 0 0,1 0 0,-2-1 0,1 1 0,-1-1 0,8-1 0,-6 1 0,7-2 0,-5 2 0,-1-1 0,2 2 0,-5 0 0,-1-1 0,0 1 0,0 0 0,-1-1 0,3 1 0,4-2 0,8 1 0,-5 0 0,10-2 0,-17 2 0,12-1 0,-13 1 0,3-1 0,-3 2 0,-2 0 0,3 0 0,-2 0 0,0 0 0,1 1 0,-1-1 0,0 0 0,3 0 0,-3 0 0,2 0 0,-2 0 0,0 0 0,1-1 0,1 1 0,0-1 0,5 1 0,18-2 0,-12 2 0,11-2 0,-19 2 0,-1 0 0,6 0 0,-3 0 0,3 0 0,-5 0 0,0 0 0,-1 0 0,1 0 0,6 0 0,-8 0 0,6 0 0,-11 0 0,4 0 0,-3 0 0,5 0 0,-4 0 0,3 0 0,3-1 0,-1 0 0,4 0 0,-5 0 0,5 0 0,-4 0 0,4 1 0,-5-1 0,-1 1 0,0-2 0,-1 1 0,0 0 0,0-1 0,0 1 0,-1 0 0,1 0 0,-1 0 0,-1 1 0,1-1 0,4 0 0,11-2 0,-8 2 0,7-1 0,-10 2 0,-3 0 0,7 0 0,-6 0 0,1-1 0,-4 1 0,1 0 0,4 0 0,1 0 0,0-1 0,1 1 0,-5-1 0,1 0 0,-2 1 0,-1 0 0,0 0 0,3 0 0,-2 0 0,3 0 0,-3 0 0,1 0 0,1 0 0,1 0 0,1 0 0,5 0 0,-2 0 0,4 0 0,-6 0 0,6-2 0,-5 2 0,5-1 0,-6 1 0,-1 0 0,2-1 0,9 1 0,-4-1 0,14 1 0,-16 0 0,9 0 0,-13 0 0,12-1 0,-10 0 0,7-1 0,2 1 0,11-3 0,2 1 0,-2-2 0,-4 3 0,-14 1 0,6 0 0,-8 0 0,-1 1 0,1-1 0,0-1 0,-1 1 0,-1 0 0,0 1 0,-2 0 0,-1 0 0,-1 0 0,-1-1 0,0 1 0,1-1 0,-3 1 0,2-1 0,-4 1 0,0 0 0,0-1 0,2 0 0,-1 1 0,0 0 0,-1 0 0,1 0 0,5-1 0,-4 0 0,4 0 0,-9 1 0,0 0 0,-7-3 0,1 0 0,-9-3 0,4-1 0,-3-1 0</inkml:trace>
  <inkml:trace contextRef="#ctx0" brushRef="#br0" timeOffset="380075">9649 16002 5734,'-3'-1'0,"1"1"0,1 2 0,0-1 0,-1 0 0,2 1 0,-1-2 0,4 2 0,-3-1 0,3-1 0,-2 0 0,0-1 0,0 0 0,1 0 0,-1-1 0,0 2 0,1 0 0,-1-1 0,1-1 0,0 1 0,0 0 0,1 1 0,-1 0 0,0 0 0,1 0 0,2 0 0,-1 0 0,7-1 0,-7 1 0,5-2 0,-4 2 0,0-1 0,1 1 0,1-1 0,-2 0 0,3 0 0,0 1 0,-3 0 0,2 0 0,-4 0 0,0 1 0,-1-1 0,1 1 0,-1-1 0,1-1 0,-1 1 0,0-2 0,0 2 0,3 1 0,-2 0 0,1 1 0,-2 0 0,1-1 0,-1-1 0,2 1 0,-2-1 0,2 0 0,-1 0 0,1 1 0,0 0 0,2 1 0,-2-1 0,5 0 0,-4-1 0,5 0 0,-4 1 0,0-1 0,3 1 0,9 1 0,-5-1 0,8 2 0,-10-1 0,-2 0 0,5 0 0,-7-1 0,7 0 0,-7-1 0,3 1 0,-3-1 0,0 1 0,-1-1 0,3 1 0,-2 0 0,2 0 0,-3-1 0,0 1 0,0-1 0,0 1 0,1 0 0,6 1 0,-3-1 0,8 2 0,-7-2 0,21 3 0,-18-2 0,15 1 0,-19-1 0,5-2 0,-4 1 0,9-1 0,-8 1 0,8 1 0,0 0 0,1 0 0,-1-1 0,-1 0 0,-8 0 0,3 1 0,-4 0 0,0-1 0,0 0 0,0 0 0,1 0 0,2 1 0,-2 0 0,2 0 0,-3-1 0,5 3 0,-3-3 0,4 2 0,-5-1 0,0-1 0,0 0 0,4 1 0,-4-1 0,2 1 0,8 1 0,0 0 0,3-1 0,-5 0 0,-6-2 0,7 0 0,-5 0 0,12 0 0,-11-1 0,11-1 0,-4 1 0,-1 0 0,-2 0 0,-8 1 0,4 0 0,-5 0 0,3 0 0,-5 0 0,0 0 0,2 0 0,-1 0 0,5-1 0,-3 1 0,2-2 0,-4 2 0,5-2 0,-4 1 0,9-2 0,-8 1 0,4-2 0,-7 2 0,1-1 0,-1 2 0,-2-1 0,-2 0 0,-2 1 0,0 0 0,-1 0 0,1 1 0,6-4 0,-1 0 0,10-6 0,-6 3 0,5-3 0,8-3 0,-10 6 0,8-4 0,-13 7 0,4 0 0,-5 1 0,1 1 0,-7 0 0,0 2 0,-2 0 0,1 0 0,1 0 0,-2 0 0,1 0 0,-1-1 0,4 1 0,-1 0 0,3 0 0,-2 0 0,3 0 0,-2 1 0,2-1 0,-2 0 0,4 0 0,-3 1 0,4 0 0,4-1 0,2 1 0,9-1 0,-6 0 0,1 0 0,-5 0 0,9 0 0,-6 0 0,17-1 0,-14 1 0,8-1 0,9 0 0,-1 1 0,1 1-360,-10 0 360,-16 0 0,-1-1 0,-1 1 0,5-1 0,-4 0 0,2 0 0,-5 0 360,2 0-360,-4 0 0,2 0 0,-4 0 0,0 0 0,0 0 0,0 0 0,-1 1 0,3-1 0,-3 0 0,3 1 0,-4-1 0,4 0 0,-1 0 0,2 1 0,-1 0 0,-1-1 0,0 1 0,8-1 0,-4 0 0,10 0 0,1 0 0,-5 0 0,8 0 0,-14 0 0,8 0 0,-8 0 0,2 0 0,-3 0 0,4 0 0,1 0 0,5-1 0,-4 1 0,-1-1 0,-3 0 0,-1 1 0,2 0 0,0 0 0,17 0 0,-12 0 0,25 0 0,-27 0 0,10-1 0,-6 1 0,-3-1 0,4 0 0,1 0 0,-5 0 0,4-1 0,-7 1 0,7 0 0,-5 1 0,4-1 0,-6 1 0,5-1 0,-5 1 0,4-1 0,15-2 0,-11 0 0,12-1 0,-12 1 0,-9 1 0,4 0 0,-3 0 0,-4 0 0,2 0 0,-4 1 0,4-1 0,-3 1 0,3-1 0,-1 0 0,-1 1 0,4-1 0,-1 0 0,7-3 0,-2 1 0,5-1 0,-6 1 0,9-1 0,-5 1-212,5-1 212,-7 3 0,0-1 0,1 1 0,8-2 0,-5 2 0,6-2 0,-8 2 0,8-2 0,-7 2 0,14-2 0,-17 1 0,5 0 0,-10 2 0,0 0 0,-2 0 0,-1 0 0,-1 1 0,1-1 212,-2 1-212,-1-1 0,-2 1 0,0 0 0,-2 0 0,2 0 0,-2-1 0,0 0 0,2-1 0,-1 1 0,4 0 0,-1 0 0,4 0 0,0-1 0,26-2 0,-14 1-738,21-2 738,-20 1 0,12-1 0,-6 2 0,-6 0 0,1 0 0,5 1 0,7-1 0,-12 2 0,9 1 0,-9 0 0,6 1 0,-10 0 0,7 1 0,-6 0-260,5-1 260,-8 1 0,-2-1 0,0 0 0,6 1 0,-5-1 0,4 1 0,-6-1 0,5 1 0,-5 0 0,5-1 717,-7 0-717,1-1 0,0 0 0,8 1 281,11-1-281,-7 0 0,1 0 0,12 1-847,6-1 847,-25 0 0,0 0 0,1 0 0,11 0 0,-8 1 0,19-1 0,0 1 0,2 1-902,-3 0 902,-14-1 0,-9 1-113,-1-1 113,0 0 0,-1 1 0,8-1 0,-6 1 0,5-1 0,-9 1 0,0 0 754,-1 0-754,0-1 0,-1 1 0,7 1 0,-4-1 0,5 1 0,-6-1 0,7 1 0,-4-2 0,4 1 0,-6 0 0,0-1 971,8 1-971,1 1 0,1 0 0,6 1 0,-2-1 0,-2 1 137,-8-3-137,15 3 0,-15-2 0,17 3 0,-15-3 0,8 0 0,0 0 0,-8-1-648,16 2 648,-16-3 0,15 2 0,-16-2 0,14 1 0,-16-1 0,6 1-320,-2 1 320,-6-2 0,5 2 0,-8-1 0,7 1 0,-6-1 0,5 0 0,-8 0 0,1 0 626,-1 0-626,6 1 342,-5-1-342,4 0 0,-5 0 0,6 1 0,-3 0 0,3 0 0,-4-1 0,-1 0 0,30 1 0,-12-2 0,16 2 0,-14-1-440,-14 0 440,6 1 0,-9-1-46,1 0 46,-1 0 0,1 0 0,15 2 0,-12-2 0,11 2 0,-7-3 0,-6 2-224,7-2 224,-7 0 0,0 0 0,-1 0 0,8 1 0,-6-1 0,6 1 0,-8-1 0,1 0 0,1 1 0,-1-1 0,2 0 0,-1-1 0,2 1 0,-1-2 0,9 0 0,-6 1 0,6-1 0,-9 0 428,7-1-428,19-3 0,-16 2-265,9-2 265,-30 4 0,-1 1 0,3-2 0,-3 2 227,2 0-227,-5 0 0,2 1 0,-1 0 320,0 0-320,2 0 0,-3 0 0,3 0 0,-4 0 0,0 0 0,-1 0 0,2 1 0,-4 0 0,2 0 0,-3 0 0,2 0 0,-1-1 0,0 1 0,1-1 0,-1 1 0,0 0 0,1-1 0,0 0 0,1 0 0,-2 0 0,1 0 0,-1-1 0,0 1 0,-2-1 0,-1-2 0,-1 1 0,-4-2 0,-23 3 0,4 2 0,-13 0-111,14 2 0,6-1 0,1-1 0</inkml:trace>
  <inkml:trace contextRef="#ctx0" brushRef="#br0" timeOffset="421563">5939 16995 5734,'1'-3'0,"0"0"0,0 1 0,-1 0 0,0 1 0,0-1 0,0 1 0,0 0 0,0-2 0,0 2 0,0-1 0,0 1 0,-1 0 0,0 0 0,-2 1 0,2-1 0,0 3 0,-1-1 0,1 2 0,-1-2 0,1 2 0,1-2 0,-1 2 0,2-1 0,0 0 0,0-1 0,-1-1 0,2 1 0,-1-3 0,0 2 0,1-3 0,0 2 0,-1 1 0,2 0 0,-2 1 0,0-1 0,1-1 0,1 0 0,2 0 0,3-1 0,-2 1 0,5 0 0,-3 1 0,1-1 0,-3 0 0,3-1 0,-3 1 0,4-1 0,-2 1 0,-1 1 0,4-1 0,-5 0 0,2 1 0,-4-1 0,4 0 0,-2 0 0,2 0 0,-2 1 0,2-1 0,-1 1 0,0 0 0,-2 0 0,-1 0 0,10-1 0,-6 1 0,7-1 0,-9 1 0,3-2 0,-2 1 0,5 0 0,-4 0 0,1 1 0,-2-1 0,5 1 0,-4-1 0,4 1 0,-6 0 0,-1 0 0,2 0 0,-1 0 0,2 0 0,-3 0 0,4 0 0,-2 0 0,6 0 0,-5 0 0,4 0 0,-4 0 0,7 0 0,-5 0 0,4 0 0,-3 0 0,4 0 0,-2 0 0,3-1 0,-5 1 0,0 0 0,-3-1 0,6 0 0,-5-1 0,4 1 0,4-1 0,-1 0 0,2 1 0,-6 0 0,-1 0 0,-3-1 0,3 1 0,-3 0 0,4 0 0,-2 0 0,1-1 0,-2 0 0,4-1 0,11-2 0,-6 1 0,6-1 0,-14 4 0,0-1 0,5 0 0,-3 0 0,7-2 0,-8 1 0,4 0 0,-5 1 0,5 0 0,-2 1 0,6-2 0,-7 1 0,3 0 0,1 0 0,-3 1 0,3-1 0,-3 1 0,5 0 0,-5 0 0,4-1 0,-5 1 0,6-1 0,-3 1 0,3 0 0,-4 0 0,-1 0 0,1-1 0,12 0 0,-10 0 0,14-1 0,-17 2 0,10 0 0,-8 1 0,4 0 0,-6 0 0,6 0 0,-5 0 0,5 0 0,-6 0 0,6 0 0,15-1 0,-10 0 0,8-2 0,-12 1 0,-5 0 0,5 1 0,-8 0 0,8 1 0,-5-1 0,5 1 0,-5-1 0,6 0 0,-5 1 0,4-1 0,-7 1 0,-1 0 0,0 0 0,3 0 0,-3-1 0,2 0 0,-2 0 0,4-1 0,-3 1 0,4 0 0,-5 1 0,0 0 0,2 0 0,4 0 0,9 0 0,16 0 0,-11 1-493,4-1 493,-19 0-181,8 0 181,-7 0 0,11 1 0,-12 0 0,12 1 0,2 1 0,0 0 0,-2 1 0,-9-2 0,-7 1 0,1-1 0,-1 1 0,8 0 0,-5 1 0,6 0 0,-5 0 0,7 1 0,-6 0 0,6 1 0,-8-2 0,0 1 484,0-1-484,1 0 0,0 0 0,8 1 0,-7 0 0,12 2 0,-14-3 0,8 1 0,1-1 0,1 2 190,16 1-190,-20-2 0,-11-3 0,8 1 0,-8-1 0,8-1 0,1 0 0,-6-1 0,4 0 0,-11 0 0,0 0 0,5-1 0,-2 0 0,4-2 0,-4 1 0,0 0 0,-1-1 0,5 0 0,-2 0 0,5-1 0,-3 1 0,7-3 0,-3 1-246,7-2 246,-6 2 0,0-1 0,0 0 0,0 1 0,-2 0 0,-1 1 0,-2 0 0,1 0 0,5-1 0,-4 1 0,5-1 0,-8 2 0,3 1 246,-1-2-246,-2 2 0,-2 0 0,-6 2 0,-1 0 0,5-2 0,-4 1 0,4-1 0,-3 1 0,4-1 0,1 0 0,3-1 0,8-2 0,-4 1-206,7-1 206,-6 1 0,9-2 0,-5 3-399,8-2 399,-10 3 0,10-1 0,-6 2 0,6-2 0,-9 3 0,-1-1 0,-1 1-89,-2 0 89,0 0 0,8 0 0,-8 1 0,6-1 0,-8 1 0,3 0 0,-5 0 196,5 2-196,-8-2 403,0 1-403,-2-1 95,-2 1-95,0-1 0,0 0 0,4 0 0,5 1 0,-2 0 0,3 0 0,13-1 0,-10 0-452,15-1 452,-13 0 0,9 0 0,-5 0 0,6 2 0,-8-1 0,9 1 0,-6 0 0,1-1 0,11 1-419,-12-1 0,-4 0 419,-4 0 0,-2 0-14,4 0 14,-6 0 412,2 0-412,-7 0 0,-1 0 0,-1-1 876,2 1-876,-3-1 16,3 1-16,-5-1 0,0 1 0,-1 0 0,3 1 0,-2 0 0,2-1 0,2 1 0,-1 0 0,4-1 0,-1 0 0,10-1 0,-3 0 0,14 0 0,-12 0-303,7 1 303,-7 0 0,1 0 0,24 2 0,-5-2 0,-14 0 0,-2 0-629,12 1 629,-11-1 0,10 1 0,-10-1 0,17 2 0,-21-2 0,7 0 0,-12 0 0,6-1 0,3 1 0,8 0 0,-8 1 284,-2-1-284,-7 1 0,-3 0 648,4-2-648,-3 0 0,-1-1 0,1 1 0,1 0 0,0 0 0,9 0 0,-5 0-259,7-1 259,-7 0 0,11-1 0,-8 1 0,7-1 0,-10 1 0,7-1 0,-6 1 0,6-1 0,-9 0 0,8 1 0,-6 0 0,6 0 0,-10 1 0,1 0 0,20 0 0,-13-1 0,13 1 0,-19-1 0,-6 1 0,6 0 0,-4 0 0,5 0 0,-6 0 0,18 0 0,-12-1 0,13 0 0,-17 0 0,1 0 0,7-1 0,-6 0 0,5 1 259,-7-1-259,6 0 0,-5 1 0,11 0 0,-11 1 0,4 0 0,-7 0 0,7 1 0,-6-1 0,5 1 0,-7-1 0,1 1 0,0 0 0,5 0 0,-3-1 0,4 1 0,20 0 0,-11-1 0,14 1 0,-12-2 0,-11 1 0,6 0 0,-7 0 0,7 0 0,-5 0 0,3-1 0,7 1 0,-5-2 0,6 1-215,-8 0 215,-7 1 0,1-2 0,-2 1 0,6 1 0,-4-1 0,10-1 0,-10 1 0,4 0 0,-5 1 0,0 0 0,0 0 0,1 0 215,-1-1-215,2 1 0,7-1 0,-6 1 0,6-1 0,-8-1 0,-1 0 0,0 0 0,7-1 0,-6 0 0,5-1 0,-7 2 0,5-1 0,-5 1 0,13-2 0,-9 1 0,3 0 0,-2-1 0,-8 2 0,8-2 0,-8 1 0,4-1 0,-6 1 0,7-2 0,-5 0 0,4 0 0,3-3 0,1-1 0,1 0 0,-3 0 0,-7 5 0,0 0 0,-1 1 0,2-2 0,-5 2 0,0 0 0,-2 1 0,1-1 0,-1 1 0,0-2 0,2 1 0,-1 1 0,1 0 0,-2 1 0,0-1 0,-1 1 0,0-1 0,-1 2 0,-1 0 0,0 0 0,1 0 0,-1 1 0,-1 1 0,0-1 0,-1 1 0,1-1 0,0 1 0,-2-1 0,1 1 0,1 0 0,-2-2 0,1 0 0,-1 0 0,0 0 0,1 0 0,-1-1 0,1 1 0,-1 0 0,1-2 0,1 1 0</inkml:trace>
  <inkml:trace contextRef="#ctx0" brushRef="#br0" timeOffset="433475">1812 17813 5734,'13'4'0,"-3"-2"0,4 1 0,1-1 0,-4 0 0,3 0 0,4 1 0,-7-1 0,6 3 0,-8-3 0,-1 0 0,1 1 0,-2-1 0,0 1 0,0-1 0,0 1 0,2 1 0,-1-2 0,0 1 0,-3-1 0,0-1 0,0 1 0,0-1 0,0 0 0,0 0 0,2 0 0,-1-1 0,2 1 0,4-1 0,1 1 0,7-1 0,-5-1 0,5 0 0,-7 0 0,4-1 0,-6 1 0,-1-1 0,1 1 0,-1 0 0,0 0 0,14-1 0,-10 0 0,10-1 0,-13 3 0,-1-1 0,7 0 0,-3 0 0,5 0 0,-4-1 0,-1 1 0,1 0 0,1-1 0,0 1 0,1-1 0,1 0 0,0 0 0,1 0 0,0-1 0,0 1 0,-1-2 0,1 1 0,0 0 0,0 0 0,1 0 0,5 0 0,2 0 0,16 0-662,-14 1 0,-1-1 662,9 1 0,-12 1-738,11-1 738,-7 0 0,8 0 0,-8-1 0,-1 0 0,4 0 0,2 0 0,-2 0 0,-8 1 0,7 0 0,0-1 0,-7 1-395,7-2 395,-8 0 0,0 1 0,0-2 0,1 1 0,13-3 0,-8 1 0,8-1 0,-1 0 0,-9 2 0,8 0 0,-11 2 0,0 2 0,4 0 0,0 0 0,4-1 0,-4 2 0,0-1 931,9 0-931,-9 0 0,8 0 0,2-1 0,-9 2 786,10-2-786,-10 1 0,-1-2 0,9 1-619,-8 0 1,0-1 618,3 1 0,1 0-460,0 0 460,3 0 0,0 0 0,1-2 0,2-1 0,1-1 0,1 0 0,1-1 0,1 0 0,1 0 0,-1-1 0,1 1 0,-12 3 0,0-1 0,-8 1 0,1 1-467,7-1 1,0 0 466,11 0 0,1-1 0,0 3 0,0 0 0,-1 2 0,1 1 0,-1 1 0,0 2 0,0-1 0,-1 1-171,-12-1 0,2-1 171,1 0 0,0 0 0,0 0 0,0-1 203,-1 0 1,-2-1-204,13 0 0,-13-1 0,1-1 0,15 0 0,-16 1 0,0-1 0,-2 0 0,-1 1 0,14-2 0,-15 1 0,0 0 0,9 0 0,4-1 0,2 0 0,5 0 0,-6 0 0,1 0 0,-13 0 0,-2 1 0,14-1 0,-13 0 0,1 0 0,0 0 0,-1 1 0,17-3 0,-16 3 0,-1-1 0,11-1 0,-1 0 0,-1 1 0,0 0 0,0-1 0,-1 2 0,-1 0 0,1 0 0,-1 0 0,1 0 0,0-1 0,2 0 0,-2-1 0,-11 1 0,1-1 0,11-1 0,11-3 0,-20 4 0,-2 0 0,7-1 0,13-2 0,-26 5 781,-3 1-781,-1 0 1274,-3 0-1274,-2 0 471,-1 1-471,-2 0 779,-1 0-779,0 0 0,-2 0 0,-4 2 0,-4-1 0,-6 2 0,-5 0 0,-4-3 0,-3 0 0</inkml:trace>
  <inkml:trace contextRef="#ctx0" brushRef="#br0" timeOffset="451600">18598 15154 5734,'4'7'0,"0"1"0,2-1 0,4 5 0,0-2 0,1 4 0,-2-1 0,0 2 0,0 4 0,1 1 0,-1 2 0,2 2 0,7 17-195,-7-16 0,1 0 195,-1-1 0,1-3 0,0 2 0,4 6 0,-6-13-90,3 2 90,-4-6 0,2 2 0,-4-8 0,-2-1 0,-3-2 386,-2-4-386,-4-2 23,-1-1 1,0-2-1,-1 0 1</inkml:trace>
  <inkml:trace contextRef="#ctx0" brushRef="#br0" timeOffset="451819">18607 15602 5734,'5'-16'0,"1"-1"0,1-4 0,2-1 0,7-17 0,-2 9-1544,7-12 1544,-4 10 0,-2 9 0,1 0 0,9-13-442,-9 13 0,1 0 442,5-6 0,-3 2-465,-1 4 465,-2 3 0,-4 3 0,-1 1 958,-5 7-958,-3 3 0,-4 7 0,0 1 0</inkml:trace>
  <inkml:trace contextRef="#ctx0" brushRef="#br0" timeOffset="452111">19034 15202 5734,'-2'8'0,"1"0"0,-1 9 0,1-2 0,-1 9 0,1-5 0,1 13 0,0-7-829,2 10 829,-1-10 0,3 0 0,-1 0-144,2-1 144,1-3 0,2 5 0,-1-8 0,3 3 0,-3-10 0,4-1 0,-2-6 0,3-5 606,-5-9-606,-1-3 0,-2-5 0,-3 3 0</inkml:trace>
  <inkml:trace contextRef="#ctx0" brushRef="#br0" timeOffset="452724">19197 15266 5734,'3'15'0,"-1"1"0,-1 3 0,2 9 0,-2-6 0,0 6 0,2-1 0,-2-9 0,2 5 0,-1-2 0,-1-12 0,1 4 0,-2-15 0,0-8 0,-2-5 0,2-2 0,-1-3 0,1 4 0,-1-1 0,1-15 0,0 11 0,0-9 0,0 16 0,2-4 0,0 6 0,1-3 0,1 5 0,4 0 0,-2 3 0,5 0 0,-3 6 0,1 3 0,-1 2 0,5 10 0,-3-1 0,2 7 0,-3-2 0,1 9 0,-2-6-291,2 6 291,-4-10 0,-2 0 0,1-3 0,-2 3 0,-2-5 0,0 1 0,-2-8 0,1 0 0,1-4 0,-1 0 0</inkml:trace>
  <inkml:trace contextRef="#ctx0" brushRef="#br0" timeOffset="453115">19442 15152 5734,'6'2'0,"0"1"0,1-1 0,-2 0 0,3 1 0,-3-2 0,4-3 0,-2 0 0,3-3 0,-5 0 0,0-1 0,1-1 0,-1 1 0,-1 1 0,0 2 0,-2 2 0,1 0 0,-1 1 0,3 7 0,-2-1 0,3 8 0,0 5 0,-1-2 0,5 21 0,-4-13 0,4 13 0,-1 2-1016,-1-9 1016,1 8 0,-4-13-689,-1 10 689,-1-9 0,-1 6 0,-2-12-162,-1 4 162,-1-9 0,-1 3 0,0-10 0,-2-1 922,-2-4-922,-6-5 0,4-3 0,-5-4 0</inkml:trace>
  <inkml:trace contextRef="#ctx0" brushRef="#br0" timeOffset="453528">18975 15240 5734,'7'-1'0,"0"1"0,3-2 0,-2 1 0,5-1 0,-3 1 0,6-1 0,-4 0 0,4-1 0,-6 1 0,1-2 0,-5 1 0,1 0 0,-4 1 0,0 0 0</inkml:trace>
  <inkml:trace contextRef="#ctx0" brushRef="#br0" timeOffset="454627">19067 15804 5734,'5'6'0,"1"6"0,-2-2 0,2 14 0,-2-7 0,2 30 0,-3-19-1250,2 19 1250,-3-18 0,1 2 0,0 1 0,0 14 0,0-10-746,1 11 746,0-15 0,-1 0 0,1 1 0,0 1 0,-1-4 0,0-2-317,1-2 317,-2-8 0,1 4 0,-1-5 813,1-6-813,-1 3 1106,0-6-1106,1 1 394,-2-2-394,0 0 0,1-4 0,-1 0 0,0-1 0,1-1 0,-4-6 0,2 2 0,-4-5 0,1 4 0,-1 0 0,0 0 0</inkml:trace>
  <inkml:trace contextRef="#ctx0" brushRef="#br0" timeOffset="455106">19040 16386 5734,'14'13'0,"-2"0"0,-5-3 0,0 2 0,1 1 0,3 6 0,-3-5 0,3 4 0,-4-7 0,1 3 0,-2-5 0,1 1 0,-4-6 0,3-2 0,-3-3 0,3-2 0,-2-3 0,4-9 0,-2 1 0,2-7 0,-1-5 0,0 6 0,4-15 0,-5 15 0,3-5 0,-4 10 0,3-5 0,-3 7 0,3-2 0,-3 8 0,-1 2 0,-3 5 0,-5 14 0,0 0 0,-3 10 0</inkml:trace>
  <inkml:trace contextRef="#ctx0" brushRef="#br0" timeOffset="457112">18686 16811 5734,'-2'-2'0,"1"0"0,0 1 0,1 0 0,-1-1 0,1 0 0,0 0 0,0-1 0,0 0 0,-1 1 0,1-1 0,-1 1 0,1 1 0,-3-1 0,3 1 0,3 3 0,-2 0 0,4 3 0,-4 1 0,2 2 0,1 3 0,1 3 0,1 2 0,6 12 0,-1-6 0,11 19-1152,-6-15 1152,5 9-170,-5-11 1,1 1 169,-3-3 0,1 1 0,4 4 0,-1 0-487,-4-6 0,-1-2 487,6 10 0,-2 0-634,-1-1 634,-1-1 0,-2-1 518,-1-2-518,-2-2 0,-1-2 297,0 3-297,1 1 0,-3-7 996,-1-3-996,-4-10 795,-2-3-795,-4-1 493,-2-2-493,-5-1 0,1-2 0,-1-2 0,-2-1 0</inkml:trace>
  <inkml:trace contextRef="#ctx0" brushRef="#br0" timeOffset="457488">18669 17420 5734,'11'-32'0,"2"-3"0,0-1-1639,-1 7 1,-1 0 1522,-2 7 1,1-1 115,3-8 0,-1 1-452,8-13 452,0 0 0,2 1 0,1 2 0,-1 2 0,-6 13 0,0 0 0,6-12 0,-8 15 0,0 0 817,2-4-817,6-6 0,-6 9 0,8-7 0,-3 8 0,-8 7 0,1 4 1655,-13 13-1655,0 1 0,0 2 0,0 0 0</inkml:trace>
  <inkml:trace contextRef="#ctx0" brushRef="#br0" timeOffset="457979">19197 16963 5734,'-7'3'0,"-3"7"0,2-1 0,-3 5 0,4-1 0,0 0 0,1 1 0,2 10 0,0 1 0,2 2-454,0 0 1,1 0 453,6-4-369,1 0 369,1 0 0,1 0 0,0-3 0,5 6 0,-3-8 0,6 6 870,-9-13-870,1 0 406,-4-6-406,-1-4 0,1-5 0,0-3 0</inkml:trace>
  <inkml:trace contextRef="#ctx0" brushRef="#br0" timeOffset="458607">19271 17045 5734,'2'0'0,"0"-2"0,16-5 0,-7 0 0,6-4 0,-5 4 0,-5 4 0,2-1 0,-3 2 0,-1 0 0,-1 1 0,0 0 0,0 1 0,0 4 0,-1 3 0,-1 4 0,-2 4 0,-1-2 0,-2 4 0,0-1 0,-2 8 0,0-6 0,-1 8 0,0-2 0,2-6 0,0 4 0,1-8 0,1-2 0,0 0 0,1-3 0,0-1 0,1-1 0,2-1 0,0-1 0,1 0 0,3 0 0,-1-2 0,3-1 0,2-4 0,-2-3 0,9-12 0,-8 8 0,4-7 0,-10 10 0,-1 1 0,-1 1 0,-1 0 0,1 0 0</inkml:trace>
  <inkml:trace contextRef="#ctx0" brushRef="#br0" timeOffset="458870">19288 17154 5734,'10'-4'0,"-2"0"0,5 0 0,3-1 0,13 0 0,-8 1 0,5 1 0,-18 3 0,-1 0 0</inkml:trace>
  <inkml:trace contextRef="#ctx0" brushRef="#br0" timeOffset="459188">19449 16928 5734,'15'9'0,"4"5"0,-9-5 0,5 6 0,-1 4 0,-2 0-795,2 6 795,-5-3 0,-1 1 0,-1 2 0,-1 1 0,-1 2 0,-3 1 0,-1 0 0,-2 2 0,0-1 0,-3-2 0,0-1 0,-2-3 258,0-3-258,-10 5 0,1-10 0,-7-1 0,5-12 0,-1-5 0</inkml:trace>
  <inkml:trace contextRef="#ctx0" brushRef="#br0" timeOffset="460887">18590 16734 5734,'7'-1'0,"0"0"0,1 0 0,9-3 0,-5 0 0,12-7 0,-15 6 0,3-3 0,-9 5 0,0 1 0,0 0 0</inkml:trace>
  <inkml:trace contextRef="#ctx0" brushRef="#br0" timeOffset="461257">18597 17415 5734,'11'-10'0,"-2"1"0,3-3 0,-1 2 0,0-1 0</inkml:trace>
  <inkml:trace contextRef="#ctx0" brushRef="#br0" timeOffset="465110">19766 17315 5734,'-5'11'0,"0"0"0,-1 6 0,2-3 0,-4 6 0,2 1 0,0-5 0,0 5 0,2-8 0,1-2 0,-2 5 0,1 0 0,-1-4 0,1-1 0,0-9 0,-1-4 0,0-3 0</inkml:trace>
  <inkml:trace contextRef="#ctx0" brushRef="#br0" timeOffset="467301">20252 16740 5734,'0'-4'0,"0"0"0,0 3 0,-1 1 0,0 2 0,0 0 0,1 2 0,0-3 0,0 1 0,0-1 0,-1 1 0,2-1 0,-2 0 0,2 2 0,-1 0 0,1 4 0,0 0 0,1 8 0,0-4 0,2 10 0,2 15 0,-1-10-613,2 13 613,-5-19 0,2 1 0,-1 10 0,0-8 0,0 6-232,0-9 232,0-2 0,-1 0 0,0 5 0,-1-6 0,0 3 0,0-5 0,0-5 598,0 1-598,-1-6 247,0-1-247,0-1 0,0 0 0,0-1 0,0 0 0,0-1 0,-3-6 0,1 1 0,-4-12 0,4 6 0,-3-13 0,2 8 0,0-7 0,0 5 0,0-1 0,1 1 0,-2-9 0,2 6 0,-1-16 0,3 15-318,0-7 318,2 7 0,0 1 0,1 0 0,3-9 0,-1 8 0,4-10 0,-3 15 0,1-3 0,-1 7 0,0 1 0,2 1 0,4-3 0,-1 5 0,3-3 318,-5 5-318,7 0 0,-4 3 0,4 0 0,-5 2 0,4 2 0,-4 1 0,7 5 0,-8 0 0,2 3 0,-4 1 0,0 7 0,-4-2 0,1 7 0,-4-6 0,-3 17 0,-4-5 0,0-6 0,-1 0 0,-4 2 0,-6 3 0,9-19 0,-7 4 0,6-9 0,-3-1 0,4-3 0,-5-3 0,-3-7 0,0-2 0,2-2 0,5 3 0,5 6 0,0-1 0,2 3 0,1 1 0,2 1 0,3 4 0,1 1 0,3 5 0,4 7 0,-2-1 0,5 5 0,-4-3 0,8 8 0,-4-5 0,11 13 0,-11-16-289,4 6 289,-6-10-65,2 4 65,-4-6 0,9 8 0,-12-13 0,3 1 0,-8-8 287,-2-1-287,0 1 0,0 0 0,1 1 0</inkml:trace>
  <inkml:trace contextRef="#ctx0" brushRef="#br0" timeOffset="467874">20804 16855 5734,'-9'-1'0,"2"1"0,-3 2 0,-2 3 0,2 0 0,-3 2 0,2-1 0,-2 3 0,3-1 0,-2 3 0,2-3 0,-1 9 0,3-4 0,-2 8 0,4 5 0,2-4 0,1 8 0,6-4 0,2 0 0,1 4-437,0-4 1,1-1 436,3-4 0,0-1 0,2-1 0,7 1 0,-4-7 0,6 0 0,-4-9 0,17-14 0,-12 0 0,13-13 0,-13-7-974,-7 3 974,1-10 0,-8 8 0,-3-3-715,-3 0 715,-2-1 0,-2-1 0,-5-12 0,0 12 0,-5-7 0,3 16 227,-6-5-227,4 11 0,-3-4 0,5 12 0,0 2 918,0 3-918,-2 1 822,2 4-822,-1 1 595,3 4-595,1 1 0,2 2 0,2 1 0</inkml:trace>
  <inkml:trace contextRef="#ctx0" brushRef="#br0" timeOffset="468238">21284 16844 5734,'-9'-2'0,"-7"4"0,3 2 0,-6 4 0,5 0 0,-9 7 0,5-3-442,-7 5 442,7-3 0,-1 2 0,1 2 0,1 0 0,0 3 0,-2 11 0,7-5 0,-1 8 0,15 9 0,12-8 0,6 6 0,1-26 0,2-4-399,9-1 399,15-1 0,-22-10 0,0-1 0,14-1-980,8-4 980,-19 2 0,-5-2 84,-4 1 0,-5-1 0,-2 0 0</inkml:trace>
  <inkml:trace contextRef="#ctx0" brushRef="#br0" timeOffset="473629">18945 16650 5734,'-3'-5'0,"1"2"0,1 0 0,1-1 0,0 3 0,0-3 0,1 3 0,2 1 0,0-1 0,6 0 0,9-1 0,-3-1 0,5 1 0,-9 1 0,-2 0 0,1 0 0,2 0 0,-2-1 0,3 1 0,-6 0 0,3 1 0,-6 0 0,0 1 0,-2-1 0,-1 2 0,-2-1 0,-2 3 0,0-1 0,-2-1 0</inkml:trace>
  <inkml:trace contextRef="#ctx0" brushRef="#br0" timeOffset="481806">21694 16980 5734,'1'-4'0,"1"0"0,-2 2 0,0-2 0,0 3 0,-2 0 0,2 4 0,-1 0 0,1 1 0,0-3 0,2 1 0,-1-1 0,2 1 0,0-1 0,-3-1 0,-1 2 0,-1-2 0,-2 1 0,4-3 0,3 0 0,-2 0 0,3-1 0,1-1 0,-2 2 0,3-3 0,-3 2 0,4-3 0,-2 1 0,11-8 0,-6 5 0,15-9 0,-9 8 0,18-11 0,-9 6-999,10-6 999,-6 3 0,2-1 0,3-1 0,-7 4 0,0-1 0,-5 5 0,0-1 0,16-9 0,4-1-1021,-6 3 1,2-1 0,-1 1 1020,2-2 0,0 0 0,-3 3 0,1-1 0,-5 2-857,8-4 857,-1 1 0,-4 1 0,-2 2-72,-4 0 72,8-3 0,-13 6 338,5-2-338,-13 6 2768,1 0-2768,-5 3 1346,0 0-1346,-6 3 131,-1 1-131,-2 1 406,1 0-406,-2 2 0,-1 0 0,-9 7 0,2-1 0,-8 6 0,2-4 0,0-1 0</inkml:trace>
  <inkml:trace contextRef="#ctx0" brushRef="#br0" timeOffset="482919">21699 16935 5734,'-1'-3'0,"1"1"0,-3 1 0,8 2 0,-2 0 0,4 2 0,0-1 0,-1 0 0,7 3 0,-4-2 0,2 2 0,2 1 0,-2-2 0,2 2 0,-3-2 0,6 4 0,-4-2 0,12 6 0,-9-4 0,4 2 0,-3-3 0,-1 2 0,3-1 0,0 1-329,2 1 329,1 1 0,13 7 0,-7-4 0,-2-1 0,1 1 0,7 3-313,-10-5 0,0 0 313,11 8 0,-6-5 0,0 1 0,-7-3 0,1-1-797,8 6 1,0 0 796,-8-5 0,0-1 0,1 1 0,-1 0 0,2 1 0,-1-1 0,1 0 0,-1 0-275,0 0 0,1 0 275,9 5 0,1 0 0,0 0 0,0 0 0,6 3 0,0 0 0,-11-5 0,-1-1 0,-5-3 0,-2-1 0,3 3 13,-3-3-13,-5-2 483,-2-1-483,-3-2 1582,-2-1-1582,-1-1 709,-1 1-709,-2-2 311,0 0-311,-3-1 0,0-2 0,-1 1 0,0-1 0,0 1 0,-6-1 0,-29 3 0,8-4 0,-21 2 0</inkml:trace>
  <inkml:trace contextRef="#ctx0" brushRef="#br0" timeOffset="485947">22978 16074 5734,'0'4'0,"0"0"0,1-2 0,-1-1 0,2 5 0,0 4 0,0 1 0,1 8 0,-2-8 0,1 4 0,-1-3 0,1 4 0,-1-3 0,1 3 0,-1-4 0,2 5 0,-2-4 0,2 5 0,-2-10 0,1 3 0,-1-5 0,-1 2 0,1-2 0,0 0 0,-1-4 0,1-1 0,0 0 0,0-4 0,0 1 0,-2-4 0,-1 0 0,-1-1 0,1-1 0,0-2 0,0 0 0</inkml:trace>
  <inkml:trace contextRef="#ctx0" brushRef="#br0" timeOffset="486623">23047 16131 5734,'2'21'0,"1"-1"0,-1 0 0,0-5 0,-1-8 0,0-2 0,-1 0 0,1-3 0,0 0 0,0-1 0,0-4 0,-1-9 0,1 2 0,-1-6 0,6-8 0,-3 10 0,5-11 0,-3 12 0,-2 4 0,2-1 0,-3 4 0,0 1 0,-1 1 0,2 1 0,1 3 0,1 0 0,1 3 0,3 5 0,-3 0 0,4 4 0,-4-3 0,2 6 0,-2-3 0,0 3 0,-3-3 0,0 4 0,-2-3 0,0 2 0,-7 6 0,4-11 0,-4 7 0,5-14 0,1-1 0</inkml:trace>
  <inkml:trace contextRef="#ctx0" brushRef="#br0" timeOffset="486895">23295 16080 5734,'-11'4'0,"-1"1"0,-11 26 0,11-15-626,-9 20 626,16-22 189,0 6-189,3-5 0,-1 5 107,4-7-107,4 4 0,0-4 0,3 2 318,-1-6-318,8 3 12,-5-5-12,6 1 0,-6-6 0,-1-2 0,1-1 0,-2-2 0,0 1 0,0-3 0,-1 2 0</inkml:trace>
  <inkml:trace contextRef="#ctx0" brushRef="#br0" timeOffset="487302">23354 15910 5734,'-2'-2'0,"0"3"0,5 7 0,-1 2 0,5 16 0,-3-9 0,2 13 0,0-1 0,2 5-861,-1 1 861,2-2 0,0-2 0,-2-8-299,2 5 299,-3-11-70,3 4 70,-3-8 0,4 5 0,-6-11 827,-1 1-827,-4-4 80,-2 0 1,1-2 0,-1 0 0</inkml:trace>
  <inkml:trace contextRef="#ctx0" brushRef="#br0" timeOffset="488257">23535 16288 5734,'6'-11'0,"-3"4"0,1-3 0,-2 3 0,-1 2 0,0 0 0,0 2 0,0-1 0,-1 2 0,0-1 0,1 2 0,-2 0 0,-5 6 0,3-3 0,-5 3 0</inkml:trace>
  <inkml:trace contextRef="#ctx0" brushRef="#br0" timeOffset="489821">23899 16000 5734,'2'12'0,"1"17"0,0-10 0,2 23 0,-2-21 0,3 20 0,-3-22 0,3 9 0,-5-18 0,1 0 0,-1-2 0,2 1 0,-3-3 0,2 1 0,-2-5 0,0-1 0,-3-6 0,0-3 0,-1-3 0,0-6 0,2 6 0,-1-5 0,1 4 0,1-5 0,1 4 0,0-10 0,0 9 0,2-3 0,0 6 0,4-12 0,-3 11 0,3-7 0,-3 13 0,2 1 0,-1 1 0,2 1 0,0 0 0,4 0 0,-2 1 0,3 0 0,-2 2 0,3 0 0,-3 0 0,3 1 0,4 0 0,-5-1 0,4 1 0,-9-1 0,-1 1 0,-2-1 0,-1 2 0,-2-1 0,-1 0 0</inkml:trace>
  <inkml:trace contextRef="#ctx0" brushRef="#br0" timeOffset="490090">24124 16113 5734,'11'11'0,"0"-2"0,-5-6 0,4 1 0,-1-2 0,2 1 0,-2-2 0,-1 0 0,0 0 0,3-4 0,-5 1 0,2-2 0,-7 3 0,0-1 0,-1 0 0,-1 0 0,1 0 0</inkml:trace>
  <inkml:trace contextRef="#ctx0" brushRef="#br0" timeOffset="490274">24161 16180 5734,'15'1'0,"10"-1"0,-1 2 0,0 0 0,-3 0 0,-12 0 0,-1-2 0,0 1 0</inkml:trace>
  <inkml:trace contextRef="#ctx0" brushRef="#br0" timeOffset="490689">24426 16089 5734,'-5'4'0,"0"0"0,2 5 0,1-1 0,0 3 0,2-1 0,0 6 0,0-3 0,0 4 0,0-5 0,0 5 0,3 2 0,0 0 0,2-5 0,-2-7 0,-1-4 0,-1 0 0,0-3 0,1 0 0</inkml:trace>
  <inkml:trace contextRef="#ctx0" brushRef="#br0" timeOffset="491099">24521 15943 5734,'4'-3'0,"1"-1"0,0 2 0,-1 0 0,4-1 0,0 0 0,5-1 0,-1 2 0,4 0 0,-6 3 0,2 2 0,-3 1 0,1 4 0,-3 1 0,2 4 0,-4-2 0,-1 7 0,-3-4 0,0 6 0,-3-5 0,-2 6 0,0-5 0,-1 4 0,2-7 0,-3 4 0,2-4 0,-7 14 0,4-13 0,-2 4 0,4-11 0</inkml:trace>
  <inkml:trace contextRef="#ctx0" brushRef="#br0" timeOffset="491275">24660 16386 5734,'0'-6'0,"0"0"0,3-2 0,1 2 0,1-2 0,3 0 0,-5 2 0,2-3 0,-5 3 0,0-1 0</inkml:trace>
  <inkml:trace contextRef="#ctx0" brushRef="#br0" timeOffset="495298">22772 16331 5734,'0'-5'0,"0"-2"0,0 5 0,0-2 0,-1 3 0,-2 2 0,-1 0 0,-3 2 0,-1 0 0,-13 6 0,7-2 0,-14 7 0,15-6 0,-3 2 0,6-3 0,-1 1 0,3-2 0,-1-1 0,6-3 0,-1 0 0,2 0 0,0 2 0,2-2 0,0 1 0,0-2 0,7-4 0,1 0 0,3-1 0,1-1 0,-4 2 0,4 0 0,-6 2 0,5 0 0,-1-2 0,1-1 0,-2-1 0,-2 1 0,-4 2 0,2-2 0,-1 1 0,1-1 0,-2 2 0,0-1 0,-2 1 0,1-2 0,0 2 0,-1-1 0,1 1 0,-1 1 0,0 0 0,1-1 0,-1 2 0,1 3 0,1 4 0,2 10 0,0-4 0,0 6 0,-1-6 0,2 5 0,-2-4 0,2 4 0,-2-5 0,0 3 0,-1-4 0,3 13 0,-3-14 0,2 7 0,-4-10 0,0-4 0,0 3 0,-1-6 0,-2 1 0,-1-2 0,-3 1 0,0 1 0,0-1 0,-1 0 0</inkml:trace>
  <inkml:trace contextRef="#ctx0" brushRef="#br0" timeOffset="497583">20474 17413 5734,'7'-4'0,"21"-3"0,-7 2 0,20-3-2066,-11 3 2066,4 1 0,3 1 58,3 1-58,-10 3 0,0 1 0,18 1 0,-18 0 0,0 1 0,-2 2 0,-2 0 0,14 4 0,-15-3 0,-1 0 0,6 4 0,-3 0 0,-2 0 0,-3-1 0,-2 2 461,-5 0-461,-2 0 0,-4 1 0,-1-1 0,-1-1 0,-1-1 0</inkml:trace>
  <inkml:trace contextRef="#ctx0" brushRef="#br0" timeOffset="526827">23318 17499 5734,'1'4'0,"0"-1"0,0 0 0,-1-3 0,3 7 0,-1-2 0,3 6 0,-3 0 0,2 8 0,0-3 0,2 5 0,4 10 0,-2-1 0,2 5 0,-3-7 0,-2-9 0,1 8 0,-2-7 0,2 5 0,-4-8 0,4 7 0,-2-8 0,0 3 0,-1-9 0,-2-6 0,-1 0 0,0-2 0,0 0 0,-4-7 0,0 2 0,-12-7 0,7 6 0,-6-3 0,8 2 0,0-2 0</inkml:trace>
  <inkml:trace contextRef="#ctx0" brushRef="#br0" timeOffset="527260">23220 17430 5734,'7'-2'0,"6"0"0,-4 1 0,12 1 0,-7 0 0,7 0 0,-5 0 0,2 2 0,8 0 0,-5 2 0,5 2 0,-7 1 0,3 6 0,-5-2 0,2 5 0,-5 2 0,-5-4 0,0 5 0,-5-6 0,-3 1 0,-1 0 0,-1 0 0,-3 1 0,-1 1 0,-3 0 0,-1 1 0,-4 1 0,0 1 0,-2 1 0,1 1 0,-1-1 0,1 0 0,2-1 0,-4 2 0,6-7 0,-1 1 0,6-7 0,0-1 0,0-1 0,-2 3 0,2-3 0,0 0 0,3-5 0</inkml:trace>
  <inkml:trace contextRef="#ctx0" brushRef="#br0" timeOffset="527796">23699 17491 5734,'0'6'0,"-1"2"0,2 1 0,1 2 0,-1 3 0,1 1 0,0 3 0,0 2 0,1 1 0,-1 1 0,1 2 0,-1-1 0,2 11 0,0-9-475,0 7 475,-1-10-176,0-1 176,-1-2 0,0-1 0,0-3 0,0-1 0,-1-3 0,0-1 466,-1-1-466,1-4 185,-5-2-185,1-4 0,-4-2 0,1-2 0,2-1 0,-2-3 0</inkml:trace>
  <inkml:trace contextRef="#ctx0" brushRef="#br0" timeOffset="528449">23565 17511 5734,'-7'-2'0,"0"-1"0,3 2 0,1 0 0,1 1 0,1 0 0,-3 0 0,2 0 0,-2 0 0,3 0 0,-2 0 0,2 0 0,-2 0 0,2 0 0,-2 0 0,2 1 0,0 0 0,7-2 0,-1 0 0,12-1 0,-6 1 0,6-1 0,-2 0 0,0 1 0,3 0 0,-1 0 0,2-1 0,1 1 0,0 0 0,-1 0 0,-1 0 0,0-1 0,-2 1 0,4-1 0,-5 1 0,3-2 0,6-2 0,-10 1 0,5-2 0,-12 4 0,-4 1 0,0-1 0,-1 1 0,-1-1 0,0 1 0,-5 6 0,-2 4 0,-2 0 0,1 0 0,4-6 0</inkml:trace>
  <inkml:trace contextRef="#ctx0" brushRef="#br0" timeOffset="529186">23980 17545 5734,'-1'-5'0,"-1"0"0,1 4 0,0 1 0,2 9 0,0-1 0,1 7 0,0-3 0,0 2 0,1 1 0,0 2 0,0 2 0,1 1 0,3 22 0,-1-14 0,-1 1 0,-1-4 0,1-1-146,1 7 1,0-5 145,-2-7 0,3 12 0,-4-18 0,1 5 0,-3-14 0,0-2 0,-2-10 0,-2 0 0,-5-13 0,2 6 0,-2-8 0,2 3 0</inkml:trace>
  <inkml:trace contextRef="#ctx0" brushRef="#br0" timeOffset="529584">23927 17515 5734,'7'-1'0,"3"0"0,1-1 0,1 0 0,0 0 0,-3 1 0,2-1 0,-1 0 0,2 1 0,0 0 0,1 0 0,0-1 0,0 0 0,13-3 0,-6 1 0,5-1 0,-9 1 0,-7 1 0,0-1 0,-2 1 0,0 1 0,-3 0 0,0 0 0,-2 1 0,-5 5 0,-1 1 0,-5 3 0,0-2 0,-1 0 0</inkml:trace>
  <inkml:trace contextRef="#ctx0" brushRef="#br0" timeOffset="529939">23949 17732 5734,'9'0'0,"-1"-1"0,5 0 0,-3 0 0,3-1 0,-3 0 0,1 0 0,0 0 0,1 1 0,0 0 0,0-1 0,5 1 0,-1-1 0,0-1 0,-5 1 0,-4 0 0,-3 1 0,-1 2 0,-2 0 0,-1 1 0</inkml:trace>
  <inkml:trace contextRef="#ctx0" brushRef="#br0" timeOffset="531450">24434 17470 5734,'-1'-4'0,"-1"1"0,0 2 0,1 0 0,-1 1 0,2-1 0,1-1 0,0 0 0,1-1 0,-2 2 0,1 0 0,1 6 0,0-2 0,2 6 0,-2-2 0,8 25 0,-4-13 0,5 19 0,-5-20 0,-1 8 0,0-6 0,1 5 0,1-3 0,-1-4 0,4 16 0,-5-18 0,2 9 0,-4-13 0,1 4 0,-2-5 0,1 3 0,-2-7 0,1 0 0,-1-1 0,2 1 0,-2-3 0,1 1 0,-1-3 0,0-1 0,-1-5 0,-1-2 0,-1-3 0,0 2 0,-1-3 0,-1 3 0,-2-1 0,-1 0 0,1 1 0,-1-2 0</inkml:trace>
  <inkml:trace contextRef="#ctx0" brushRef="#br0" timeOffset="533257">24343 17439 5734,'-4'-3'0,"1"1"0,1 0 0,2 1 0,1 0 0,-1-1 0,3 1 0,-2 0 0,1 1 0,-1-1 0,1 1 0,0-2 0,0 1 0,1-2 0,-1 1 0,0 0 0,0 1 0,0 0 0,-1 2 0,2-1 0,0 0 0,3 0 0,6-3 0,-2 1 0,6-1 0,-2 1 0,1-1 0,20 2 0,-15 0 0,13 1 0,-21 0 0,3-1 0,-5 1 0,5 0 0,-9 1 0,1 0 0,-4 1 0,-1-1 0,1 0 0,-3-1 0,-2 2 0,-1 0 0,-3 0 0,2 0 0,-2-1 0,0 1 0,-4 0 0,2 0 0,-4 0 0,2 1 0,0-1 0,-18 4 0,5 0 0,-9 1 0,6 0 0,10-4 0,-3 3 0,6-4 0,1 1 0,2 0 0,0-1 0,-1 1 0,5-1 0,1-1 0,2 0 0,1-2 0,1 0 0,1-1 0,1-1 0,0-1 0,3 1 0,-2-1 0,5-1 0,-1 0 0,2 0 0,-1 1 0,1 0 0,1 1 0,1-1 0,1 0 0,1 1 0,0 0 0,1 0 0,1 1 0,1 0 0,0-1 0,9 0 0,-7-1 0,14-1 0,-15 2 0,10-2 0,-12 1 0,1 1 0,-6 0 0,1 0 0,-4 2 0,0-1 0,-2 2 0,-3 0 0,1-1 0,0 1 0,-7-1 0,2 1 0,-6 0 0,2 0 0,-6 0 0,1 1 0,-4 0 0,-4 2 0,3-1 0,-6 2 0,6-2 0,0 0 0,-1-1 0,1 0 0,0-1 0,1 0 0,0 0 0,1 0 0,1 0 0,-1 0 0,2 0 0,1 0 0,-10 2 0,12-1 0,-6 1 0,13-2 0,1 0 0,1 1 0,5 1 0,0 0 0,9 2 0,-3-3 0,4 2 0,-3-1 0,1-2 0,2 0 0,1 0 0,6-1 0,-4 0 0,3 0 0,-6 0 0,0 0 0,-1-1 0,-2 1 0,1-1 0,-2 0 0,0 1 0,0-1 0,-3 1 0,-1-1 0,-4 1 0,-2 0 0,-3 1 0,-2-1 0,-3 1 0,-2 0 0,-8 1 0,2 0 0,-22 5 0,18-1 0,-8 1 0,18-3 0,7-2 0,0 1 0,3-1 0,3 0 0,7-3 0,5-2 0,2 0 0,5-1 0,-6 1 0,4 4 0,-2-5 0,1 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6-29T01:31:50.8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18827 2740 5734,'8'0'0,"1"0"0,-2 0 0,4 0 0,0 0 0,2 0 0,1 0 0,0 1 0,0 0 0,0 1 0,22 6 0,-18-3 0,16 5 0,-23-6 0,0 0 0,5 1 0,-4-1 0,16 3 0,-13-3 0,31 3 0,-28-4 0,16 1 0,-22-2 0,9 0 0,-6 0 0,18 1 0,-17-2 0,17 0 0,-17-1 0,15 0 0,-17 0 0,6 0 0,-8 0 0,-3 0 0,9 1 0,-8 0 0,25 1 0,-20-1 0,16 1 0,-18-1 0,0 0 0,1-1 0,2 1 0,0-1 0,8 1 0,-6 0 0,7-1 0,-7 1 0,13 3 0,-3 0 0,4 1 0,-8-1 0,-8-1 0,7 0 0,-5 0 0,5-1 0,-8-1 0,-1 0 0,2-1 0,-1 0 0,0 0 0,0 0 0,0 0 0,0-2 0,1 2 0,1-1 0,0-1 0,0 0 0,1 1 0,-1-1 0,2 1 0,7-1 0,-6 2 0,4-1 0,-8 1 0,-1 0 0,27-2 0,-19 1-467,20 0 467,-27-1-168,7 1 168,-6-1 0,5 0 0,-8 1 0,-1 0 0,1 1 0,-3 0 459,14 0-459,-4 0 0,6 0 176,-7 0-176,4-1 0,-6 0 0,8-2 0,-8 1 0,0 0 0,1 1 0,0-1 0,-1 1 0,1-1 0,0 1 0,1-1 0,7 1 0,-6-1-235,6 0 235,-8 0 0,-1 0 0,0 0 0,0 2 0,0-2 0,0 2 0,1-2 0,1 1 0,0 0 0,1 0 0,0-1 0,1 2 0,-2-1 0,2 1 0,12-1 0,-1 1 0,1 0 0,-9 0 0,0 0-283,10-1 1,-1 2 282,-1 0-893,1 0 893,1 1 0,-10 0 0,1-1 0,15 1-499,-15 0 0,1 0 499,10 0 0,7 0 0,3 0 0,-21 0 0,1-1 0,20 1 0,0 0 0,-2-1 0,-11-1 0,0 1 0,-7-2 0,-1 1-646,10 0 0,-1-1 646,-9 0 0,-2 1 0,2-1 0,-1 1 0,1-1 0,0 0 0,0 1 0,0-1 0,0 0 0,1 0 0,-1 0 0,0 0 0,0 0 0,0 0 0,0 0 0,0 0-281,-1-1 0,0 1 281,0 1 0,-1-1 0,24-1 0,-3 0 0,-1 1 0,-3-1 0,-2 2-86,-3-1 86,0 1 0,-3 0 0,0 0 0,10-1 0,-12 1 0,8-1 741,-6 0-741,-9 0 0,6 0 1311,-4-1-1311,0 0 0,7 2 0,-18-1 0,-4 1 0,-16-2 0</inkml:trace>
  <inkml:trace contextRef="#ctx0" brushRef="#br0" timeOffset="7177">11927 4114 5734,'5'9'0,"0"-1"0,-1 1 0,0-3 0,4 12 0,-2-7 0,0 3 0,-2-3 0,2 6 0,-3-7 0,3 7 0,-2-6 0,-1-5 0,2 5 0,-2-7 0,3 6 0,-3-5 0,4 6 0,-4-7 0,2 3 0,-3-3 0,1-1 0,2 4 0,-2-4 0,6 3 0,-5-5 0,2 1 0,-2-1 0,0-1 0,8 0 0,-5 0 0,11 1 0,-10-1 0,3 0 0,5 0 0,-6 0 0,7 0 0,-9 0 0,6 0 0,-4 0 0,11 1 0,-9-1 0,5 1 0,-4-1 0,0 0 0,2 0 0,8-1 0,-4-1-270,7 0 270,-6 1 0,0 0 0,9 0 0,-7-1 0,7 1 0,0-1 0,-7 1-391,7-1 391,-8 1 0,1 0 0,0 0 0,12-1 0,-7 0-654,10 0 654,-10 1 0,10 1 0,-8 0 0,8 1 0,-3 2-38,11 3 38,2-1 0,-6 0-505,-12-2 505,-11-2 0,0 0 341,-2-1-341,-1 0 640,-1 0-640,5 0 295,-6 0-295,3-1 582,-6 0-582,1-1 0,-3 2 0,0-1 0,0 1 0,-3 0 0,3-1 0,-3 1 0,1-1 0,0 1 0,-2 0 0,1 0 0,-1-1 0,-1 1 0,1-1 0,0 1 0,1 0 0,-2 0 0,1 0 0,-1 0 0,1-1 0,-1 1 0,1-1 0,1 1 0,-3 0 0,3 0 0,-3 0 0,0 0 0,0 0 0,-1 0 0,0 0 0,-1-3 0,0 0 0,-1-3 0,2-1 0,2 0 0,-1-12 0,0 8 0,1-8 0,-1 2 0,2 4 0,0-5 0,1 0 0,0 0 0,2-7 0,-3 9 0,-1 2 0,-2 8 0,-1 1 0,0 2 0,0 0 0,0 0 0,-2 1 0,-2-1 0,-3 1 0,-3 1 0,-5 1 0,-2 1 0,-4 1 0,-1-1 0</inkml:trace>
  <inkml:trace contextRef="#ctx0" brushRef="#br0" timeOffset="36628">17098 8647 5734,'-2'-8'0,"0"3"0,0 2 0,0 2 0,0 1 0,-2 5 0,3 0 0,-4 12 0,2-1 0,-2 8 0,0 10 0,1-5 0,-1 11 0,2 4-1197,2-10 1197,0 10 0,2-14 0,3 3 0,1 0 0,0-2 0,0 0 0,2-5 0,1-15 0,0-3 0,2-2 0,0-4 0,1-3 0,8-10 0,-5-2 1197,6-8-1197,-6-8 0,-1-2 0,1-4-699,-2 1 1,0 1 698,-5 4-921,3-17 921,-4 19 0,0-10 0,-3 21 0,-2 5 0,1 0 0,-1 7 1251,-1 3-1251,-1 5 1067,-1 11-1067,1-1 0,0 10 0,2 4 0,1-5 0,0 8 0,2 0 0,-1-8 0,0 6 0,4 13 0,-5-21 0,4 14 0,-4-28 0,0-2 0,1-2 0,1-4 0,1-2 0</inkml:trace>
  <inkml:trace contextRef="#ctx0" brushRef="#br0" timeOffset="37327">17420 8695 5734,'-1'18'0,"-1"2"0,-1 18 0,1-7-501,0 12 501,0 4 0,2-12 0,-1 0 0,1 0 0,0-1 0,0-1 0,0-1 0,0-8 164,0 7-164,0-13 0,-1-10 83,1 2-83,-2-12 0,1-3 0,-3-10 0,0 1 0,0-9 0,-1-22 0,4 13-606,-1-1 0,2 0 606,0-1 0,1 5 0,1 1 0,2-4-675,2-7 675,-1 16-244,0 1 244,0 2 0,1 2 0,-1 3 0,1 0 1313,1 0-1313,-1 3 764,4-1-764,-3 7 308,3 1-308,2 5 0,-2 2 0,3 3 0,4 13 0,-6-4 0,9 27 0,-13-18 0,4 21 0,-8-21 0,0 6 0,-1 8 0,0-14 0,1 25 0,-2-30 0,1 8 0,2-6 0,-3-10 0,2 6 0,-2-12 0,0 0 0,0-3 0,1 0 0</inkml:trace>
  <inkml:trace contextRef="#ctx0" brushRef="#br0" timeOffset="37969">17343 8592 5734,'1'36'0,"-2"12"0,0-18 0,-2 3 0,0 1 0,-1 3-345,0-9 0,0 1 345,-3 14-1132,2-12 1132,-2 9 0,1-5 0,3-10 423,0 6-423,2-6 0,1-7 0,3 12 0,-1-16 0,2 4 0,1-9 0,0-4 313,1 2-313,3-3 1086,-1-2-1086,2-2 0,1-4 0,-2-1 0,4-7 0,-6 2 0,1-4 0,-3 1 0</inkml:trace>
  <inkml:trace contextRef="#ctx0" brushRef="#br0" timeOffset="38578">17668 8549 5734,'10'-6'0,"0"-1"0,-6 5 0,0 0 0,-2 1 0,-1 1 0,2 7 0,0-1 0,1 6 0,0-2 0,1 9 0,-1-1 0,2 7 0,1 8 0,-2-5 0,2 11 0,-4-4 0,-1 1 0,1 4-731,-1-4 0,-1-1 731,-3-6 0,-1-1-533,-3-5 1,-2 0 532,-3 7 0,-4-1 0,-1-1 0,1-7-361,-11 12 361,14-23 0,-2 1 0,0-7 1224,4-4-1224,-4-3 0,8-4 0,-1-1 0</inkml:trace>
  <inkml:trace contextRef="#ctx0" brushRef="#br0" timeOffset="38949">17228 8423 5734,'-11'0'0,"2"-1"0,8 0 0,9 0 0,2 1 0,8 0 0,22 1 0,-12 1 0,18-1 0</inkml:trace>
  <inkml:trace contextRef="#ctx0" brushRef="#br0" timeOffset="39446">18173 8806 5734,'8'-1'0,"2"1"0,-1-2 0,9 1 0,-3 0 0,6-1 0,0 2 0,-4 0 0,9 1 0,-15 0 0,1 0 0,-9 0 0,-1 0 0,-1 0 0</inkml:trace>
  <inkml:trace contextRef="#ctx0" brushRef="#br0" timeOffset="39615">18166 8996 5734,'7'2'0,"2"-1"0,2-1 0,10 0 0,-4 1 0,6 0 0,1 2 0,-6-1 0,6 2 0</inkml:trace>
  <inkml:trace contextRef="#ctx0" brushRef="#br0" timeOffset="40828">18801 8865 5734,'17'-10'0,"-6"3"0,18-13 0,-17 9 0,16-18 0,-17 12-642,7-8 642,-10 8 0,-2-2 0,0-1 189,-1-12-189,-3-5 0,-1-1-801,-3 0 801,-1 10 0,0-1 0,-4-14 0,3 9 0,-4-11 0,1-2 0,1 11 0,0-10 0,3 3 0,0 13 0,1-6-308,2 15 308,0 2 285,0 3-285,1 1 14,1 1-14,0 3 911,1-4-911,-1 5 352,0-2-352,-1 6 0,0 1 0,0 1 0,0 1 0,1 1 0,0-1 0,2 0 0,2-1 0,1 0 0,2 0 0,0-1 0,6 0 0,-4 1 0,3-1 0,-4 2 0,10-2 0,-9 3 0,4-1 0,-11 3 0,-3 0 0,0 0 0,1-1 0,-6 1 0,3-1 0,-5 1 0</inkml:trace>
  <inkml:trace contextRef="#ctx0" brushRef="#br0" timeOffset="41329">18846 8999 5734,'21'-1'0,"-1"1"0,5 14 0,-12-3-431,7 12 431,-15-5 0,-6 25 0,-2-12 71,0-7 0,-1 1-71,-5 14 0,3-9 0,2-3 0,0 1 0,2-2 0,1 21 0,3-30 71,2 5-71,3-13 0,1-4 0,5-1 218,4-7-218,-5-2 0,5-4 0,-6-3 0,1-6 0,1-3 0</inkml:trace>
  <inkml:trace contextRef="#ctx0" brushRef="#br0" timeOffset="41941">19480 7802 5734,'0'-5'0,"0"2"0,-1 8 0,0 3 0,-3 12 0,2-4 0,-1 9 0,1 1 0,1 0 0,0 5-565,-1-3 0,1-1 565,1-4 0,1 0 42,0-1-42,0-2 0,0-2 0,1-1 0,-3 3 0,2-7 0,-4 1 0,4-10 0,-1-2 0</inkml:trace>
  <inkml:trace contextRef="#ctx0" brushRef="#br0" timeOffset="42369">19852 8133 5734,'-17'28'0,"6"-10"0,-6 10 0,8-14 0,3-1 0,-3 4 0,4-6 0,0 2 0,3-7 0</inkml:trace>
  <inkml:trace contextRef="#ctx0" brushRef="#br0" timeOffset="42878">20852 7736 5734,'-5'30'0,"1"0"0,1 6-1973,2-6 1973,-2 11 0,2 1 0,-1-11 0,0 8 193,0 3-193,1-19 0,-2 13 0,2-25 413,-2 0-413,3-7 0,-2-2 0,0-21 1002,1 4-1002,-1-28 0,2 18 0,2-12 0,4-4-723,-1 10 723,3-9 0,4-3 0,-5 17 0,6-15-217,-8 28 217,1-2 0,-1 8 0,6 6 0,0 8 0,2 3 0,-2 7 0,-4 0 0,4 14 0,-5-6 0,2 10 0,-6 5 1062,-1-8-1062,-5 9 0,-1 0 0,1-7-270,-2-2 0,0-4 270,2-14 0,0-2 0,2-7 0,0-1 0</inkml:trace>
  <inkml:trace contextRef="#ctx0" brushRef="#br0" timeOffset="43556">21149 7851 5734,'-2'2'0,"1"0"0,5-2 0,-2-1 0,2 0 0,2 1 0,-1 0 0,6 1 0,9 3 0,-2-1 0,7 2 0,4 0 0,-6 0-428,7 1 428,-9-1 0,-1 0 0,0 0 0,-2 0 0,6 1 0,-8-1 0,3 0 0,-10-1 0,2 1 0,-9 0 0,-2 3 428,-11-2-428,-3 2 0,-3 1 0,-13 6 0,6-3-683,-9 5 683,9-4 0,0-1 0,1 1 0,1-1 0,-6 5 0,10-4-146,-5 2 146,12-6 0,1-2 0,3-1 0,1-2 0,1-1 672,2-1-672,1 1 157,1-1-157,7-4 0,-1-1 0,5-3 0,-1 1 0,0-1 0</inkml:trace>
  <inkml:trace contextRef="#ctx0" brushRef="#br0" timeOffset="43861">21255 8257 5734,'6'-4'0,"2"-1"0,1-1 0,7-5 0,-1 2 0,11-8 0,-9 6 0,7-3 0,9-3 0,-12 5 0,13-4 0,-12 6 0,-6 2 0,3-1 0,-10 5 0,0 0 0,-4 0 0,-1 0 0,-1 2 0,-1-1 0,0 1 0</inkml:trace>
  <inkml:trace contextRef="#ctx0" brushRef="#br0" timeOffset="44211">21827 7941 5734,'-9'1'0,"-1"1"0,-11 15 0,6-4 0,-6 9 0,1 3 0,1 0 0,-1 8 0,2 2 0,5-5 0,4 2 0,2-1 0,6-8 0,23 14 0,-8-31-472,19-2 472,-16-14 0,0-4 0,5-13 0,-7 4 0,2-21 0,-12 16-745,-3-10 745,-6 13 0,-14-16 0,2 17 0,-13-7 0,4 22 0,-4 3 0,-3 2 0,-3 2 0,-1 2 0</inkml:trace>
  <inkml:trace contextRef="#ctx0" brushRef="#br0" timeOffset="45330">19580 9181 5734,'-6'0'0,"-1"3"0,-10 15 0,5-3 0,-10 13 0,5 2 0,4-5 0,-1 8 0,6 2-902,4-10 902,3 7 218,5-6-218,2-8 0,18 4 0,-7-15 0,30-13 0,-24-4 0,1-7 0,-1-1 0,-5-2 0,-5-1 0,-1-1 0,-6-10 0,-1-1-373,-6 4 373,0 10 0,-2 4 0,0-3 0,1 6 658,-1 1-658,0 5 0,-1 4 0,-2 2 99,-1 2 1,1 1 0,1 1 0</inkml:trace>
  <inkml:trace contextRef="#ctx0" brushRef="#br0" timeOffset="45489">19795 9515 5734,'-5'11'0,"-3"6"0,3-5 0,-10 18 0,9-18 0,-4 10 0</inkml:trace>
  <inkml:trace contextRef="#ctx0" brushRef="#br0" timeOffset="46287">20946 9169 5734,'-2'32'0,"1"-2"0,2-13 0,1 0 0,2 7 0,-1-6 0,0 5 0,-1-3 0,0-8 0,-1 4 0,1-7 0,-2-3 0,1-3 0,-4-12 0,1-7 0,-2-4 0,2-2 0,2-4 0,1 5 0,1-8 0,3-7 0,-1 14 0,6-16 0,-4 22 0,1-1 0,-1 7 0,3-1 0,-3 6 0,5-1 0,-6 7 0,2 3 0,0 2 0,0 3 0,1 2 0,-1 2 0,0 1 0,0 2 0,1 2 0,-2 0 0,5 25 0,-6-20 0,3 23 0,-8-31 0,0 4 0,-1-3 0,0-6 0,1 0 0,0-7 0</inkml:trace>
  <inkml:trace contextRef="#ctx0" brushRef="#br0" timeOffset="46699">21660 8962 5734,'4'26'0,"-1"-3"0,-9-9 0,-2 1 0,-3 2-862,-3 1 862,-4 2 0,-12 13 0,6-7 0,8-9 0,-2 2 0,1-1 0,1 0 0,-10 9 279,-5 8-279,7-4 0,7-9 142,-1 5-142,6-8 0,6-5 0,0 2 0,9-5 441,1-3-441,22 5 0,-8-8 0,16 3 0,1-4 0,-7 1 0,12 1 0,0 0 0,-6 0-464,0-1 1,-3-1 463,-14-1 0,-2-1 0,1 0 0,-5-2 0,1 1 0,-6-1 0,-3 1 0,-1-1 0,-2-1 0</inkml:trace>
  <inkml:trace contextRef="#ctx0" brushRef="#br0" timeOffset="47032">22078 9163 5734,'-23'2'0,"1"2"0,6 5 0,-7 12 0,3-3 0,-4 8 0,2 7-1281,8-7 1281,-2 9 0,9-11 0,8 0 0,4 0 0,3 1 0,12 15 0,20-31 0,-13-7 0,19-5 0,-10-13 0,-9 1 0,5-7 0,-7-8 0,-10 6 0,2-9-391,-13 1 391,-5 7 0,-6-5 0,-11 1 0,0 8 0,-8-5 0,-8 9-198,7 5 1,-10 0-1,12 4 1</inkml:trace>
  <inkml:trace contextRef="#ctx0" brushRef="#br0" timeOffset="70046">18206 10634 5734,'-1'-16'0,"1"2"0,-3 2 0,1 4 0,-1-2 0,-2 3 0,-9 2 0,1 2 0,-8 3 0,5 4 0,-12 7 0,5 0 0,-8 8 0,1 6-861,9-5 861,-4 9 0,9 0 0,6-6 0,1 6 0,6-3 0,4-7 0,2 3 0,5-5 0,-1-7 0,5 0 0,4-8 861,-2-4-861,5-5 0,1-10 0,-5 0 0,4-7 0,-6-1 0,-1-4 0,-2 4 0,-1-1 0,3-3 0,-1-1 0,1-15-337,-8 29 337,-1-1 0,0 8 0,-3 7 0,1 8 0,-3 26 0,0-4-827,0 16 827,2-16 0,2 13 0,0-10 0,1 10 0,1-6 0,1-9 0,0 5 16,1-8-16,-1-8 0,1 2 0,-3-7 0,-3-4 0,0-1 207,-3-6 0,1-4 1,0-2-1</inkml:trace>
  <inkml:trace contextRef="#ctx0" brushRef="#br0" timeOffset="70597">18280 10182 5734,'0'10'0,"2"5"0,2 13 0,0-5-688,0 8 688,-1-14 0,-1 0 224,0 6-224,0-6 0,0 4 114,1-3-114,-2-7 0,1 2 0,-2-9 350,1-3-350,0-6 0,0-2 0,1-6 0,-1-5 0,0 2 0,2-24 0,0 18 0,0-4 0,1 0 0,0 4 0,7-19 0,-7 26 0,5-3 0,-5 17 0,2 3 0,0 13 0,-1-1 0,2 9 0,-2 6 0,-1-5 0,2 10 0,-3-5 0,-1-1 0,2 4-450,-2-3 1,-1-2 449,-1-7-101,-3 12 1,0-15-1,-1 8 1</inkml:trace>
  <inkml:trace contextRef="#ctx0" brushRef="#br0" timeOffset="71651">18682 10483 5734,'5'-2'0,"0"0"0,5-1 0,-1-1 0,6-2 0,-2 1 0,2 0 0,1 0 0,0 0 0,1 1 0,0 0 0,-2 1 0,0 0 0,-2 2 0,-2 0 0,-2 1 0,-2 2 0,0 1 0,-3 2 0,-1 2 0,-4 11 0,-10 17 0,1-4-981,-8 12 981,7-17 0,-2 1-135,1-1 135,0 1 0,2-2 0,1 0 0,0 8 0,3-10 0,1 5 0,3-12 0,6 5 0,1-9 967,4 3-967,1-12 149,1-1-149,1-4 0,2-1 0,-1-3 0,-3-2 0,3-6 0,-6 1 0,2-6 0,-5 4 0</inkml:trace>
  <inkml:trace contextRef="#ctx0" brushRef="#br0" timeOffset="71847">18685 10628 5734,'5'3'0,"22"4"0,-9-4 0,23 5 0,-23-6 0,3 1 0,-8-2 0,-1-1 0,0-1 0</inkml:trace>
  <inkml:trace contextRef="#ctx0" brushRef="#br0" timeOffset="72147">19027 10319 5734,'5'2'0,"0"-1"0,3 2 0,-1-1 0,5 3 0,1-1 0,-2 0 0,2 1 0,-2 0 0,-3-2 0,3 1 0</inkml:trace>
  <inkml:trace contextRef="#ctx0" brushRef="#br0" timeOffset="72549">19246 10135 5734,'2'6'0,"0"0"0,-1 6 0,1-1 0,0 5 0,0 2 0,-1-4 0,1 4 0,-1-1 0,1-6 0,0 3 0,-1-4 0,-1-4 0,1 1 0,-1-4 0,0-3 0,3-5 0,-2-2 0,3-6 0,9-24 0,-6 18 0,8-20 0,-9 27 0,2-3 0,-3 6 0,2-2 0,-2 6 0,-1 4 0,3 0 0,-2 5 0,4 4 0,-1 1 0,4 12 0,-2 10 0,-1-6-432,-1 8 432,-5-16 0,-2 10 0,0-7 0,-1 5 0,1-11 0</inkml:trace>
  <inkml:trace contextRef="#ctx0" brushRef="#br0" timeOffset="73208">19859 10558 5734,'11'-2'0,"19"-2"0,-10 0-1110,17-2 1110,-14 3 0,0-1-38,0 1 38,-1 0 0,-1 0 0,-2 1 0,-2 0 274,0 0-274,2-1 0,-6 1 0,0 0 553,-7 2-553,-3 2 0,-4 0 0,-3 1 0</inkml:trace>
  <inkml:trace contextRef="#ctx0" brushRef="#br0" timeOffset="73432">19940 10715 5734,'22'-3'0,"-2"1"0,-7 1 0,2 1 0,8 1 0,-5 0 0,6 0 0,-7 1 0,0-1 0,0 0 0,-3 1 0,-1-2 0,1-2 0,-2-2 0</inkml:trace>
  <inkml:trace contextRef="#ctx0" brushRef="#br0" timeOffset="73916">20798 10125 5734,'-30'13'0,"1"2"0,8 1 0,-11 16-644,7-3 644,0 10 0,0 2-1380,12-17 1,1 1 1379,-8 14 0,1 3 0,7-6 0,2 1 0,1 2 0,1 1 0,0 0 0,2-1 0,3-2 0,1-3-294,5 13 294,3-3 0,1-16 0,1-1 0,7 14 0,-5-18 0,2 0-164,16 11 1,-5-12 0,9 3 0</inkml:trace>
  <inkml:trace contextRef="#ctx0" brushRef="#br0" timeOffset="74909">20961 10662 5734,'-1'-6'0,"-4"-3"0,0 2 0,-4-5 0,3 7 0,-4-1 0,-3 4 0,1 2 0,-16 12 0,11-1-454,-9 10 454,12-4-185,-4 13 185,6-6 0,-3 20 0,10-18-480,1 9 480,6-14 0,3 7 0,2-9 0,2 3 0,5-10 422,-1-7-422,4-1 0,5-12 0,-4-2 0,0-5 0,0-3 0,-1-4 0,1-7 0,-2-2 0,-4 2 0,-4 5 0,0 1 0,0-11 185,-3 10-185,2-9 0,-4 16 0,-1 2 512,-1 7-512,-1 7 0,0 17 0,0-1 0,0 14-533,0-6 533,1 2 0,0 2 0,1 0 0,2-2 0,0 1 0,1 5 0,3 15 0,-1-19 0,-4-9 0,4 2 0,-4-14 0,2-3 0</inkml:trace>
  <inkml:trace contextRef="#ctx0" brushRef="#br0" timeOffset="75302">21135 10568 5734,'2'-5'0,"1"0"0,11 0 0,-2 1 0,8-1 0,1 1 0,-5 2 0,5-1 0,1 3 0,-6 0 0,17 5 0,-18-2 0,7 4 0,-11 1 0,-4-2 0,0 5 0,-9 13 0,-1-6 0,-8 22 0,3-17 0,-3 7 0,0 0 0,5-8 0,-2 7 0,7 7 0,2-14 0,3 7 0,2-20 0,5-6 0,-2-3 0,5-2 0,-3-1 0,0-2 0,-1-1 0,-1-2 0,1-2 0,-2-1 0</inkml:trace>
  <inkml:trace contextRef="#ctx0" brushRef="#br0" timeOffset="75545">21256 10673 5734,'10'3'0,"9"-1"0,4 0 0,2-1 0,10-1 0,-15 0 0,14-3 0,-16 0 0,6 0 0,-8-1 0,0 0 0</inkml:trace>
  <inkml:trace contextRef="#ctx0" brushRef="#br0" timeOffset="78330">21527 10382 5734,'-3'-2'0,"1"0"0,3 2 0,3 0 0,-2 0 0,3 1 0,17 1 0,-7-1 0,14 1 0,-12-2 0,-1 0 0,9-1 0,-6 0 0,5 0 0,-9 0 0,4-1 0,-6 0 0,4 1 0,-12 0 0,-1 0 0,-5-2 0</inkml:trace>
  <inkml:trace contextRef="#ctx0" brushRef="#br0" timeOffset="78555">21870 10232 5734,'0'18'0,"0"-4"0,-1 6 0,2 2 0,-1-4 0,2 7 0,-1-1 0,2-1 0,-1 0 0,0-6 0,-2-6 0,0-2 0,1-1 0,1-1 0</inkml:trace>
  <inkml:trace contextRef="#ctx0" brushRef="#br0" timeOffset="79262">22059 10073 5734,'15'4'0,"13"9"0,-7-2-1194,10 9 1194,-13-4 0,0 3 0,1 3 0,7 16 0,-6-6-608,-7-10 0,-2 0 608,4 13 0,-4 2 0,-2 2 0,-5-9 0,-1 0 0,-2 17-478,-1-15 1,-2 0 477,-5 13 0,-3-1-1056,-4-1 1056,-3-1 0,3-14 0,-2 0 0,-9 12 0,9-14 0,-1-2 0,-6 5 51,-8 7-51,9-13 0,-7 3 0,14-13 0,1-4 0,2-3 0</inkml:trace>
  <inkml:trace contextRef="#ctx0" brushRef="#br0" timeOffset="81555">22415 10114 5734,'0'-4'0,"0"1"0,0 2 0,2 1 0,-1 1 0,1 0 0,-2 1 0,0-1 0,1 0 0,0 1 0,0-1 0,0 0 0,-1 2 0,0-1 0,1 1 0,-1 0 0,2 1 0,-1 0 0,0 1 0,1 3 0,-1-1 0,2 2 0,-2-2 0,1 6 0,-1-4 0,1 10 0,0-8 0,0 7 0,-1-9 0,1 3 0,-1-6 0,-1 1 0,0-2 0,0 0 0,0-3 0,0 0 0,1-1 0,-1 0 0,1-5 0,0-1 0,-1-5 0,2 1 0,-1 1 0,1 1 0,-1 1 0,3-13 0,-2 9 0,2-10 0,0 4 0,-2 7 0,2-8 0,-1 10 0,1-7 0,-1 5 0,4-9 0,-4 11 0,2-4 0,-1 7 0,-1-1 0,0 1 0,-2 0 0,5-3 0,-4 4 0,3-2 0,-2 1 0,-1 2 0,2 0 0,3 0 0,-2 1 0,3-2 0,-4 3 0,2-1 0,-2 1 0,2-1 0,-1 1 0,1 1 0,-1-1 0,3 2 0,-4-1 0,2 2 0,-4 0 0,2 0 0,-1 3 0,0-1 0,0 3 0,0 0 0,-1 7 0,-1-3 0,-1 7 0,-1-4 0,0 1 0,0 2 0,-1 0 0,0 8 0,0-5 0,1 4 0,-1-2 0,2-7 0,-1 4 0,2-10 0,-1-1 0,1-1 0,-2-1 0,-3 1 0,1-2 0,1-2 0,3-4 0</inkml:trace>
  <inkml:trace contextRef="#ctx0" brushRef="#br0" timeOffset="106192">18485 11605 5734,'-6'-1'0,"-1"1"0,0 1 0,-3 1 0,-9 7 0,4 1 0,-6 6 0,2 8 0,5-2 0,3 2 0,1 1 0,1 3 0,-1 14 0,10-6 0,1-16 0,3 9 0,0-20 0,1-1 0,0-3 0,7-2 0,-2-5 0,4-3 0,2-10 0,-3 1 0,4-8 0,2-17 0,-6 13 0,-1-3 0,-1 0 0,-3 5 0,4-17 0,-8 26 0,0-1 0,-2 6 0,0 6 0,0 0 0,-1 10 0,2 21 0,0-3 0,3 16 0,1-1-1147,0-8 1147,2 10 0,-2-13-815,2 10 815,-2-10 0,1 5 0,-2-14 0,1 9 0,-3-13 0,2 5 0,-7-14 0,0-2 261,-2-3 0,1-3 0,0-2 0</inkml:trace>
  <inkml:trace contextRef="#ctx0" brushRef="#br0" timeOffset="106569">18705 11618 5734,'7'-1'0,"-1"0"0,1 0 0,0-1 0,1 0 0,13-2 0,-7 1 0,18-2 0,-19 5 0,8 2 0,-14 3 0,-2 16 0,-6-5 0,-6 23 0,2-16-466,-3 8 466,3-9 0,0 10 0,1-9 0,1 8 0,5-5 0,-1-6 0,2 4 0,17 9 0,-8-20 0,14 11-228,-6-29 228,-4-1 0,5-4 0,-4-6 0,-6 4 0,0-6 0,-5 5 0</inkml:trace>
  <inkml:trace contextRef="#ctx0" brushRef="#br0" timeOffset="106781">18761 11774 5734,'15'-3'0,"19"-6"0,-5 2 0,-2 0 0,-2-1 0,0 0 0,19-8 0,-24 8 0,8-5 0</inkml:trace>
  <inkml:trace contextRef="#ctx0" brushRef="#br0" timeOffset="107101">19219 11456 5734,'8'3'0,"0"0"0,-1-1 0,1 0 0,2 1 0,7 0 0,-3-1 0,5 1 0,2-1 0,-7 0 0,10 2 0,-14-1 0,4 2 0,-7-3 0</inkml:trace>
  <inkml:trace contextRef="#ctx0" brushRef="#br0" timeOffset="107317">19505 11246 5734,'2'8'0,"1"1"0,4 9 0,-1-2 0,1 9 0,-3 6 0,-2-6 0,2 8 0,-3 2 0,1-10 0,-2 9 0,-2 5 0,2-16 0,-1 11 0</inkml:trace>
  <inkml:trace contextRef="#ctx0" brushRef="#br0" timeOffset="108662">20423 11363 5734,'-4'3'0,"1"0"0,1-2 0,-8 7 0,4-2 0,-7 5 0,5-3 0,-1 1 0,-6 7 0,1-3 0,-19 20 0,14-14 0,-8 7 0,-1 0 0,5-4-435,2-2 0,1-1 435,5-4 0,1-2 0,2 0 0,-4 2 0,5-4 0,-3 2 0,5-5 0,1 0 0,0 0 0,0-2 870,-1 3-870,3-3 0,-2 1 0,4-1 0,1-3 0,0 0 0,2-2 0,1 0 0,3 1 0,17 4 0,-5-1-307,14 4 307,-11-2 0,2-1 0,2 1 0,0 0 0,13 4 0,-8-2-700,9 4 700,-11-4 0,17 6 0,-16-5 0,12 4 0,-22-7 0,-3-1 0,-1 0 284,1 1-284,-4-2 0,0 1 0,-4-3 723,-1 1-723,-1 0 0,-1-1 0,0-1 0,-2 0 0,0 0 0,0-1 0,0 0 0,-1 1 0,-1-1 0</inkml:trace>
  <inkml:trace contextRef="#ctx0" brushRef="#br0" timeOffset="109971">20993 11560 5734,'5'-5'0,"2"-2"0,-2 1 0,7-9 0,-6 7 0,4-6 0,-2-3 0,-2 8 0,2-6 0,-4 6 0,-2 3 0,1-2 0,-2 4 0,1-2 0,-1 2 0,0-1 0,1 2 0,-2 0 0,1 1 0,-1 1 0,-1 5 0,0 1 0,0 5 0,0 1 0,0 3 0,0 3 0,1 2 0,0 14 0,0-7-723,1 10 723,-1-10 0,1 0-475,0 0 475,0-1 0,3 8 0,-1-9 0,1 5 0,-1-12 0,0-2 0,-1-1 0,1-3 0,-2-2 687,2 3-687,-2-7 127,0 1 1,-1-14 0,0-3 0</inkml:trace>
  <inkml:trace contextRef="#ctx0" brushRef="#br0" timeOffset="110262">21027 11871 5734,'7'4'0,"2"0"0,-1-2 0,2 0 0,1 0 0,8-2 0,5-1 0,1-1-254,0-2 254,-7 1 0,-1 0 0,8-2 0,-9 2 0,3 0 0,-12 1 0,-3 0 0,-3 1 0,-1 0 0,-3 1 0,0 0 0</inkml:trace>
  <inkml:trace contextRef="#ctx0" brushRef="#br0" timeOffset="114715">18151 11203 5734,'0'2'0,"1"-1"0,-3 15 0,2-4 0,0 8 0,-1 14 0,-1 4 0,1 3-472,0 1 0,-1 3 472,2-11 0,0-2-842,-1-6 0,1 0 842,0 9 0,0 2 0,0 0 0,-1 0 0,1-9 0,-1 0 0,0 8 0,0 0 0,0-2 0,1-1 0,-1-9 0,1 0 0,-1 14 0,1 0-581,0-12 0,0 0 581,0-1 0,0 0-345,0 13 345,1-17 0,0-2 620,0-5-620,0-1 1488,0-3-1488,-1-1 1480,-1-2-1480,0-1 0,1-4 0,1-1 0</inkml:trace>
  <inkml:trace contextRef="#ctx0" brushRef="#br0" timeOffset="116128">19735 11115 5734,'-3'0'0,"0"-1"0,3 1 0,0 6 0,-1-2 0,0 6 0,0-4 0,0 0 0,-1 0 0,1 1 0,0 1 0,0 0 0,-1 1 0,0 1 0,0 1 0,0 0 0,-1 13 0,2-8 0,-1 9 0,2-9 0,0-1 0,-1 2 0,1-1 0,0 1 0,0 1 0,0 0 0,0 0 0,0 1 0,0 0 0,0 0 0,0 0 0,0 2 0,0-2 0,-1 1 0,0 10 0,0-8 0,0 8 0,1-10 0,-1 0 0,1-1 0,0 0 0,0 8 0,-1-6 0,1 12 0,-1-14 0,0 3 0,1-6 0,-1 5 0,3 20 0,-2-15 0,1 11 0,-1-5 0,0-15 0,0 15 0,-1-5 0,0-9-216,0 11 216,1-12 0,0 1 0,0-1 0,0 7 0,0-7 0,0 6 0,1-2 0,0-5 0,1 5 0,-1 0 0,0-6 0,0 4 0,1-3 0,-2-6 0,3 2 0,-3-4 0,1-3 216,-1 1-216,0-4 0,0-1 0,-1-4 0,-2-1 0,-11-12 0,4 4 0,-9-9 0</inkml:trace>
  <inkml:trace contextRef="#ctx0" brushRef="#br0" timeOffset="118362">18125 11083 5734,'-2'3'0,"1"0"0,-1 0 0,0 5 0,-1 0 0,0 6 0,2-6 0,-3 10 0,3-8 0,-2 4 0,2-6 0,0-1 0,0 9 0,1-6 0,-1 6 0,1-8 0,0 5 0,1 5 0,0-3 0,1 13 0,0-15 0,0 7 0,-1-9 0,2 12 0,-1-10 0,1 14 0,-1-13 0,-1 1 0,2 1 0,-3-7 0,2 2 0,-1-4 0,0 4 0,0-3 0,0 3 0,0-4 0,1 12 0,-1-9 0,1 8 0,-1-8 0,-1-3 0,1 2 0,-1-2 0,0 0 0,0 0 0,0 4 0,1-2 0,0 3 0,0 0 0,-1 2 0,0-1 0,0 0 0,0 4 0,0-8 0,0 10 0,0-11 0,0 4 0,0-5 0,0 2 0,0-2 0,0-1 0,-2 3 0,2-2 0,-3 3 0,2-2 0,0 2 0,1-1 0,-1 2 0,0-3 0,-2 4 0,2-2 0,0 2 0,-1 1 0,2-2 0,-2 2 0,0-4 0,1 1 0,0-2 0,0 2 0,0-2 0,0 5 0,0-3 0,0 5 0,0-6 0,-2 2 0,2-4 0,0 1 0,0 0 0,0 0 0,1 4 0,0 1 0,0 12 0,0-9 0,0 4 0,0-10 0,0 7 0,0-5 0,0 5 0,0-9 0,0 9 0,0-4 0,0 4 0,0-7 0,0-1 0,0-2 0,0 1 0,1 4 0,0-5 0,0 5 0,2-1 0,0-2 0,1 4 0,0 1 0,0-4 0,0 1 0,1-2 0,-3-3 0,1 2 0,-2-5 0,-1-1 0,-1 0 0</inkml:trace>
  <inkml:trace contextRef="#ctx0" brushRef="#br0" timeOffset="129651">10036 8390 5734,'-5'3'0,"1"0"0,3-2 0,0-1 0,5 0 0,1-1 0,22-2 0,-6 1 0,17-1 0,2 1-1181,-7 0 1181,11 0 0,-6 1 0,0-1 0,6 0-710,-5 1 0,-2 0 710,-6-1-416,-7 1 1,1 0 415,4-1 0,12 1 0,-20 0 0,-7 1 888,0 0-888,-7 0 1430,-3 0-1430,1-1 1114,-3 1-1114,-2 0 0,-9 0 0,1 0 0,-8 0 0,4 0 0</inkml:trace>
  <inkml:trace contextRef="#ctx0" brushRef="#br0" timeOffset="129947">10092 8685 5734,'7'0'0,"9"-2"0,10-1-1382,6-3 1382,-4 2 0,2-1 0,14-3 0,-8 4 0,12-3 0,-24 5 0,0 0 0,12-1 0,10-1 0,-7 3 0,-11 0 0,5 2-22,-9 0 22,-7 0 332,2-1-332,-8 1 0,-7-1 0,-2 0 0,-6 0 0</inkml:trace>
  <inkml:trace contextRef="#ctx0" brushRef="#br0" timeOffset="133105">23477 8730 5734,'-15'-8'0,"-30"13"0,23 1-750,-2 2 0,1 2 750,5 5 0,1 4 0,0 2 0,-1 7 0,3-6 0,2 2 0,3 13 0,3-10 0,2 8 299,8-1-299,1-15 0,5 6 286,1-17-286,1-4 0,18-10 0,-9-1 0,11-11 0,-11-10 0,-7 4 768,3-12-768,-7-5 0,-3 9 0,-2-11 0,-4 4-546,-1 12 546,-1-5 0,0 16 0,1 2 0,0 3 0,0 3 0,1 2 0,-1 7 0,1 3 693,0 7-693,1 2 0,0 4 0,1 1 0,1 2 0,0 1 0,0 1 0,2 4 0,0 1 0,1 1 0,-1-3 0,1-1 0,-3-2 0,-1-6 0,0 0 0,-1-6 0,0-4 0,0-3 0,0-3 0</inkml:trace>
  <inkml:trace contextRef="#ctx0" brushRef="#br0" timeOffset="133412">23546 8652 5734,'19'-5'0,"9"0"0,-10 3 0,7 1 0,-1 6 0,-7-1 0,12 13 0,-14 1 0,1 4-244,-10 0 244,-3-4 0,-3 0 0,-5 24 0,1-15 0,-3 6 0,0-1 0,1-4 0,-1-1 0,1 0 0,3-8 0,-1 8 0,5-17 0,3-1 0,-1-2 0,3-1 0,6-3 0,-3-2 244,7-5-244,-4-5 0,0-2 0,-2-4 0,-3 3 0</inkml:trace>
  <inkml:trace contextRef="#ctx0" brushRef="#br0" timeOffset="133597">23637 8824 5734,'18'14'0,"1"-3"0,-3-6 0,26 0 0,-13-3 0,0 0 0,-1-2 0,-1-2 0,8-1 0</inkml:trace>
  <inkml:trace contextRef="#ctx0" brushRef="#br0" timeOffset="133896">24013 8621 5734,'10'-5'0,"8"1"0,-5 2 0,8 0 0,4-1 0,-6 0 0,5 0 0,-2 2 0,-9 1 0,3 0 0,-10 0 0</inkml:trace>
  <inkml:trace contextRef="#ctx0" brushRef="#br0" timeOffset="134103">24313 8399 5734,'-8'15'0,"2"1"0,4 17 0,1-11 0,1 17 0,2-17-643,0 0 643,0 0 0,2-1 0,-1 7 0,1-8 0,0 2 0,-1-9 0</inkml:trace>
  <inkml:trace contextRef="#ctx0" brushRef="#br0" timeOffset="134538">24505 8831 5734,'-3'-5'0,"1"0"0,5 3 0,0 0 0,3 1 0,11-3 0,-4 2 0,23-3 0,-17 2 0,22 0 0,-23 1 0,9 0 0,-6 1 0,-10 0 0,7 0 0,-14 2 0,-1-1 0,-3 1 0</inkml:trace>
  <inkml:trace contextRef="#ctx0" brushRef="#br0" timeOffset="134730">24467 8999 5734,'7'4'0,"8"-1"0,19-3 0,-5 0-1406,12 0 1406,-17-1-126,6-1 126,-8 0 0,4 1 90,-12-1 0,-3 0 0,-2 0 0</inkml:trace>
  <inkml:trace contextRef="#ctx0" brushRef="#br0" timeOffset="139900">24929 8594 5734,'13'-4'0,"-1"1"0,-3 0 0,5-3 0,-2-1 0,5-2 0,-5 0 0,21-20 0,-17 13 0,14-17 0,-18 14 0,-5 4 0,1-5 0,-4 6 0,-2 0 0,1 1 0,-3 0 0,0 1 0,-2-3 0,0 5 0,-2-3 0,1 6 0,-1 1 0,0 1 0,-2 0 0,0 1 0,0 0 0,-1 2 0,0 1 0,-2 1 0,-1 1 0,0 2 0,-6 5 0,3 1 0,-14 20 0,3 12 0,1 1-647,13-19 1,1 1 646,3 6 0,2 6 0,0 2 0,1 4 0,1-5 0,2 1 0,1-4 0,2-3 0,0 4-357,-1-6 0,0-1 357,1-10 0,-1-3 0,1 4 0,-2-9 1189,2 4-1189,-3-11 0,1-2 0,-1-12 818,1 1-818,-1-10 0,3-3 0,0 4-266,2-7 266,0 6 0,4-9 0,-1 6 0,3-4 0,-1 5 0,-3 8 0,1-3 0,0 4 0,-3 6 0,1-2 266,-4 8-266,0 1 0,0 4 0,-1 1 0,1 2 0,-2 1 0,-1 1 0,-2 1 0,0 2 0,-9 13 0,4-8-222,-5 10 222,3-13 0,1 1 0,0 0 0,1-2 0,0 0 0,2-2 0,2-1 0,1-1 0,2 3 222,2-3-222,2 3 0,3-3 0,5 0 0,2-1 0,15 2 0,-3-3 0,10 1 0,6-4-1001,-11-2 1001,9 0 0,-16-2 0,4-1 0,-12 2 0,-3-2 0,-14 0 0,-5-1 0</inkml:trace>
  <inkml:trace contextRef="#ctx0" brushRef="#br0" timeOffset="141867">11465 8083 5734,'1'3'0,"5"0"0,3-2 0,17 1 0,-3-1 0,11 0 0,11-1-734,-7-1 734,-5 1 0,3 0-830,-6 0 1,0 0 829,0 0 0,0 0 0,-3 1 0,0-1-835,19 1 835,-14 0 0,7 0-252,-18 0 252,-4-1 388,-3 0-388,-3 0 1674,-2-1-1674,-2 0 1050,-4 0-1050,-3-1 368,-3-1-368,-4-1 0,-3 0 0,-1-1 0</inkml:trace>
  <inkml:trace contextRef="#ctx0" brushRef="#br0" timeOffset="142949">11440 8077 5734,'2'4'0,"-1"-2"0,0-1 0,-1 0 0,2 1 0,0 0 0,1 1 0,1 0 0,3 4 0,-2-1 0,4 4 0,3 3 0,-2-2 0,5 3 0,1 2 0,-2-3 0,14 12 0,-12-11 0,7 6 0,-6-5 0,-4-4 0,2 2 0,-1-2 0,-4-3 0,3 2 0,-2-1 0,-4-2 0,3 0 0,-2 1 0,-2-2 0,0 1 0,-2-2 0,-1 0 0,0 0 0,-2-1 0,-1 3 0,0-1 0,-4 9 0,-1-4 0,-3 5 0,0-3 0,-2 2 0,-1 0 0,-2 1 0,-2 2 0,-8 10 0,-1 1 0,0 2-723,-1-1 0,1 0 723,7-8 0,0 0-519,1-1 519,0 1 0,2-1 0,-3 6 0,5-9 0,0 3 0,5-11 0,0 1 0,3-4 1361,0 1-1361,3-6 604,-1 0-604,1-1 0,0 1 0,1-1 0,0 1 0,0-1 0,1 0 0,2 0 0,0 1 0,2 0 0,2 1 0,4-1 0,9 1 0,-2-1 0,9 1 0,7-3 0,-6 1 0,12-1 0,0-1 0,1-1 0,-15 1 0,-1 0-590,15 0 1,-3-1 589,-7 2-289,-2 0 289,-14 1 0,6 0 0,-16-1 0,-1 0 0,0 0 1141,-2 0-1141,0 0 327,-5-1-327,-1 1 0,-3 0 0,1 1 0</inkml:trace>
  <inkml:trace contextRef="#ctx0" brushRef="#br0" timeOffset="145944">12365 8466 5734,'11'1'0,"2"0"0,19-4 0,-8-1 0,14-4 0,-4-5 0,-8 2 0,1-3 0,-1-2 0,0-1-601,-5 4 1,-2-1 600,0-2-37,-2 1 37,-1-1 0,-2 1 0,2-6 0,-6 3 0,-1-3 0,-6-1 0,-3 6 0,0-4 0,-5 2 0,1 6 0,-2-4 0,-1 3 883,1 4-883,-15-10 0,9 10 0,-8-4 355,10 11-355,4 2 0,-1 1 0,-1 1 0,-2 2 0,1 1 0,-1 2 0,3-2 0,-6 13 0,3-2 0,-3 7 0,7-7 0,3-2 0,0 0 0,2 1 0,-1 7 0,1-5 0,1 6 0,2 3 0,1-6 0,1 7 0,6 12 0,-4-13 0,0 1 0,0-1 0,0 0-600,2 8 600,-4-12 0,1 0-186,-2-2 186,0-1 0,0 10 0,-2-13 0,1 7 0,-1-14 0,-1-3 0,0 0 0,-2-9 589,1 1-589,-4-7 197,2-1-197,0-2 0,-1-2 0,2-1 0,0-1 0,1-1 0,0-1 0,2 1 0,0-1 0,11-20 0,-3 16 0,9-15 0,18 9 0,-17 14 0,18-9 0,-22 19 0,-4 1 0,4 2 0,-7 1 0,2 2 0,-5 1 0,-1 3 0,-2 1 0,-1 2 0,-4 3 0,-1-2 0,-10 13 0,5-10 0,-9 11 0,4-2 0,3-5 0,1 1 0,7-11 0,2-1 0,1 0 0,1 1 0,1 0 0,6 4 0,-1-2 0,5 2 0,-2-3 0,12 4 0,-8-4 0,9 3 0,-12-6 0,0-2 0,-1 1 0,4-2 0,-4 0 0,1 0 0,-4-2 0,-2 1 0,0-1 0,0 0 0,-2 0 0,0 0 0,-2 0 0,-2-2 0,1 0 0,-1 0 0,1 0 0,0 1 0,0 0 0</inkml:trace>
  <inkml:trace contextRef="#ctx0" brushRef="#br0" timeOffset="149308">13126 8080 5734,'3'27'0,"-1"-13"0,2 13 0,-3-11 0,-1-7 0,1 4 0,-1-4 0,0-5 0,0 4 0,0-6 0,0 1 0,0-2 0,0 1 0,1-6 0,2-1 0,2-10 0,-1 4 0,3-7 0,-3 8 0,2-3 0,0 4 0,0-2 0,5-4 0,-2 2 0,3-3 0,3-3 0,-4 7 0,2-3 0,-7 9 0,-2 5 0,-1 1 0,0 1 0,0 3 0,1 1 0,0 2 0,1 2 0,2 7 0,-1-2 0,1 5 0,0 1 0,-2-5 0,2 5 0,-2-7 0,1 0 0,1-2 0,-2 0 0,0-1 0,-1-1 0,-1 1 0,-2-2 0,1-1 0,0 0 0</inkml:trace>
  <inkml:trace contextRef="#ctx0" brushRef="#br0" timeOffset="150801">11347 9022 5734,'2'18'0,"-1"-5"0,0 4 0,0-2 0,0-4 0,0 2 0,0-4 0,-1-3 0,0 1 0,1-5 0,1 0 0,0-3 0,-1-1 0,1-2 0,-1-4 0,-1 0 0,1-9 0,0 6 0,1-5 0,0-2 0,0 4 0,1-4 0,1 3 0,-1 6 0,0-1 0,-1 5 0,-1 2 0,1 0 0,-1 2 0,0 0 0,1 3 0,0 0 0,2 3 0,-1 1 0,1 0 0,-1 3 0,1 0 0,1 7 0,-2-4 0,1 6 0,0 0 0,-1-4 0,1 4 0,-1-2 0,-2 2 0,0-1 0,0-4 0,-1-7 0</inkml:trace>
  <inkml:trace contextRef="#ctx0" brushRef="#br0" timeOffset="151114">11557 9076 5734,'4'2'0,"0"-2"0,-2 0 0,2-1 0,0 1 0,6-1 0,4-1 0,-3 0 0,2 0 0,-6 1 0,0-1 0,7-1 0,-6 2 0,7-3 0,-10 3 0,-1-1 0,-4 2 0</inkml:trace>
  <inkml:trace contextRef="#ctx0" brushRef="#br0" timeOffset="151280">11594 9134 5734,'11'2'0,"5"0"0,-5-1 0,19 0 0,-16-1 0,11 0 0,-16-2 0</inkml:trace>
  <inkml:trace contextRef="#ctx0" brushRef="#br0" timeOffset="151646">11876 9051 5734,'-2'10'0,"0"-2"0,1 7 0,-1 1 0,0 0 0,1 0 0,0-6 0,2 0 0,-1-1 0,5 2 0,-1-4 0,10 0 0,5-14 0,0 2 0,1-9 0,-4-7 0,-7 7 0,4-17 0,-10 19 0,-4-12 0,-3 15 0,-2-3 0,-14 2 0,6 2 0,-12-1 0,11 4 0</inkml:trace>
  <inkml:trace contextRef="#ctx0" brushRef="#br0" timeOffset="153933">11610 7873 5734,'-3'4'0,"0"-1"0,-1-3 0,0 0 0,-1 0 0,0-4 0,0 1 0,0-3 0,1 0 0,1 0 0,1-1 0,0 1 0,1-4 0,1 2 0,2-3 0,0 3 0,6-9 0,-1 6 0,4-6 0,-3 8 0,4-3 0,-2 3 0,3-1 0,-4 3 0,3-1 0,-4 3 0,2 0 0,-4 3 0,10 13 0,-8-6 0,9 12 0,-8-5 0,-3 0 0,4 4 0,-3 0 0,0-4 0,1 2 0,0-4 0,0-3 0,8-3 0,-6-4 0,5-6 0,-5-1 0,9-19 0,-9 10 0,6-15 0,-11 6 0,-3 11 0,0-7 0,-2 14 0,0 1 0,-3 3 0,-1 0 0,-4 3 0,0 2 0,0 2 0,0 0 0</inkml:trace>
  <inkml:trace contextRef="#ctx0" brushRef="#br0" timeOffset="155355">13648 8462 5734,'-4'-1'0,"10"-1"0,0 1 0,7 0 0,-4 0 0,1 0 0,1 1 0,5 0 0,-4 0 0,5 0 0,-5 0 0,6 0 0,-4 0 0,4-1 0,-6 1 0,0-2 0,-3 0 0,0 1 0,-1-1 0,-3 0 0,-1 0 0,-3 1 0,-1 0 0</inkml:trace>
  <inkml:trace contextRef="#ctx0" brushRef="#br0" timeOffset="155579">13661 8587 5734,'16'0'0,"-2"0"0,-4 0 0,1 0 0,-1 1 0,7 0 0,-3 0 0,6 0 0,2-1 0,-6 0 0,7 1 0,-8 0 0,0 0 0,-1-1 0</inkml:trace>
  <inkml:trace contextRef="#ctx0" brushRef="#br0" timeOffset="156301">14183 8212 5734,'4'6'0,"1"0"0,-3 3 0,3 14 0,-1-6 0,2 11 0,-1 1 0,-1-7 0,1 8 0,-1 0 0,1-8 0,-1 6 0,1-4 0,-2-7 0,1 4 0,0-7 0,-1-5 0,0 1 0,0-6 0,-3-1 0,0 0 0,-3-4 0,-1-2 0,1-3 0,1 0 0</inkml:trace>
  <inkml:trace contextRef="#ctx0" brushRef="#br0" timeOffset="156646">14565 8297 5734,'4'22'0,"-2"-9"0,2 12 0,-3-14 0,1 9 0,-2-6 0,1 6 0,-1-7 0,2 5 0,-1-5 0,3 16 0,-3-18 0,2 8 0,-2-13 0,0-3 0,-1 1 0,-2-2 0,-1-1 0,0-3 0,-1-2 0</inkml:trace>
  <inkml:trace contextRef="#ctx0" brushRef="#br0" timeOffset="156848">14467 8429 5734,'3'2'0,"1"1"0,17 1 0,-6-1-450,13 1 450,-8-2 0,-1-1 36,11-2 1,-7 0 0,7-1 0</inkml:trace>
  <inkml:trace contextRef="#ctx0" brushRef="#br0" timeOffset="157738">14925 7966 5734,'0'-11'0,"0"-3"0,-1 4 0,0-2 0,-2 2 0,0 4 0,1-2 0,-1 2 0,2 2 0,-1 0 0,1 3 0,-1 1 0,0 2 0,-6 11 0,2-1 0,-4 10 0,4-5-314,0 3 314,1 3 0,1 4 0,1 1 0,0 3 0,1 16 0,1-10 0,1 11 0,3-13 0,0 0 0,0 3-509,1-4 0,-1-3 509,0-10-169,0 3 169,-1-7 276,0 1-276,0-7 0,-1-4 0,-1 0 1030,1-3-1030,-1-1 195,0-2-195,1 1 0,2-5 0,1 0 0,2-5 0,1 1 0,1-2 0,1 0 0,2-2 0,6-4 0,-2 2 0,3-3 0,-5 6 0,-1 0 0,-2 1 0,-1 1 0,-3 2 0,1 1 0,-3 2 0,-1 1 0,-6 7 0,-1 1 0,-15 30 0,12-18 0,-9 23 0,13-27 0,0 2 0,4-1 0,2-6 0,11 8 0,-3-10 0,9 1 0,-4-8 0,9-4 0,-7 1 0,4-5 0,-9 2 0,-2-1 0,1-1 0,-1-1 0</inkml:trace>
  <inkml:trace contextRef="#ctx0" brushRef="#br0" timeOffset="158529">15372 8231 5734,'5'2'0,"-1"5"0,-2 0 0,1 5 0,1 8 0,-1-4 0,0 7 0,1 1 0,-2-4 0,2 5 0,0 5 0,-1-7 0,0 9 0,-3-17 0,0-3 0,-4-9 0,0-1 0,-8-4 0,4-2 0,-4-2 0</inkml:trace>
  <inkml:trace contextRef="#ctx0" brushRef="#br0" timeOffset="158704">15315 8301 5734,'17'4'0,"9"0"0,-8-1 0,7 0 0,14-2 0,-15-1 0,21-2 0,-26-1 0,3-1 0,-8 1 0</inkml:trace>
  <inkml:trace contextRef="#ctx0" brushRef="#br0" timeOffset="159183">15724 7883 5734,'-5'21'0,"1"-3"0,-1 8 0,1 8 0,1-6 0,-1 11 0,1 3-2222,1-9 2222,0 10 0,1-16 0,1-1 0,0 8 0,1 4 0,0-2 0,0-10 0,1 17 614,-2-31-614,0-2 376,0 1-376,0-4 0,0 2 0,0-9 1172,3-5-1172,2-8 60,1 0-60,2-3 0,1 4 0,-1 3 0,2-1 0,-3 3 0,-2 1 0,0 1 0,0 1 0,-2 1 0,0 0 0,-2 2 0,1 2 0,-1 2 0,-1 5 0,0 0 0,-1 3 0,1-1 0,0 0 0,0 1 0,1 0 0,0 1 0,1-1 0,1-1 0,2 0 0,0-1 0,3-2 0,4 0 0,4-5 0,0-3 0,1-5 0</inkml:trace>
  <inkml:trace contextRef="#ctx0" brushRef="#br0" timeOffset="159529">15888 7958 5734,'7'0'0,"1"0"0,-1 2 0,0 1 0,4 4 0,8 13 0,-7-5 0,6 8 0,-13-12 0,0 0 0,-1 0 0,0 0 0,-2 0 0,0-1 0,-1 0 0,-1-1 0,0-1 0,2 1 0,2 2 0,2-2 0,5 0 0,-2-5 0,5 1 0,3-3 0,-3-1 0,16-3 0,-16 0 0,8-3 0,-11 2 0,0-1 0</inkml:trace>
  <inkml:trace contextRef="#ctx0" brushRef="#br0" timeOffset="160501">16131 8380 5734,'3'3'0,"0"-1"0,0-2 0,1 0 0,2 0 0,3 0 0,2 0 0,1 0 0,1 0 0,7 0 0,-3 0 0,7-1 0,8-1 0,-12 1 0,9-1 0,-9-1 0,-9 2 0,5-1 0,-11 1 0,-2 1 0,1-1 0,-3 0 0,0 0 0,-6 1 0,0 0 0,-4 0 0,2 0 0</inkml:trace>
  <inkml:trace contextRef="#ctx0" brushRef="#br0" timeOffset="160763">16248 8277 5734,'2'22'0,"-1"-5"0,1 7 0,1 1 0,-1-6 0,2 7 0,-1-2 0,1-7 0,2 14 0,-2-18 0,0 4 0,-2-9 0,-2-4 0,0 1 0,1-5 0,0 0 0</inkml:trace>
  <inkml:trace contextRef="#ctx0" brushRef="#br0" timeOffset="161183">16455 8491 5734,'5'0'0,"0"0"0,-3 0 0,0 1 0,-1-1 0,1 0 0,-1 1 0,1-1 0,1 1 0,4-2 0,0 0 0,3 0 0,0-1 0,-2-1 0,1 0 0,-4 1 0,1-2 0,-2 0 0,1-2 0</inkml:trace>
  <inkml:trace contextRef="#ctx0" brushRef="#br0" timeOffset="161368">16591 8466 5734,'5'1'0,"-2"0"0,1 0 0,-2 0 0,1-1 0,-2-1 0,0 0 0,0 0 0</inkml:trace>
  <inkml:trace contextRef="#ctx0" brushRef="#br0" timeOffset="161548">16724 8465 5734,'5'-1'0,"-3"1"0,-7 0 0,-3 1 0</inkml:trace>
  <inkml:trace contextRef="#ctx0" brushRef="#br0" timeOffset="163135">14183 8738 5734,'3'7'0,"3"5"0,-1-3 0,2 5 0,4 9 0,-4-7 0,6 8 0,-2-4 0,-3-5 0,3 5 0,-3-7 0,-1-2 0,1 0 0,3 5 0,-4-7 0,3 4 0,-4-7 0,1-3 0,-2 0 0,1-4 0,-1-1 0,1-1 0,1-2 0,0-1 0,1-1 0,1 0 0,0 0 0,2-1 0,-1 1 0,2-1 0,6-4 0,-4 3 0,4-3 0,-6 3 0,0 1 0,1-1 0,5-2 0,-4 3 0,4-1 0,-5 3 0,5-1 0,-4 2 0,4-1 0,-6 4 0,1 0 0,-1 1 0,1 1 0,5 1 0,-4 0 0,4 1 0,-5 1 0,-1 0 0,1 1 0,5 5 0,-3-2 0,4 5 0,-5-1 0,-1 2 0,1 2-252,0 1 252,0 1 0,-1 2 0,0 0 0,1 1 0,2 9 0,5 6 0,-4-7 0,0-1 0,-4-8 0,-7-11 0,5 5 0,-6-14 252,0-2-252,2-4 0,4-7 0,-3 1 0,9-16 0,-6 7-645,5-8 645,-4 7 0,7-10 0,-6 9 0,5-5 0,-5 12-71,-1 2 71,0 2 0,0 2 0,1 2 0,1 2 0,1 2 0,2 2 0,2 2 0,2 4 0,3 2 0,18 6-768,-7-1 768,-11-3 0,0 0 0,13 5 0,2 0 0,1 0 0,0-1 0,1-1-415,-11-5 1,1 0 414,16 2 0,-16-4 0,-1-1-956,12-2 956,-1-2 0,-1-2 0,-3 0 0,8-5 0,-13 3 0,5-4 0,-18 4 0,6-3 0,-13 4 1121,4-2-1121,-12 4 913,-3 0-913,-3-1 1235,-4 3-1235,-3 1 0,-8 1 0,4 2 0,-6-1 0</inkml:trace>
  <inkml:trace contextRef="#ctx0" brushRef="#br0" timeOffset="167281">15694 9234 5734,'4'0'0,"-2"1"0,-4 1 0,-12 10 0,4-3 0,-8 8 0,-4 3 0,7-6 0,-9 8 0,3-6 0,5-3 0,-8 3 0,-2 1 0,5-4 0,-8 4 0,0 1 0,8-5 0,-6 3 0,6-2 0,6-5 0,-2 1 0,8-5 0,2 1 0,-1 0 0,3-2 0,-1 1 0,3-3 0,1 0 0,1 0 0,0-1 0,8 1 0,-2 0 0,9 1 0,-2 0 0,3 1 0,3 0 0,8 1 0,2 1 0,0-1 0,-1 0 0,0 1 0,6 3 0,-16-4 0,11 3 0,-19-5 0,-2 0 0,3 1 0,-3-1 0,0 2 0,-2 1 0,-3-2 0,-1 2 0,-5 0 0,-3-1 0,-2 1 0</inkml:trace>
  <inkml:trace contextRef="#ctx0" brushRef="#br0" timeOffset="168664">15921 9655 5734,'-2'-10'0,"-1"1"0,1-2 0,0 3 0,0-5 0,1 5 0,0 1 0,2-7 0,-1 4 0,5-13 0,-3 12 0,2-7 0,0 5 0,-1 3 0,3-6 0,-3 7 0,1-2 0,0 4 0,-1 2 0,0 0 0,7-7 0,-5 6 0,4-6 0,-2 7 0,-2 2 0,3-1 0,-5 1 0,-1 1 0,-1-1 0,1 2 0,-1 0 0,2 0 0,-2 1 0,1 1 0,-1 0 0,4 2 0,-2-1 0,2 2 0,0 0 0,-1-1 0,2 2 0,1 2 0,-1-2 0,1 2 0,-3-1 0,1-1 0,-2 1 0,1-1 0,0 0 0,-1 0 0,1 1 0,-1-2 0,-1 1 0,1-1 0,-1 0 0,1 0 0,-1 0 0,1-1 0,2 3 0,2 2 0,-1 0 0,1 2 0,-5-5 0,3 2 0,-3-3 0,3 2 0,-3-3 0,3 2 0,-2 0 0,2 1 0,-2-2 0,4 3 0,-2-3 0,2 3 0,-3-4 0,1-1 0,-2 0 0,3 1 0,-1-3 0,1 1 0,2-3 0,-2 0 0,7-8 0,-5 2 0,3-5 0,0-4 0,-3 2 0,2-5 0,-2-4 0,-4 6-212,1-7 212,-4 6 0,-1 0 0,-2-1 0,-1 0 0,-1 0 0,0 0 0,-1 2 0,-1 0 0,-1 3 0,-3-4 0,2 6 0,-3-1 0,-4 5 0,3 5 0,-9 1 0,6 4 0,-2 1 0</inkml:trace>
  <inkml:trace contextRef="#ctx0" brushRef="#br0" timeOffset="192811">22608 11750 5734,'6'-1'0,"2"-1"0,7-6 0,-2 2 0,6-6 0,5-3 0,-6 2 0,8-5 0,7-11 0,-11 10 0,-4 0 0,-2-1-437,-3 1 437,0-7 0,-7 0 0,-2 5 0,-3-6 0,-6 2 0,-2 1 0,1 1 0,-9-21 0,8 33 0,-5-7 0,5 8 0,-10-5 0,10 12 0,-21 18 0,17-3-343,-13 17 343,17-10 0,-2 14 0,3-5 421,-1 11-421,3-10 0,2 1 0,-2 9-676,2-8 0,1-1 676,0 2 0,0-2-459,1-3 459,0-2 0,-1 3 0,1-9 293,-1 1-293,1-8 0,0-5 0,0-1 1326,1-5-1326,1-6 551,1-7-551,1-1 0,1-3 0,3-2 0,0 4 0,3-5 0,-2 7 0,12-11 0,4 2 0,0-1-207,-3 6 207,-12 11 0,-1 0 0,-2 1 0,-2 1 0,-2 2 0,-2 2 0,-5 6 207,0-1-207,-4 6 0,0 0 0,0 0 0,-8 13 0,7-8 0,-4 10 0,9-12 0,0 0 0,2 3 0,1-5 0,6 6 0,1-10 0,6 0 0,1-5 0,3-2 0,1-1 0,2-2 0,0-2 0,7-2 0,-8 0 0,3-2 0,-8 2 0,-2 0 0,1 0 0</inkml:trace>
  <inkml:trace contextRef="#ctx0" brushRef="#br0" timeOffset="193746">23728 11335 5734,'-4'7'0,"0"0"0,-8 10 0,3-6 0,-24 20 0,15-15 0,-6 5 0,-1 0 0,1-1 0,2 1 0,-4 4 0,4-3 0,-1 2-812,-2 1 0,4-2 812,12-12 511,3 3-511,2-4 266,3 2-266,9 0 0,1-5 0,18 3 0,4-1 0,0-1-248,2 0 0,-1-1 248,-2-3 0,1 0-987,13 2 987,-12-1 0,8 1-599,-8 0 599,-9-2 0,3 2 0,-8 0 0,-6-1 1104,1 2-1104,-7 0 1050,-1-2-1050,-4 3 775,-2-4-775,-5 0 0,-1-4 0,-4-1 0,1-1 0</inkml:trace>
  <inkml:trace contextRef="#ctx0" brushRef="#br0" timeOffset="194281">24145 11283 5734,'-2'-3'0,"0"1"0,-1 10 0,0 1 0,-2 6 0,-1 10 0,2-2 0,-1 9 0,4 6 0,1-7 0,0-3 0,2 0 0,2 19-1328,1 0 1328,1-7 0,-2-15-209,0-3 209,0-3 0,-7 4 0,-2-13 0,-8 3 0,1-12 0</inkml:trace>
  <inkml:trace contextRef="#ctx0" brushRef="#br0" timeOffset="195985">22291 11071 5734,'2'10'0,"0"-1"0,-2 5 0,2 16 0,0 4 0,0 8-557,0-3 557,-1-8 0,0-6 0,0 2 0,0 16-339,-1-14 1,1 2 338,-2 5 0,1-1-939,-1-6 1,1-1 938,-1 9 0,0 3 0,1-5 0,-1 1 0,1-2 0,0-1 0,-1 0 0,1 0 0,0 3 0,0-4 0,1-6 0,-1-3 0,1 23-866,0-5 866,1-3 0,-1-5 268,0-4-268,1 3 0,-1-11 590,1 1-590,-4-10 1874,0-7-1874,-1-4 0,0-7 0,1-4 0</inkml:trace>
  <inkml:trace contextRef="#ctx0" brushRef="#br0" timeOffset="196685">23156 11035 5734,'7'10'0,"3"9"0,-3-1 0,1 10 0,-1 3 0,0 8-559,-1-7 0,-2 4 559,-3-4 0,-1 3 0,-1-2-1454,1 2 1,-1 0 1453,0 2 0,-1 3 0,0-2 0,0-3 0,0-2 0,-1 1 0,0 2-502,-1 6 0,1 5 0,-1-3 502,1-3 0,-1 1 0,1-1 0,0 3 0,0-3-102,0 1 1,1-4 101,0-10 0,1-1 0,-1 6 0,1 0 0,-2 13 0,3-16 576,-2 4-576,2-15 0,-1-7 2518,0 1-2518,1-8 2265,1-4-2265,-4-8 93,0 0 1,-3-8 0,3 4 0</inkml:trace>
  <inkml:trace contextRef="#ctx0" brushRef="#br0" timeOffset="213722">12180 10440 5734,'-1'11'0,"1"17"0,1 4 0,0 9-1027,1 0 1027,-1-5 0,0 6 0,0 2 0,0-13 0,0-1-433,0 2 1,-1 3 0,1-1 432,-1 14 0,0-2 0,-1-10 0,1 2 0,-1-4 0,0 6 0,0 3 0,0-2 0,0-6-1136,0 12 1,-1-2 1135,1-6 0,-1 4 0,1-1 0,-1-6 0,1-4 0,0-4-425,0 1 0,0-2 425,0-2 0,0 1 0,0 4 0,1 0 0,-1 10 0,1 7-94,0-17 94,0-10 708,1 0-708,-2-12 2680,0-2-2680,-3-5 1433,-1-3-1433,-2-4 0,0-5 0,0-3 0</inkml:trace>
  <inkml:trace contextRef="#ctx0" brushRef="#br0" timeOffset="214410">12483 10666 5734,'-9'8'0,"-13"21"0,10-10-1038,-9 18 1038,15-19 0,1 1 26,2 6-26,2-6 0,1 4 243,3-7-243,-1-4 0,4 0 0,2-7 520,4-7-520,0-1 249,1-6-249,-3-1 0,-1-3 0,2-11 0,-3 3 0,1-6 0,-2-1 0,-3 9 0,1-4 0,-2 7 0,-1 7 0,0-1 0,-1 8 0,0 2 0,-1 3 0,0 5 0,1 3 0,0 4 0,0 2 0,2 13 0,0-5-547,2 8 547,-1-9 0,2 11 0,0-10 0,2 4 0,-2-1 0,-1-5 0,4 16 0,-10-31 0,-1-2 0</inkml:trace>
  <inkml:trace contextRef="#ctx0" brushRef="#br0" timeOffset="217583">12378 11161 5734,'-8'3'0,"0"0"0,1 1 0,3-2 0,1 0 0,3-1 0,6-1 0,1-1 0,6-1 0,3 0 0,15-3 0,-3 2 0,5-1 0,2 0 0,3 0-681,-7 1 0,0 0 681,2 0 0,-9 2 0,1-1 0,11 0-895,10 0 895,-15 1 0,7-1 0,-11 0 0,4 0 0,-14 0 0,-4 0 0,-3 1 0,-4-1 1224,-3 0-1224,-5 1 258,-4-1 0,-3-1 0,-2 0 1</inkml:trace>
  <inkml:trace contextRef="#ctx0" brushRef="#br0" timeOffset="218021">12502 11318 5734,'9'5'0,"11"1"0,-8-3 0,25 0 0,-18-3 0,26-2 0,-26 0 0,28 7 0,-36 1 0,11 7 0,-25-2 0,-8 10 0,-1-2 0,-12 15 0,8-12 0,-5 6 0,-1 5 0,7-7-396,-1 5 396,10-13 0,4-8 0,2-1 0,5-1 0,2-4 0,3 0 0,5-6 0,-3-2 0,11-10 0,-11 4 0,4-7 0,-8 6 0,0-1 0</inkml:trace>
  <inkml:trace contextRef="#ctx0" brushRef="#br0" timeOffset="218228">12499 11416 5734,'12'2'0,"11"-1"0,-1-1 0,25-4-2615,-13-1 2615,-10 1 0,0 0 0,11-3 0,-10 1 0,0-1 0,13-4 0,-14 4 0,-1-1 0,8-4 0</inkml:trace>
  <inkml:trace contextRef="#ctx0" brushRef="#br0" timeOffset="218689">13147 10391 5734,'-5'27'0,"1"-3"0,1 14-1079,3-3 1079,1 6 0,0-11 0,1 5 0,0-2 0,-1 1 0,1 1-954,0 1 0,0 4 0,0-4 954,0-2 0,1-1 0,-1 0 0,1 1 0,0-1 0,0 6 0,1-1 0,-1-5 0,0 0 0,0 1 0,4 13 0,0-1 0,-2-12 0,1-1 0,2 9 0,1 0-263,0-8 0,0-3 263,5 13-140,-3-13 0,-1-3 0,-2-9 0,2 4 0</inkml:trace>
  <inkml:trace contextRef="#ctx0" brushRef="#br0" timeOffset="219513">13415 10928 5734,'5'1'0,"7"2"0,-3-1 0,6 0 0,17-1 0,-13 0 0,17 0-346,-18-1 346,-1 0 0,5-1 0,-6 0 86,2 1-86,-7 0 0,-5 1 0,-1 0 0,-5-1 0</inkml:trace>
  <inkml:trace contextRef="#ctx0" brushRef="#br0" timeOffset="219704">13529 11058 5734,'13'-1'0,"0"0"0,3 0 0,27-4 0,-17 3 0,20-2 0,-27 3 0,0-1 0,4 1 0,-7 0 0,0-1 0,-7-1 0,-3-1 0</inkml:trace>
  <inkml:trace contextRef="#ctx0" brushRef="#br0" timeOffset="222354">14031 10380 5734,'-1'-5'0,"1"1"0,1 4 0,1 11 0,1 0 0,-1 11 0,0-1-510,-1 3 510,0 5-899,0 3 899,1 3 0,-1 2 0,0 2 0,1-12 0,-1 1 0,2 15 0,-1-16 0,0-1 0,3 8 0,-1-2 0,1-2-503,0-3 503,0-2 0,2 4 0,-1-10 0,1 2 0,-4-10 437,1-2-437,-2-3 0,1-3 0,0-3 0</inkml:trace>
  <inkml:trace contextRef="#ctx0" brushRef="#br0" timeOffset="222787">14382 10543 5734,'-7'-1'0,"-4"6"0,0 1 0,-3 5 0,-1 14 0,2 3 0,0-1-636,0 2 1,2 0 635,7-8 149,2-1-149,-1-2 0,2-1 0,2 2 0,0-6 0,2 1 0,3-7 953,-1-4-953,5-2 169,8-15-169,-6 3 0,7-11-389,-9 4 389,-1-1 0,-2-2 0,2-12 0,-4 9 0,1-7 0,-2 1 0,-3 13 0,2-6 0,-3 20 0,1 9 0,0 6 0,0 8 0,0-1 0,2 15 0,0-7 0,2 2 0,0 0 0,1 1 0,0 1 0,1-2 0,-2-8 0,4 7 0,-3-21 0</inkml:trace>
  <inkml:trace contextRef="#ctx0" brushRef="#br0" timeOffset="222995">14649 10384 5734,'-4'17'0,"1"2"0,0 5 0,1 4 0,3 3 0,0 2 0,0 11-1093,2-10 1,0 4 0,0-4 913,2 13 179,1-3 0,0-1-175,-1-6 175,2 8-594,-5-9 594,-4-11-20,-3 2 0,-2-15 1,0-2-1</inkml:trace>
  <inkml:trace contextRef="#ctx0" brushRef="#br0" timeOffset="223316">13947 11187 5734,'35'2'0,"11"-3"0,2 0 0,-21-1 0,1 1-1093,5-1 1,5 1 0,-5-1 618,-4 0 1,-2 0 473,1 0 0,2 0 0,12 0 0,0 0 0,-11 1 0,-1 0 0,9-1 0,-1 1 628,7 1-628,-4-1 0,-7 2 759,-5-1-759,5 2 0,-16-2 0,3 0 0,-16 0 0</inkml:trace>
  <inkml:trace contextRef="#ctx0" brushRef="#br0" timeOffset="223738">14137 11335 5734,'1'11'0,"4"15"0,-3-8 0,2 9 0,-1 1 0,0 2 0,0 0 0,0 6 0,0-5 0,2 8-1240,-2-1 1,1-2 1239,-3-12 751,1-3-751,-2 2 0,0-7 402,0 0-402,-2-10 0,2-4 0,-1-1 0</inkml:trace>
  <inkml:trace contextRef="#ctx0" brushRef="#br0" timeOffset="224176">14340 11419 5734,'17'3'0,"0"-1"0,-6-3 0,4 0 0,1 0 0,9-1 0,-6 1 0,7-1 0,-4 1 0,-6 1 0,3 2 0,-6 4 0,-5 0 0,-1 5 0,-11 7 0,-2-2 0,-5 9 0,-10 4 0,5-5 0,-7 8 0,8-10-505,2 1 505,1-1 0,1 0 0,-1 7 0,6-8 0,0 4 0,23 2 0,-5-16 0,16 6 0,-10-18 0,10-7 0,-7 0 0,4-5 0,-8-4 0,-8 2 0,0-5 0,-7 4 0</inkml:trace>
  <inkml:trace contextRef="#ctx0" brushRef="#br0" timeOffset="224332">14412 11540 5734,'35'-2'0,"-7"0"0,10-1 0</inkml:trace>
  <inkml:trace contextRef="#ctx0" brushRef="#br0" timeOffset="224553">14699 11370 5734,'0'15'0,"-1"9"0,1-5 0,-1 8 0,-2 9 0,2-6-313,-1 12 313,1 4-1175,0-11 1175,1 11 0,0-5 0,-1-11 0,0 6 0,-4-10 0,2-9 0,-2 2 0</inkml:trace>
  <inkml:trace contextRef="#ctx0" brushRef="#br0" timeOffset="225887">15282 10860 5734,'-9'16'0,"-1"0"0,-2 1-649,-1 2 649,-2-1 0,-9 10 0,6-6-612,-7 7 612,10-10 0,2 2 0,0 1 0,0 0 0,-5 17 136,15-25-136,3-1 0,11 7 0,7-5 0,5 2 0,13-7 0,-11-7 303,8 1-303,0-3 0,-10 1 642,4 0-642,-11 0 45,-4-1 0,1 0 0,-4-2 0</inkml:trace>
  <inkml:trace contextRef="#ctx0" brushRef="#br0" timeOffset="226112">15728 10872 5734,'-6'26'0,"1"0"0,4-2 0,0 4 0,1 3 0,1 2 0,-1 10-1086,1-11 0,1 5 0,-1-4 1086,1 13 0,-2-15 0,-1 4 0,0-5-29,-3 8 0,0-9 0,-1-2 1,-4-3-1</inkml:trace>
  <inkml:trace contextRef="#ctx0" brushRef="#br0" timeOffset="230639">13107 12036 5734,'-2'-5'0,"1"1"0,1 1 0,1 3 0,0 4 0,1 2 0,1 4 0,1 11 0,1 7 0,0-1 0,-1 0 0,2 13-683,-2-9 1,0-2 682,-1 0 0,1 7-442,-1-12 442,0-2-124,0-2 124,-1-2 0,0-1 0,1 1 0,-2-6 1278,0 1-1278,0-6 125,-3-8 1,1-2-1,-1-6 1</inkml:trace>
  <inkml:trace contextRef="#ctx0" brushRef="#br0" timeOffset="231029">13260 12171 5734,'16'2'0,"-4"-1"0,5 3 0,-2 2 0,-5 0 0,2 2 0,-3 7 0,-4-3 0,-8 22 0,-4-15 0,-8 12 0,-5-1 0,4-7 0,-11 16-894,14-17 894,-3 6 0,9-11-299,7 14 299,4-16 0,7 8 0,3-22 0,3-1 0,12-7 0,-6 0 0,0-2 0,0-2 0,0-2 0,-3-2 0,-1-2 0,-8 1 0,3-9 0</inkml:trace>
  <inkml:trace contextRef="#ctx0" brushRef="#br0" timeOffset="231206">13293 12301 5734,'39'-2'0,"-3"0"0,-13 0 0,1-1 0,11-2 0,-8 0-253,6-1 1,-12 1 0,-1 0 0</inkml:trace>
  <inkml:trace contextRef="#ctx0" brushRef="#br0" timeOffset="231448">13626 11966 5734,'1'11'0,"0"21"0,-1-7-1093,-1 13 1,-1 13 0,0-6-100,0-15 0,1 0 1192,-1 12 0,-1 6 0,1-7 968,0 4-968,1-14 0,1-1 0,-1 15 0,1-18 0,1-1 0,0 14 0,0-13 0,1 2 0,-1-19 0,1-3 0</inkml:trace>
  <inkml:trace contextRef="#ctx0" brushRef="#br0" timeOffset="232263">13771 12063 5734,'-3'4'0,"0"-1"0,3-2 0,0 0 0,2 0 0,-1 0 0,1 0 0,-1-1 0,0 0 0,1 0 0,-1 0 0,1 0 0,-1 0 0,2 1 0,-1-1 0,3 1 0,17 6 0,-4-2 0,10 4 0,-2-3 0,-10-2 0,6 1 0,0 0 0,-6 0 0,6 1 0,-7-1 0,7 4 0,2 1 0,-1-1 0,-1 0 0,-10-3 0,7 5 0,-9-4 0,7 8 0,-14-7 0,-9 14 0,-3-10 0,-11 9 0,-5 0 0,3-2-672,1-2 1,0 0 671,-4 6 0,-9 8-218,12-8 218,-8 9 0,9-8-610,-4 6 610,11-11 0,2-2 0,2-2 0,-1 5 1218,4-7-1218,1 2 58,6-12 0,4-6 1,2-4-1</inkml:trace>
  <inkml:trace contextRef="#ctx0" brushRef="#br0" timeOffset="232752">14474 12022 5734,'-2'-5'0,"0"-1"0,2 2 0,-2 2 0,0 29 0,0-7 0,2 14 0,0 12 0,0-6 0,0-14 0,0 0-167,1 9 0,0 5 0,0-3 167,1 0 0,1-4-513,0 10 513,0-11 0,0 0 0,4 5 0,-3-11 0,3 2-79,-6-7 79,0-11 0,-1 0 0,1-12 0,1-3 0</inkml:trace>
  <inkml:trace contextRef="#ctx0" brushRef="#br0" timeOffset="233509">14866 12151 5734,'-8'0'0,"0"-1"0,2 1 0,2 0 0,-2 0 0,0-1 0,-1 1 0,0 0 0,1 0 0,2 0 0,0 0 0,0 0 0,1 0 0,-1 0 0,1 1 0,0 0 0,-1 1 0,-1 2 0,1 0 0,-1 4 0,0 3 0,2-1 0,-1 6 0,2 2 0,1-3 0,1 5 0,5 4 0,-2-10 0,4 7 0,-3-12 0,-1-2 0,2-1 0,-1-2 0,19-15 0,-13 4 0,21-26 0,-23 16 0,5-10 0,-7 11 0,0 1 0,-2 1 0,-1 0 0,2-7 0,-3 11 0,1-4 0,-4 19 0,0 1 0,0 17 0,0-8 0,2 10 0,0-2 0,0-6 0,2 6 0,0-2 0,0-7 0,1 12 0,-3-15 0,-2 9 0,0-15 0,-1 2 0</inkml:trace>
  <inkml:trace contextRef="#ctx0" brushRef="#br0" timeOffset="233845">15145 11908 5734,'-3'18'0,"1"-1"0,-2 20 0,0 5 0,2-2-1606,-1 1 1,0 0 1605,3-6 0,2-1-232,-1-9 1,1-1 231,2 13 761,1 11-761,0-6 0,-1-11 0,0 6 0,-2-9 0,-1-8 1516,-3 2-1516,-2-11 1382,-2-1-1382,-2-5 0,-1-3 0,-1-2 0</inkml:trace>
  <inkml:trace contextRef="#ctx0" brushRef="#br0" timeOffset="235206">10836 11090 5734,'7'-3'0,"0"0"0,8 0 0,-2 1 0,11-2 0,4 3 0,2 1 0,6 1-899,-3 0 0,-1 1 899,0 4 0,-4 3 0,1 2 0,7 3 0,-8-3 0,-1 3 0,9 14 0,-10-3 65,7 10-65,-19-14 0,-1 1 0,6 14-252,-8-12 0,0 1 252,-4 4 0,0 0-1340,2 18 1340,-4-16 0,-1 3 0,-2 3 0,0 0 0,-1-8 0,0 0 0,-1 9 0,1 2 0,0-1 0,0-1 0,0-10 0,0 2 0,2 16 0,3 3 0,6-4 0,1-1 0,-3-7 0,2-1 0,4 4 0,1-3 0,6-1 0,3-2 0,-4-13 0,2-1 0,-4-6 0,1 0 0,8 3 0,0-2 0,-5-7 0,-1-1 0,2 0 0,1 0 0,-1-2 0,1 0 0,0 0 0,2-1 0,9 0 0,5 0 0,-4-1 0,-6 0 0,1-1 345,1 1 1,5 0 0,-4-2-346,3-2 0,-6-1 0,0 0 0,-3 0 0,-7-1 0,-18 0 319,-4-2-319,-16-6 506,3 3-506,-15-14 0,13 7 0,-4-6 0</inkml:trace>
  <inkml:trace contextRef="#ctx0" brushRef="#br0" timeOffset="235392">12256 12260 5734,'-20'6'0,"2"0"0,7-3 0,4 0 0,0-1 0,5-1 0,1 1 0,1-1 0,0 0 0,1 1 0,-1 0 0,0-1 0</inkml:trace>
  <inkml:trace contextRef="#ctx0" brushRef="#br0" timeOffset="236078">12153 12221 5734,'19'25'0,"4"7"0,-11-14 0,2 7 0,-5-2 0,-5 1 0,-2 0 0,-5-2 0,-2-8 0,-1 0 0,-6 3 0,0-4 0,-6 3 0,-6-4 0,3-3 0,-6-2 0,7-4 0</inkml:trace>
  <inkml:trace contextRef="#ctx0" brushRef="#br0" timeOffset="262954">19902 13734 5734,'5'-3'0,"2"1"0,0 0 0,9 1 0,-1-1 0,6 0 0,19 1 0,-16 0-716,18 0 716,-23 1 0,2 0 0,8 2 0,-6-1 0,5 1 0,-2 0 0,-6-1 174,2 1-174,-2-1 0,-7 1 0,3-1 0,-6-1 0,-2 0 0,-1 0 542,-4 1-542,-2-1 0,-5 1 0,-1 0 0,-3 0 0</inkml:trace>
  <inkml:trace contextRef="#ctx0" brushRef="#br0" timeOffset="263310">20020 13894 5734,'3'-1'0,"1"-1"0,23 1 0,-10-1 0,14 0 0,2-1 0,-2 0-971,-3 1 1,0-1 970,-2-1 0,-1 1-217,9-2 217,-9 3 0,6-3 225,-4 1-225,-13 3 0,0 2 0,-16 1 0,-7 0 0,-1-2 0</inkml:trace>
  <inkml:trace contextRef="#ctx0" brushRef="#br0" timeOffset="266400">21313 12919 5734,'-1'-6'0,"1"2"0,-3 4 0,2 0 0,-1 0 0,4 2 0,0 0 0,2 0 0,-3 0 0,0 2 0,-2 1 0,1 3 0,1 2 0,0 10 0,4 17 0,-1-7 0,2 11 0,3 3 0,-3-14-233,0-1 1,-1-1 232,0-1 0,1 6 0,-2-12 0,4 18 0,-5-22 0,5 12 0,-8-27 0,0-1 0,-2 0 0,-1-2 0,1-2 0,-2-3 0,1-2 0</inkml:trace>
  <inkml:trace contextRef="#ctx0" brushRef="#br0" timeOffset="267310">20791 13666 5734,'-3'-3'0,"1"-1"0,2 3 0,1-1 0,0 1 0,0 1 0,1 0 0,-1 0 0,2 0 0,-2 0 0,1 0 0,0 0 0,1 0 0,-1-1 0,1 1 0,0 0 0,-1 0 0,1 0 0,0 0 0,-1 0 0,0 0 0,-1 0 0,2-1 0,1 0 0,0 0 0,2 0 0,3 0 0,-1 1 0,4 0 0,-1 0 0,1 0 0,2 0 0,3 1 0,1-1 0,4 1-499,1-1 499,4 1 0,2 1-980,4 0 980,5 0 0,2 0 0,6 1 0,-8-1 0,2 0 0,-8 0 0,1 0-681,13 0 1,0 0 680,-10-1 0,0 0 0,-2 0 0,3-1 0,3 1-491,1-1 1,4-1 0,2 1 0,0-1 0,-4 1 490,5-1 0,-2 1 0,3 0 0,-4 0 0,6-1 0,0 0 0,-3 0 0,-9 0-222,-3 0 1,-4 1 221,10 0 0,-2-1 0,-14 2 0,-3-1 0,19 1 0,-6 1 0,-5-1 0,-6 0 219,8 2-219,-16-2 2341,5 2-2341,-17-3 2101,-2 0-2101,1-1 644,-3 0-644,0 0 429,-11 2-429,1 0 0,-11 2 0,4-2 0,-2-1 0</inkml:trace>
  <inkml:trace contextRef="#ctx0" brushRef="#br0" timeOffset="268992">21000 14078 5734,'-4'-3'0,"1"1"0,2 0 0,0 2 0,3 7 0,-1-1 0,3 6 0,-1-3 0,0 3 0,1 0 0,1 8 0,-1-4 0,2 7 0,-3-6 0,3 9 0,-2-7-215,3 7 215,-3-8 0,1-1 0,-2 1 0,1 4 0,-1-4 0,0 1 0,-1-5 0,0-2 0,0 1 0,-1-2 0,2 3 215,-3-3-215,2-1 0,-2-3 0,-1-4 0,0-2 0,-6-4 0,3 0 0,-5-2 0</inkml:trace>
  <inkml:trace contextRef="#ctx0" brushRef="#br0" timeOffset="272172">21349 14266 5734,'9'0'0,"1"0"0,2 0 0,2 0 0,12 0 0,-5 0-678,10-1 678,-7 1 0,1 0 0,1 1 0,1 0 0,7 0-393,-7 0 0,-1 0 393,1 0 0,20 2 0,-20-2 0,14 1-274,-21-1 274,-7-1 0,2 0 0,-8 0 448,-2 0-448,-1 0 970,0 0-970,-1 2 320,-2-2-320,-6 1 0,0-1 0,-6 0 0,0 0 0,-1 0 0</inkml:trace>
  <inkml:trace contextRef="#ctx0" brushRef="#br0" timeOffset="275635">22148 14212 5734,'5'0'0,"1"-2"0,-1 2 0,3-1 0,0-1 0,6-3 0,-1 1 0,3-5 0,2-4 0,-4 1 0,4-5 0,0-4 0,-5 5 0,5-6 0,-3-3 0,-4 5 0,2-6 0,-6 1 0,-2 6 0,-2-5 0,-12-16 0,4 22 0,-6-17 0,3 25 0,2 4 0,-3 0 0,2 5 0,-5 3 0,3 0 0,-4 4 0,5 0 0,-4 7 0,5-1 0,-2 5 0,4 8 0,2-4-478,1 9 478,2-6 0,1 1 0,2 2 0,3 13 0,-1-8 0,2 8 0,-1-3 0,-1-11 0,1 5 0,-2-8 0,0-8 0,-1 2 0,0-8 0,-2 0 0,0-4 0,-1 1 478,0-3-478,-3-4 0,-3-6 0,2 0 0,-3-4 0,5 3 0,-2 1 0,2-4 0,1-1 0,0 0 0,2 1 0,2 2 0,0 0 0,1 1 0,1-1 0,8-5 0,-5 5 0,6-3 0,-7 7 0,5-1 0,-5 4 0,6-1 0,-9 5 0,1 0 0,-5 5 0,0-1 0,-2 3 0,-3 3 0,0-2 0,-2 4 0,2-3 0,-1 0 0,0 6 0,2-5 0,-2 3 0,4-5 0,0-1 0,1 1 0,1-1 0,7 2 0,8 0 0,1-2 0,6-2 0,6-5 0,-6-1 0,17-4 0,-18 0 0,4-2 0,-13-1 0,-4 1 0,-1-4 0,-1 0 0</inkml:trace>
  <inkml:trace contextRef="#ctx0" brushRef="#br0" timeOffset="278093">22944 13405 5734,'0'-6'0,"0"1"0,1-1 0,1 3 0,1-1 0,2 0 0,1 0 0,3 2 0,5 0 0,-2 1 0,5 0 0,3 3 0,-4-2 0,5 2 0,0 0 0,-6-1 0,4 0 0,-4-1 0,-6 0 0,1 1 0,-10 2 0,-4 1 0,-3 1 0,-2-1 0</inkml:trace>
  <inkml:trace contextRef="#ctx0" brushRef="#br0" timeOffset="278274">22916 13566 5734,'9'-4'0,"7"-3"0,-3 2 0,7-3 0,2 2 0,-4 2 0,4-2 0,0 1 0,-7 2 0,4-1 0,-6 6 0,-4-1 0,1 2 0</inkml:trace>
  <inkml:trace contextRef="#ctx0" brushRef="#br0" timeOffset="278805">23961 12726 5734,'3'12'0,"-2"-4"0,4 18 0,-2 17 0,-1-14 0,0 8 0,-1 0 0,0-3 0,-2 3 0,-1 0 0,1-7 0,-3 3 0,-1-2 0,1-6 0,-8 17 0,6-27 0,-3 3 0</inkml:trace>
  <inkml:trace contextRef="#ctx0" brushRef="#br0" timeOffset="279237">23444 13405 5734,'36'8'0,"-9"-2"0,1-2 0,12 1-1639,-10-2 1,2 0 1479,-7-1 1,3-1 158,11 0 0,7 0 0,-3 0-1070,0 1 0,1-1 1070,-9-1 0,3 1 0,0 0 0,-4 0 0,10-1 0,-3 1 0,0 1 0,4 0 0,-8-1 0,3 2 0,1-1 0,-3 0 0,-4 0 0,-3 0 0,2 0 0,3 1 0,2 0 0,1 0 0,-4 0 0,0 0 0,-2 0 0,-2 1 0,5-1 0,-1 1 0,9 1 0,-1 0 0,-16-2 0,-2-1 0,23 3 0,-7-1 0,-4-1 974,-7-1-974,-3-1 1008,-7 0-1008,-3-1 1676,-5-1-1676,-2 1 1185,-5-2-1185,-2 1 737,-4-1-737,-5 1 154,-3 1-154,-6 2 0,-4 1 0,-2 1 0,-4-1 0,1 0 0</inkml:trace>
  <inkml:trace contextRef="#ctx0" brushRef="#br0" timeOffset="280338">23673 13866 5734,'3'19'0,"0"8"0,-1-9 0,2 9 0,2 20 0,0-16-148,-2-6 0,0 1 148,4 14-865,-3-10 865,2 8 0,0-3 0,-4-11-530,3 17 530,-4-24 0,-1 6 0,-1-14 190,-2-5-190,-2 0 225,1-5 1,-1-6 0,1-1 0</inkml:trace>
  <inkml:trace contextRef="#ctx0" brushRef="#br0" timeOffset="280705">23956 14141 5734,'11'3'0,"-1"-1"0,1 1 0,0-1 0,6-1 0,7-2 0,-4-1 0,10-1 0,14-3 0,-16 3-651,15-1 651,-23 3 0,-1 0 0,-2 1 0,3 0 0,-6 0 0,2 0 0,-7 0 0,-2-1 651,-3-1-651,-4 1 0,-4-1 0,-2 3 0,-1 0 0,0-1 0</inkml:trace>
  <inkml:trace contextRef="#ctx0" brushRef="#br0" timeOffset="281588">24502 14023 5734,'-4'-7'0,"0"1"0,3 4 0,-1 0 0,-1 0 0,0 2 0,-1-2 0,-11 4 0,6 0 0,-14 5 0,6 2 0,-1 0 0,-1 9 0,9-7 0,-2 7 0,3 2 0,4-4 0,0 6 0,6-4 0,1-4 0,4 1 0,5-5 0,-2-4 0,4-1 0,-3-5 0,-1-2 0,1-4 0,0 0 0,0-4 0,3-7 0,-3 2 0,2-6 0,-5 5 0,0-1 0,-2 0 0,1 0 0,-2 1 0,1 0 0,-1 1 0,-1 3 0,1-5 0,-3 14 0,2-3 0,-2 15 0,5 27 0,-2-18 0,4 21 0,3-14 0,-4-12 0,5 8 0,-8-16 0,-2 0 0,0-2 0,-1-1 0,0-2 0</inkml:trace>
  <inkml:trace contextRef="#ctx0" brushRef="#br0" timeOffset="281922">24629 13949 5734,'22'-7'0,"-2"2"0,0 4 0,-4 3 0,2 2 0,-8 2 0,-4 0 0,-3 2 0,-3 6 0,-1-1 0,-9 21 0,3-15 0,-2 4 0,1 0 0,1-2 0,-3 11 0,8-5 0,2-11 0,7 14 0,-1-20 0,9 6 0,-6-11 0,4-1 0,9-14 0,-12 5 0,10-10 0,-15 6 0,-1 0 0,-2-2 0,0-1 0</inkml:trace>
  <inkml:trace contextRef="#ctx0" brushRef="#br0" timeOffset="282103">24589 14076 5734,'17'4'0,"16"-3"0,-13-2 0,13-4 0,1 0 0,-9 2 0,0-2 0,-2 1 0,-11 1 0</inkml:trace>
  <inkml:trace contextRef="#ctx0" brushRef="#br0" timeOffset="282443">24869 13912 5734,'8'1'0,"-1"0"0,12 4 0,-8-3 0,11 1 0,-10-2 0,-1-2 0,1 0 0,4-2 0,-5 1 0,2 0 0,-5 1 0,-3 1 0,2-1 0</inkml:trace>
  <inkml:trace contextRef="#ctx0" brushRef="#br0" timeOffset="282738">25124 13739 5734,'6'14'0,"-2"-3"0,1 9 0,-2 3 0,-1-3 0,0 7 0,0 1 0,-2-6 0,1 5 0,-1-2 0,-1-8 0,1 4 0,-2-4 0,1-5 0,0 0 0,-3-5 0,1-2 0,-3-2 0,2-4 0,1-2 0,1-2 0</inkml:trace>
  <inkml:trace contextRef="#ctx0" brushRef="#br0" timeOffset="285573">12969 12875 5734,'-31'-18'0,"5"4"0,-1 0 0,4 3 0,0 0-371,-7-3 1,-5 0 370,3 3 0,-6 0 0,-1 1 0,5 1-1639,-8-2 1,-1 2 1506,6 0 1,-5-1-1,0 1 1,5 3-291,-3 1 0,4 2 422,-2 0 0,-3 1-116,4 1 1,-3 1 0,1 0 115,-6 0 0,0 1 0,7 0 0,-2 0 0,2 1 0,-3 1 0,3 0 0,-1 1 0,0 0 0,3 1 0,-3 1 0,-5 2 0,-4 2 0,4-1 0,0 0 0,1 1 0,1 0 0,-3 1 0,2 1 0,10-2 0,2 0 0,1 1 0,-6 2 0,1 0 0,-9 4 0,-1 2 0,3 0 0,2 1 0,9-4 0,1 0 0,-9 5 0,1 0 0,3 2 0,2-2 0,8-3 0,0-1 0,-6 5 0,1 1 0,2 0 0,3-1 0,5-4 0,2 0 0,-6 5 0,1 0 0,-6 10 0,3 1 0,1 0 0,9-8 0,1 1 0,-8 13 0,9-14 0,0 2 0,-3 9 0,2 0 0,6-13 0,0 0 0,-6 13 0,2 0 0,2 2 0,2 0 0,2 0 0,2 2 392,2-1-392,2-10 0,1 1 0,1 15 0,0-16 0,1 1 0,4 10 0,1 0 0,-2-15 0,0 1 226,4 15 0,0-1-226,4 4 0,1-1 0,-2-12 0,1 0 0,-2-8 0,0 0 0,3 7 0,2 0 0,-4-10 0,0 0 354,8 9 0,0-1-354,-4-7 0,0-1 0,6 7 0,1-1-53,-6-9 1,0-2 52,2 2 0,1-2 0,1 1 0,0-1 0,2 0 0,2 0 0,12 6 0,2 0 0,-8-6 0,0 0-627,11 5 1,0-1 626,-11-7 0,0 0 0,0 0 0,-1-1 180,1 0 0,2 1-180,-4-2 0,3 1 0,-2-1 0,6 1 0,-1 0-56,-5-2 0,2 1 0,-1-1 56,1-1 0,0 0 0,-2-1-193,6 1 0,1 0 193,-6-2 0,2 0 0,-3-1 0,4 0 0,-1-2 0,0 0 0,0 0 0,0-1 0,1-1 0,-2-1 0,2 0 27,11-1 0,5-2-27,-8 0 0,3-1 0,-2 0 0,-6 0 0,-2 1 0,2-1-14,1-1 1,2 0-1,-1 0 1,-5 0 13,3 0 0,-2-1 0,4 0 0,2-1 0,-3 0 0,-3 0 0,-2 1 0,10-3 0,-1 0 0,-14 2 0,-1 0 0,-1 0 0,0-1 0,0 0 0,-1 0 0,-1 0 0,0 0 0,-1-1 0,2-1 0,7-4 0,5-3 0,-3 1 0,-5 2 0,1 0 0,3-2 0,3-2 0,-4 2 0,10-8 0,-13 6 0,0 0 0,-6 3 0,-1 0 58,7-5 1,-1 0-59,-8 5 0,-1-1 0,8-8 0,-1-2 0,-7 5 0,0-1 0,4-5 0,0-5 0,-8 0 0,-1-5 0,-2-1 0,0 3-59,2-8 1,0-1 58,-3 5 0,1-4 0,-1-1 0,-2 5 0,-1-6 0,-3 1 0,1 0 0,0-3 0,-1 1 0,-1 10 0,0 1 0,0-2 0,0-7 0,1-3 0,-2-1 0,-1 7 0,0-1 0,-1 1 0,-1 3 0,1 4 0,-1 3 0,0-3 0,-1-7 0,-1-5 0,0 2 0,-1 6 0,-2 3 0,-2 3 0,-1-8 0,-4 1 0,-6 6 0,-3 3 0,4 7 0,-2 1 0,-6-4 0,-4 1 0,-4 5 0,-3 3 0,-4 1 0,-1 2 0,1-1 0,0 2 0,2 3 0,0 0 0</inkml:trace>
  <inkml:trace contextRef="#ctx0" brushRef="#br0" timeOffset="292440">20129 15513 5734,'19'-13'0,"0"3"0,-10 6 0,14-3 0,-8 3 0,23-6 0,-20 6 0,10-3 0,-9 3 0,1 0 0,-6 0 0,-2 3 0,-11 1 0,-6 3 0,1-1 0,-5 2 0</inkml:trace>
  <inkml:trace contextRef="#ctx0" brushRef="#br0" timeOffset="292622">20165 15684 5734,'7'4'0,"4"0"0,9-2 0,4 1 0,2-1 0,-5 0 0,-6-2 0,1 0 0,-1-1 0,5-1 0,-4 1 0,4-3 0</inkml:trace>
  <inkml:trace contextRef="#ctx0" brushRef="#br0" timeOffset="293564">20994 15041 5734,'1'-2'0,"0"0"0,6-4 0,-2 3 0,-1 0 0,-1 0 0,0 1 0,0-2 0,-1 1 0,1 1 0,0 0 0,0 0 0,0 1 0,11-6 0,-4 5 0,8-5 0,-9 6 0,2 0 0,-2 1 0,2-1 0,-2 0 0,5 0 0,-6 1 0,3 0 0,-7 0 0,0 1 0,-2 1 0,-1 2 0,-3 1 0,-6 7 0,0-1 0,-4 6 0,1-3 0,0 1 0,-1 2-208,0 0 208,1 0 0,1 1 0,1-1 0,0 6 0,2-6 0,1 3 0,3 4 0,3-12 0,2 8 0,6-13 0,0-2 0,10 1 0,-5-4 0,4-1 208,-2-2-208,12-5 0,7-8 0,-3 0 0,-8 0 0,-15 5 0,-6 3 0</inkml:trace>
  <inkml:trace contextRef="#ctx0" brushRef="#br0" timeOffset="293839">21011 15090 5734,'9'5'0,"8"-1"0,-2-2 0,8 0 0,19-3 0,-15 2 0,1-3 0,-1 1 0,-2-2 0,7-2 0</inkml:trace>
  <inkml:trace contextRef="#ctx0" brushRef="#br0" timeOffset="295143">20738 15550 5734,'-4'6'0,"2"-2"0,5-2 0,0-2 0,5 2 0,8 0 0,-3 0 0,8 0 0,-9-1 0,2 1 0,11 0 0,-5-1-483,10 2 483,-4-2 0,16 0 0,-10-1 0,7 0 0,-3-1 0,6-1 0,1 1 0,-3-1-1078,-2 1 1,-3 0 0,3 0 1077,2-1 0,2 0 0,-1-1 0,-6 1 0,2-1 0,-5 0-774,4 0 1,-1 0 773,2 0 0,0 0 0,-1 0 0,4 0 0,-5 0 0,5 1 0,1-1 0,-4 1 0,-4 0 0,-2 0 0,5 0 0,5 0 0,6 0 0,3-1 0,-3 1 0,-6 1-236,8-1 0,-2 1 236,-12 0 0,3-1 0,-1 1 0,-2 1 0,15-1 0,-5 2 0,-11-1 0,0 0 0,8 1 0,0 0 0,-6 0 0,-3 1 0,-8-1 0,0 1 0,5 0 0,-1 0 0,6 0 616,-3 1-616,-4-1 0,-3 0 1583,-3 0-1583,2 0 426,-16-2 1,-4-1 0,-16 0-1</inkml:trace>
  <inkml:trace contextRef="#ctx0" brushRef="#br0" timeOffset="295945">20791 15813 5734,'23'-6'0,"20"0"0,-17 2 0,14 0 0,-16 4 0,-8 1 0,2 0 0,-8 5 0,-5 0 0,-2 4 0,-19 18 0,2-9 0,-3 2 0,-3 1-973,-3 1 973,-8 6 0,10-9 0,1 1 0,1 1 0,1 0 0,2-1 0,2-2 0,9-5 0,3-2 0,7 2 0,1-6 0,8 2 0,8-7 0,-2-1 973,8-3-973,-3-2 0,-1-1 0,4-1-336,-3 1 0,-2 0 336,-4-1 0,-2 2 0,-2-1 0,3-2 0,-6 2 0,0-2 0,-7 2 0,-7-3 0,-1 2 0,-6-4 0,0 2 0</inkml:trace>
  <inkml:trace contextRef="#ctx0" brushRef="#br0" timeOffset="296123">20776 15943 5734,'24'-8'0,"1"0"0,-2 0 0,0 0 0,1 1 0,-1 1-704,15-5 704,-6 3 0,1-1 0,4 0 0,-13 3 0,0 0 0</inkml:trace>
  <inkml:trace contextRef="#ctx0" brushRef="#br0" timeOffset="296374">21439 15691 5734,'-22'18'0,"2"-1"0,6-2 0,-8 14 0,5-3 0,-6 12 0,11-5 0,2 1-417,-3 12 417,8-5 0,2 8 0,2-6-1327,3-14 0,1-2 1327,0 5 0,1 4 0,1-7 0,8 8 668,1-5-668,0-9 0,1-2 0,3 2 0,11 6 0,-11-27 0,-4-5 0,4-5 0</inkml:trace>
  <inkml:trace contextRef="#ctx0" brushRef="#br0" timeOffset="296621">21563 15777 5734,'-5'10'0,"-2"10"0,5-3-818,-2 10 818,1-3 0,1 18 0,1-7 0,1 12 0,2-16 0,0 0 0,1 9 0,2 0 0,0 0 0,0-11 265,2 12-265,-5-25 0,-1-8 33,0-2 1,0-8 0,0-2 0</inkml:trace>
  <inkml:trace contextRef="#ctx0" brushRef="#br0" timeOffset="296941">21689 16054 5734,'10'0'0,"-1"0"0,4-2 0,7 2 0,-4-1 0,7 1 0,3 0 0,-5 0 0,6-1 0,6-3 0,-13 1 0,17-4 0,-24 5 0,8-4 0,-14 5 0,1-1 0,-9 2 0,-3-1 0,-2 1 0,-3-4 0,3 0 0</inkml:trace>
  <inkml:trace contextRef="#ctx0" brushRef="#br0" timeOffset="297526">22195 15868 5734,'-8'-1'0,"0"-1"0,-11 5 0,6 0 0,-8 3 0,4 5 0,4-1 0,-2 5 0,4 5 0,4-4 0,1 6 0,4 1 0,2-6 0,2 4 0,10 0 0,-4-13 0,7 4 0,-8-16 0,5-13 0,-4 5 0,3-11 0,-5 8 0,0 0 0,-2 1 0,0 1 0,4-9 0,-4 14 0,2-5 0,-5 16 0,0 15 0,-1-5 0,2 13 0,0 1 0,0-6-219,2 6 219,0-9 0,0-1 0,-2-3 0,-1-1 0,0-3 0,-5-2 0,3-6 0,-2-2 0</inkml:trace>
  <inkml:trace contextRef="#ctx0" brushRef="#br0" timeOffset="297871">22329 15846 5734,'22'-4'0,"-1"0"0,-3 4 0,-5 2 0,1 3 0,-6 5 0,-5 0 0,-1 4 0,-11 14 0,1-8 0,-7 13 0,1-4 0,4-7 0,-2 7 0,5 4 0,4-13 0,0 8 0,9-14 0,-1-5 0,13-1 0,-8-7 0,25-17 0,-25 8 0,13-12 0,-22 12 0,-2-1 0,-1 0 0,0-1 0</inkml:trace>
  <inkml:trace contextRef="#ctx0" brushRef="#br0" timeOffset="298029">22323 16009 5734,'33'-11'0,"-11"4"0,4-3 0,-1-1 0,-4 1 0,10-7 0,-17 8 0</inkml:trace>
  <inkml:trace contextRef="#ctx0" brushRef="#br0" timeOffset="298255">22633 15800 5734,'16'3'0,"3"1"0,-9-2 0,2 0 0,-6-1 0,-1 0 0,0-1 0</inkml:trace>
  <inkml:trace contextRef="#ctx0" brushRef="#br0" timeOffset="298455">22788 15742 5734,'0'12'0,"0"0"0,1 1 0,1 0 0,-1 0 0,1 5 0,-1-6 0,0 3 0,-2-7 0,1-2 0,-1-2 0</inkml:trace>
  <inkml:trace contextRef="#ctx0" brushRef="#br0" timeOffset="298826">22927 15610 5734,'13'9'0,"1"0"0,8 6 0,4 9 0,-2 7 0,-1 4 0,-9-13 0,-2 1-1016,6 13 0,-5-1 1016,-8 3 0,-3 1 159,-5 0-159,-5-3 0,-2 0 0,-4 8 0,2-10 0,-2-2 0,-9 7 0,3-14 0,-1-4 0,-1-4 0,-1-6 0,-14 3 0</inkml:trace>
  <inkml:trace contextRef="#ctx0" brushRef="#br0" timeOffset="299571">23255 15417 5734,'-1'4'0,"3"-1"0,0-1 0,2-1 0,1 1 0,1 0 0,1 1 0,2-1 0,1 1 0,1-1 0,6 1 0,-2-2 0,4 0 0,0-2 0,-5-1 0,4-1 0,-9 2 0,-2-1 0,-5 2 0,-2-1 0</inkml:trace>
  <inkml:trace contextRef="#ctx0" brushRef="#br0" timeOffset="299756">23263 15563 5734,'17'-1'0,"0"0"0,12-5 0,-9 3 0,6-4 0,-1-1 0,-7 2 0,10-6 0,-23 8 0</inkml:trace>
  <inkml:trace contextRef="#ctx0" brushRef="#br0" timeOffset="300732">24317 14888 5734,'11'-2'0,"0"1"0,1 1 0,-2 0 0,0 2 0,-3-1 0,-1 1 0,-7 18 0,-3-9 0,-7 15 0,0-12 0,-8 8 0,6-5 0,-6 7 0,6-1 0,4-5 0,-2 5 0,6-2 0,3-7 0,2 4 0,9-5 0,0-4 0,6 1 0,15-3 0,-10-4 0,13-1 0,-8-3 0,-5-1 0,9-3 0,-7-6 0,-5 2 0,-2-4 0</inkml:trace>
  <inkml:trace contextRef="#ctx0" brushRef="#br0" timeOffset="300938">24213 15020 5734,'11'0'0,"10"0"0,-3 1 0,8 1 0,2-1 0,-7 0 0,6 0 0</inkml:trace>
  <inkml:trace contextRef="#ctx0" brushRef="#br0" timeOffset="301456">24066 15376 5734,'35'1'0,"-1"0"0,-2 0 0,2-1 0,-2 0 0,2 0 0,-1-1-1320,13 0 0,3 0 1320,-4 1 0,3-1 0,-4 1-1346,1 0 1,-1 0 1345,1 0 0,3 0 0,-3 0 0,-10 0 0,-1 1 0,-3 0 292,6 0 1,1 0-293,-1 0 0,5 0 0,0 0 0,-6 0 0,-1 0 0,-2-1 0,12 0 0,5 1 0,-10-2 0,-3-2 0,-11 2 0,-1-2 0,-8 1 0</inkml:trace>
  <inkml:trace contextRef="#ctx0" brushRef="#br0" timeOffset="301456">25399 15374 1796,'-6'0'74</inkml:trace>
  <inkml:trace contextRef="#ctx0" brushRef="#br0" timeOffset="303373">24133 15626 5734,'7'-3'0,"-2"0"0,0 3 0,5-2 0,-3 1 0,14-2 0,-8 1 0,20 0 0,-16 1 0,9 1 0,-7 2 0,-6-1 0,4 2 0,-6 1 0,-4 0 0,0 2 0,-7 5 0,-3-1 0,-4 4 0,-7 4 0,1-3 0,-6 6 0,-10 10 0,10-10 0,-10 11 0,14-11 0,2-1 0,1 0-258,-8 18 258,19-27 0,3 2 0,1-3 0,4 1 0,1-5 0,1-1 0,2-1 258,1-2-258,1-1 0,2-1 0,19-5 0,-15 1 0,14-5 0,-21 4 0,-2 0 0,2-6 0,-5 5 0,1-3 0</inkml:trace>
  <inkml:trace contextRef="#ctx0" brushRef="#br0" timeOffset="303591">24137 15705 5734,'10'5'0,"-1"0"0,2-2 0,8 1 0,15-1 0,-5-1-2346,6-2 2346,-17-1 0,0-1 132,-3 1 1,1-1 0,-1 1-1</inkml:trace>
  <inkml:trace contextRef="#ctx0" brushRef="#br0" timeOffset="303892">24561 15786 5734,'4'4'0,"4"0"0,-1-3 0,4 0 0,3-1 0,-3 0 0,4 0 0,-4 0 0,5 0 0,-3 0 0,13 0 0,-13 0 0,6-1 0,-7 0 0,-3 0 0,2 0 0</inkml:trace>
  <inkml:trace contextRef="#ctx0" brushRef="#br0" timeOffset="304472">25004 15607 5734,'-10'1'0,"-1"2"0,0 1 0,-11 13 0,10-6 0,-11 20 0,18-17 0,-3 15 0,8-8 0,-1-1 0,4-2 0,3-6 0,0-3 0,9 1 0,-5-8 0,5-1 0,2-12 0,-7 2 0,12-17 0,-14 13 0,4-9 0,-6 4 0,-3 6 0,0-4 0,-2 7 0,0 1 0,-1 2 0,0 3 0,-2 12 0,1 0 0,0 9 0,1-4 0,0 1 0,0 1 0,1 0 0,7 27 0,-5-21-247,6 18 247,-7-30 0,-1 1 0,-3-3 0,0-2 0,-1-5 0,-1-3 0</inkml:trace>
  <inkml:trace contextRef="#ctx0" brushRef="#br0" timeOffset="305055">24040 16266 5734,'45'-4'0,"0"0"0,-7 0-3105,5-1 3105,-19 2 0,2 1 0,15-3 0,2 1 0,-9 1 0,1 1 0,10-2 0,2 0 0,1 1 0,-3 1 0,-10 0 0,0 0 0,9 1 0,0 0 0,-5 1 0,-2 1 0,-10 0 0,-1 0 0,6 1 0,-2 1 238,2 0-238,-5 2 0,-5-3 0,-3 1 0</inkml:trace>
  <inkml:trace contextRef="#ctx0" brushRef="#br0" timeOffset="332238">8641 2961 5734,'-3'26'0,"1"-3"0,1-5 0,1-4 0,-3 16 0,2-15 0,-2 10 0,1-3 0,0-5 0,-1 7 0,0-5-379,0 1 379,-1 3 0,1 3 0,-3 17 0,1-8 0,-2 13 0,3-22 0,1-1-428,-1 15 428,2-14 0,0 1 0,0 1 0,2 0 0,-1 14 0,1 3 0,1 1 0,1 0 0,0-13 0,2 4 0,0-2 0,1-4 0,2-1-403,0 6 0,0 0 403,0-9 0,-1-3 0,3 10 0,4 11 0,-3-14 0,2 7 0,-4-17-103,-1-2 103,-1-3 244,0-2-244,-1-3 484,-1-2-484,0 0 865,-2-4-865,1-1 123,-2-5-123,-5-11 0,-1 1 0,-3-10 0,1 2 0,1-2 0</inkml:trace>
  <inkml:trace contextRef="#ctx0" brushRef="#br0" timeOffset="334007">8561 2722 5734,'20'3'0,"-4"0"0,10 2 0,5-1 0,-5-1-1093,14-3 1,12 0 0,-6-1-100,-12 0 0,0 0 1192,0 0 0,6-1 0,0 0 0,-6 0 255,-2 0 0,-2-1-255,1 0 0,3 0 0,-2 0 0,6-1 0,1 1 0,-6 1 0,2-1 0,1 0 0,0 2 0,1-1 0,-2 1 0,7 0 0,0 0-8,-6 0 0,1 1 0,0 0 8,-1 1 0,0 1 0,2 0 0,-1-1 0,2 2 0,0-1 0,-2 0-187,6 1 1,-1-1 0,1 1 186,6 0 0,1 1 0,-5-1 0,-4-1 0,-4 1 0,3-1 0,-1 1 0,1-1 0,0 1 0,0-1 0,0 1 0,-1-1 0,2 1 0,-4 0 0,2 0 0,-1 0 0,5 1 0,1 0 0,-8-1 0,2 1 0,-1 0 0,-1 0 0,-1 0 0,-2 0 0,7 1 0,-2-1 0,-6 0 0,1 0 0,1 0 0,7 1 0,1-1 0,-3 0 0,0 0 0,0 0 0,-3-2 0,3 1 0,1 0 0,-6-1 0,2 0 0,-2-1 0,11 0 0,2-1 0,0 0 0,-2-1 0,-9 1 0,0-1 0,10-1 0,0 0 0,-16 1 0,2-1 0,6-1 0,8 0 0,0 0 0,-5 0 0,3 0 0,0 0 0,-3 0 0,5 0 0,-1 0 0,-7 0 0,-6 1 0,-4 1 0,2-1 0,0 0 0,-1 0 0,2 0 0,12-1 0,0 0 0,-10 1 0,0 0 0,9-1 0,-1 0 0,-13 1 0,0 0 0,8 1 0,2-1 0,7 1 0,0 0 0,-8 1 0,-1-1 0,3 1 0,-4 1 0,-3 1 0,-1 0 0,9 2 0,-10-1 0,7 2 0,-1-1 0,-9 0 0,-2-2 0,0 0 1466,5 0-1466,12 0 0,3 0 0,-11-1 0,10 1 0,-4-2 0,-11 1 0,7-1 1055,-14 0-1055,-2 1 1829,-2 0-1829,-3 0 83,-3 0-83,-1-1 862,3 1-862,-6 0 439,0-1-439,-7 0 0,-5-5 0,0 2 0,-1-2 0,1 1 0,-1 1 0,1-1 0,-1 2 0,3 1 0,-1 2 0,0 0 0,0 2 0,1 0 0,-1 2 0,0 1 0,-2 8 0,0-1 0,-1 6 0,-2 7 0,1-3-750,-2 11 750,3-5 0,0 3-1171,-1 5 1171,1 3 0,1 4 0,1-9 0,0 1 0,1-7 0,1 0 0,-1 9 0,-1 2 0,1 2 0,1-1 0,0-8 0,0-1 0,-1 9 0,0 2 0,1-1 0,-1-1 0,2-10 0,-1 0-799,0 10 1,0-1 798,1-14 0,0 1 0,0 19 0,-1 2-551,1-9 0,0 1 551,0 7 0,-1-2 0,1-12 0,1-4 0,-1 10 444,0-1-444,1-2 0,0 0 0,0 3 427,0-8 0,0 1-427,0 6 0,0-18 1643,0 10-1643,0-22 1679,0-1-1679,1-1 0,-1-2 0,0-1 0,0 0 0,0-1 0,0 0 0,-2-2 0,0 1 0,-3-1 0,1 1 0,-6 0 0,1-2 0,-4 0 0,0 0 0,-2-1 0,-2-1 0,-3 0 0,-4 0 0,-2 0 0,-8-1 0,0 1-984,0 0 0,-1-1 984,-2 2 0,3 0 0,-8 1-914,3 1 1,-8-1 0,5 1 913,9 0 0,0 0 0,-9 0 0,-5-1 0,5 1-310,5-1 0,2-1 310,-4 1 0,-1-1 0,0 1 0,0-1-203,2 1 0,2 0 203,11 1 0,0 0 0,-20 1 0,0-1 0,17 0 0,0 1 0,-15-1 0,0 0 0,10 0 0,3-1 0,6 1 0,-1 0 0,-7-1 0,-1 0 0,-2 1 0,1 0 0,5 0 0,1 0 0,-8 0 0,-3 0 0,-2 0 0,1 0 0,8 1 0,0-1 157,-11 0 0,0 1-157,12 0 0,2 0 0,-2 0 0,1 0-157,-1 0 0,1 1 157,0 0 0,0-1 0,0 1 0,0 0 0,0 0 0,0 0 0,0-1 0,0 1 0,0 0 0,-1-1 0,1 1 0,0 0 0,-1-1 0,0 1 0,2-1 0,-2 1 0,-12-1 0,-1 0 0,12 0 0,-1 0 0,-8 0 0,-1-1 0,3 0 0,1-1 44,-1 0 0,0 0-44,0 0 0,0 0 0,6 0 0,1 0 0,1-1 0,2 1 0,-14-2 0,9 0 0,0 0 0,-2-1 0,-9-2 778,15 2-778,-11 0 0,10 0 896,-10 0-896,13 0 0,-15-1 0,8 0 600,-12 1-600,11 1 0,0 1 0,-8 1 0,-1 0 0,20 0 0,0 1-53,-20 0 1,2 0 52,6 1 0,-1 0-187,1 1 187,-1 0 0,-7 1 0,-1 0 0,19-1 0,1 0 69,-20 1 1,0 0-70,18 0 0,2 0 1,-15 1-1,16-1 0,-1 0 0,-19 3 0,11-1 0,-8 1 523,7 0-523,9-2 362,-6 2-362,2-2 0,9-1 552,-7 1-552,-16 1 0,23-3 0,-19 1 0,30-3 0,0 0 1097,1 0-1097,-1 0 990,-6 0-990,6 0 0,-6 0 0,2 1 0,7-1 0,-4 0 0,9-1 0,1-1 0,2 0 0,1-1 0,6 0 0,1 0 0,4-1 0,0 0 0,-1-1 0</inkml:trace>
  <inkml:trace contextRef="#ctx0" brushRef="#br0" timeOffset="340188">16069 12816 5734,'-15'0'0,"-2"1"0,-2 0 0,-18 1 0,4 0-359,10 0 0,-3 0 359,-18 4 0,-2 0-600,15-2 1,-3 1 599,-6 0 0,-7 2 0,-1 1 0,6-2-1231,-3 1 1,0-1 1230,11-1 0,-3 1 0,-1-1 0,1 0 0,-6 1 0,2-1 0,1 0-301,8-1 0,2 0 1,-5 0 300,-3 0 0,-6 0 0,-1-1 0,0 1 0,6-1 0,2 0 0,3-1 0,-4 0 0,2-1 0,-5 0 0,-2 1 0,-1-1 0,1-1 0,4 1-114,-7-1 1,4 0-1,0-1 1,0 1 113,-2 0 0,0-1 0,1 1 0,0 0 0,-7-1 0,1 1 0,5 0 0,6 0 0,4 1 0,0 0 0,0 1 0,1-1 0,-1 1 0,3 0 0,-1 0 0,-11 2 0,1 1 0,11-2 0,0 1 0,-7 1 0,1 1 0,-9 2 0,17-2 0,0 0 0,-11 4 391,15-4 0,2 1-391,-3 1 1363,4-1-1363,4 0 716,3-2-716,0-1 1557,5 0-1557,-1 0 1046,6-1-1046,0 0 270,2 4-270,1-2 0,1 4 0,1-3 0,0 0 0,1 1 0,0 1 0,0-1 0,0 1 0,0 0 0,1-1 0,-1 0 0,0 0 0,1-3 0,0 1 0,-1-3 0,1 2 0,-1-2 0,1 2 0,-2-2 0,0-1 0,1 0 0,4 5 0,-1-1 0,3 5 0,-3-1 0,5 22 0,-2-6-431,4 20 431,-6-17 0,0 0-872,-1-5 1,-1 2 871,3 8 0,-1 2 0,1 6 0,0-1 0,-2-7 0,1-1 0,1 10 0,0 2 0,1-1 0,0-1 0,-2-9 0,0-1-835,2 9 1,-1 0 834,-1-13 0,-1-1 0,1-1 0,-1 0-453,0-1 1,0-1 452,5 24 0,-1-3 0,-3-14 0,0 1 0,1 14 0,-1-16 0,-1 0 0,1 8 0,0-1-338,0-2 338,0-2 0,-1-1 0,1-2 0,-2-5 0,0 0 0,1 5 353,1 5 0,-2 0-353,0-9 0,0 18 0,-3-25 0,1 27 0,0-23 757,0 4 1,1-2-758,0-14 1215,3 7-1215,-2-14 966,6 1-966,-1-2 664,4 2-664,14 1 0,-7-2 20,14 3-20,4-3 0,-6-1-438,14 0 438,-17-2 0,0 0-1604,19-1 1604,-15 0 0,2 0 0,6-1 0,1 1 0,-7-1 0,0 1-1111,13-1 1,1 0 1110,-9 0 0,-2 0 0,3 0 0,1-1 0,2 1 0,0 0-736,1-1 1,1 1 735,2-1 0,-1 0 0,-13 1 0,-1-1 0,1 0 0,0 0 0,1 0 0,-1 0 0,2-1 0,0 1 0,0-1 0,0 1 0,1-1 0,0 0 0,0 0 0,0 0 0,0 0 0,-1 0 0,1 0 0,1-1 0,-1 1 0,2-1 0,1 1 0,2-1 0,-3 1 0,2-1 0,0 1 0,2 0 0,0-1 0,-3 2 0,2-1 0,0 0 0,0 0 0,-1 1 0,-1-1 0,2 1 0,-2-1 0,0 0 0,-1 1 0,-1 0 0,4 0 0,0 1 0,-2-1 0,-5 2 0,1-1 0,-1 1 0,5-1 0,3 0 0,-3 1 0,-8 0 0,-1 0 0,19-1 0,-3 1 0,-11 0 0,-14 0 0,3 0 277,-15 1-277,-6-1 2369,1 1-2369,-2 0 3088,0-1-3088,-1 1 0,-4-4 0,0-1 0,-4-2 0,0-2 0,-2-4 0,-1-3 0,-3-7-932,0-4 932,-2-7 0,-1-8 0,2 1 0,1-3-1541,1 6 0,1-2 1541,0 4 0,0-3 0,-1-1 0,1 3 0,0-1 0,0 0 0,0 1-574,-2-4 1,2 2 0,-2-3 573,1 2 0,-1-2 0,0 0 0,0 2 0,1-1 0,0 3 0,0 0 0,-1 0 0,1 1 0,-1-1 0,1 3 0,0-1 0,0 1 0,0 2 0,0 1 0,0 0 0,-4-12 0,-1 1 0,2 5 0,-1-2 0,2 6 0,-2-5 0,1 1 0,2 3 0,0-7 0,0 0 0,-1 0 0,-1-2 0,6 7 0,11-5 0,11 15 0,6 1 0,5 0 0</inkml:trace>
  <inkml:trace contextRef="#ctx0" brushRef="#br0" timeOffset="342696">19601 12876 5734,'-4'0'0,"1"0"0,1 0 0,-1 0 0,0 0 0,-1 0 0,0-1 0,-1-1 0,-1 0 0,0 0 0,-1 0 0,-5-2 0,3 2 0,-4-2 0,-15-1 0,10 1-403,-17-2 403,15 3 0,-2 1 0,-1-1 0,-3 0 0,-1 0 0,-3-1-904,-1 0 904,-3-1 0,-3 0-1151,-3-1 1151,-1 1 0,-3-1 0,-3-1 0,12 3 0,-2 0 0,10 0 0,-3 1 0,-5 1 0,-7-1 0,-1 1 0,6 1-1191,-3-1 0,0 1 1191,-4 0 0,-5 0 0,1 1 0,5 2 0,1 1 0,2-1 0,0 0 0,-1 1 0,-2 1 0,-6 0 0,0 0 0,7 0 0,4-1 0,-2 1 0,4 0 0,-8 1 0,-4 1 0,0-1 0,4 1 0,7-2-447,-8 2 0,3 0 447,-3 0 0,-7 1 0,2 0 0,9-1 0,9 1 0,5-1 0,-15 3 0,17-3 0,-1 0 0,-17 6 0,13-4 0,-7 2 888,16-4-888,2 1 0,3-2 2672,-2 2-2672,7-3 1139,-1 0-1139,4-3 1035,4 0-1035,-1 0 0,3-1 0,0 0 0,0 0 0,0 0 0,-1 1 0,-1 0 0,0 0 0,-1 0 0,-1 0 0,-1-1 0,2 0 0,-1 0 0,3 0 0,0 0 0,0 1 0,2-1 0,3 3 0,-2-1 0,1 4 0,-4 1 0,-3 19 0,-2-1 0,0 6 0,1-6 0,2-8 0,-2 8 0,1-6 0,-1 7 0,2 0 0,2-6-304,0 8 304,3-8 0,1 1 0,1 0 0,0 2 0,1 1 0,0 1 0,2 1 0,1 1-727,-1 2 727,2 1 0,1 0 0,4 15 0,-2-11 0,3 12 0,1-1 0,-2-11-1020,4 12 1020,-6-15 0,1 0 0,4 14 0,-3-8 0,1 1 0,-4-11 0,0 1-499,2 3 1,0 4-1,-2-5 499,1 5 0,-2-7 0,0 0 56,-1 0-56,0 0 0,0 0 0,-1 1 0,0 1 0,-1-4 0,-1 1 0,-1-3 0,1 1 0,0 4 0,-1-1 162,2 14-162,-2-11 0,-1-3 0,1 0 0,0 9 0,0-12 1803,0 7-1803,1-8 0,-2-6 0,2 1 610,-3-4-610,1-4 916,-1 1-916,1-6 0,-2 0 0,1-2 0,-1 0 0,0-2 0,0-1 0,2 0 0,-1-1 0,0-2 0,0 1 0,1 0 0,-1 0 0,1 1 0,-1 0 0,1 0 0,2-1 0,2-1 0,11-3 0,7 0 0,3 0 0,-1 0 0,0 1-824,7-2 0,0 1 824,-7 2 0,-2 0 0,16-2-712,-8 2 1,8 0-1,1-1 1,-4 1 711,2 0 0,4-1 0,-9 2 0,8-2 0,5 1 0,1 0 0,0 0 0,-5 0 0,-7 0-414,2 1 1,-7 0 0,4 0 413,3 0 0,6-1 0,1 0 0,-3 1 0,-6-1 0,2 1 0,-3-1 0,0 0 0,3 0 0,-3-1 0,7 0 0,-1 0 0,-6 1 0,2-1 0,-1 0 0,-2 0 0,1 1 0,-3-1 0,6 0 0,0-1 0,10 0 0,-2 0 0,-15 2 0,-2-1 0,11 0 0,-1 0 0,-10 1 0,0-1 0,6 1 0,-1-1 0,9-1 0,-4 0 0,-4 0 1428,-4 0-1428,5 0 0,-12 1 1681,3 0-1681,-12 2 1429,-4 0-1429,-1 1 1171,-6 2-1171,-1-1 25,0 0-25,-2 1 0,2-1 0,-3 1 0,1 1 0,0-1 0,0 0 0,0-5 0,0-7 0,-2-3 0,0-4 0,-1-9 0,0 3-914,-1-13 914,0 4-1183,-1-4 1183,-2-6 0,3 19 0,-1-1 0,-2-16 0,-1-3 0,1 10 0,-1-1-431,2 4 1,-1-2 0,0-1 430,-2-3 0,0 0 0,0 2-1100,-2-9 1,1 1 1099,0 4 0,0 0 0,0 1 0,-1-4 0,0 2-74,1-1 1,-1 0 73,0 1 0,-1-1 0,2 5 0,0-2 0,0 2 0,-1-5 0,0 0 0,2 8 0,-1-2 0,1 2 0,-2-11 0,0 3 0,3 12 0,-1 0 0,0-6 0,0 2 0,2 8 0,1 2 0,-2-8 0,-1-4 935,4 19-935,2 3 2696,0 2-2696,1 3 1298,1 1-1298,0 2 641,8 6-641,-4 11 41,1 0 0,-7 7 0,-3-8 0</inkml:trace>
  <inkml:trace contextRef="#ctx0" brushRef="#br0" timeOffset="344198">13797 15136 5734,'-17'-21'0,"4"3"0,9 12 0,2 1 0,3 3 0,3 3 0,16 14 0,1 1-977,1 3 1,4 4 0,-1-1 976,-1 0 0,0 0 0,1 2 0,3 2 0,0 0-808,-2 0 1,0 1 0,-1-2 807,6 6 0,1 0 0,-5-3 0,1 1 0,1 0-128,2 2 0,1 1 1,-2-2 127,-6-6 0,-1 0 0,2 1 0,6 6 0,2 3 0,-1-3 0,1 2 0,0 1 0,-2-4 0,2 3 0,-2-2 0,-7-7 0,-1-1 0,1 0 0,5 7 0,1 0 0,0 0 0,-2-3 0,-2 0 0,0-2 0,3 4 0,0-1 0,-5-4 0,1 0 0,-2-2 0,0 0 0,-1-3 0,-1 1 0,-1-1 0,-1-2 0,-1-1 0,15 14 526,-14-14 0,0 0-526,4 4 0,-1-2 0,9 7 958,-1-1-958,-26-20 2096,0-1-2096,-3-1 1333,2 1-1333,-2-1 0,1-1 0,-1 1 295,0-1-295,1 0 0,-1-1 0,-3-3 0,0 0 0,-3-1 0,2 0 0,0 3 0,0-2 0,0 2 0,-1-1 0,1 0 0,1 0 0,-1-1 0,0 1 0,0-1 0,1-1 0,-2-1 0,1-1 0,-5-7 0,2 1 0,-2-5 0,3 2 0,-3-9 0,0-2 0,-1-1-494,-1 0 1,1 1 493,2 3 0,-1-1 0,-5-11 0,0-2 0,0 1 0,0 1 0,0 0 0,-3-2 0,8 18 0,-4-9 0,9 21 0,0-2 0,2 4 987,-2-1-987,1 4 0,2 2 0,5 4 0,1 1 0,5 5 0,-2-3 0,7 8 0,-3-2 0,6 5 0,3 5 0,-4-4-647,6 6 647,-7-5 0,4 7 0,1 1 0,0 1-518,-1 0 0,-2-2 518,-8-8-237,0 4 237,-4-6 0,1 3 0,-7-9 0,-1-1 560,-2-1-560,-8 3 1076,-11 2-1076,-2-3 0,-2-1 0,-15 6-589,12-7 0,1-1 589,-7 2 0,10-3 0,-1 1 0,-12 3-515,13-4 0,0 0 515,-6 3-461,3-1 461,3-2-202,-2 1 202,9-3 1179,0 0-1179,9-3 1099,2-1-1099,1-1 593,2 0-593,1-1 284,8 2-284,-1-1 0,5 1 0,-3 0 0</inkml:trace>
  <inkml:trace contextRef="#ctx0" brushRef="#br0" timeOffset="346465">18426 14915 5734,'-6'-8'0,"2"1"0,3 7 0,1 1 0,0 3 0,0 4 0,7 23 0,-2-8 0,4 11 0,2 3 0,2 1-968,-3-6 0,2 5 0,-1-4 968,-3-7 0,1-2 0,4 16 0,1 1-847,-3-6 0,0-1 847,-2-7 0,0 0-266,2 8 1,1 2 265,1 1 0,-1 0 0,-2-9 0,0 0 0,3 8 0,1 1 0,0 0 0,1-2-303,-4-8 1,1 0 302,3 8 0,1 1 0,-2-8 0,0 2 0,0-3 0,-2-1 0,2 2 0,3 6 0,4 7 0,0 1 0,-5-9 0,-4-9 0,-1-2 0,5 9 0,2 5 0,-4-9 268,-6-9-268,-3-6 496,0 1-496,-2-2 1420,-1-6-1420,0 3 3276,-2-7-3239,-1 1 200,0-3-237,-1 0 0,-3-2 0,1 0 0,-1 0 0,1 1 0,-1-1 0,1 0 0,-1 0 0,-1-2 0,1 0 0,-2-1 0,-6-5 0,5 3 0,-5-5 0,4 0 0,2 2 0,-1-2 0,1-1 0,1 3 0,-1-4 0,0-2 0,1 3 0,-2-6 0,1 4 0,-4-8 0,-1-2 0,-6-9 0,7 12 0,-2 1 0,8 12 0,1 2 0,1 1 0,1 0 0,-2 1 0,2 2 0,-2-2 0,2 3 0,0-1 0,1 2 0,1 0 0,-2 1 0,1 1 0,-1 1 0,2 0 0,1 3 0,0 1 0,3 9 0,-1-1 0,4 17 0,-1-9 0,2 11 0,1 4-1050,-1-8 1050,3 10 0,-4-12-483,0-1 483,-1-1 0,1-2 0,0-2 0,2 6 0,-4-8 0,2 2 0,-3-10 0,-1 1 0,-1-4 994,1-1-994,-2-4 539,0-1-539,-1 0 0,-1-14 0,-1-10 0,0-4-386,1-3 386,1 10 0,4-27 0,-1 18 0,3-19 0,0 19 0,3-3 0,2-1 0,-1 8 0,-1 9 0,-2 9 386,0 0-386,3 1 0,4-2 0,-1 2 0,3-1 0,-5 2 0,1 0 0,-7 2 0,-6-1 0,-10 4 0,-5-1 0</inkml:trace>
  <inkml:trace contextRef="#ctx0" brushRef="#br0" timeOffset="347914">14783 17080 5734,'-9'2'0,"1"0"0,1 0 0,5-2 0,-1-2 0,8-2 0,1 0 0,6-4 0,26-11 0,-14 9-714,20-10 714,-23 14 0,0 0 0,15 1 0,-14 4-418,19 8 418,-28 1 0,4 10 0,-15 12 0,-4-3 0,-5 14 0,0-15 0,-2 1 0,-6 17-821,5-14 0,-1 0 821,-5 13 0,0-1-1061,1 0 1061,3-2 217,1 0-217,6-16 0,2 2 0,4 5 0,2-1 0,0 13 0,14-2 0,-3-35 304,11-12-304,-5-2 0,7-9 0,-9 0 0,-2-1 0,1-10 0,-6 5 0,-3-7 0,-6 8 0</inkml:trace>
  <inkml:trace contextRef="#ctx0" brushRef="#br0" timeOffset="348065">14922 17481 5734,'26'-9'0,"-2"-1"0,11-5 0,1-2 0,6-4-656,-7 4 1,-1-2-1,3-4 1,-1-2 0</inkml:trace>
  <inkml:trace contextRef="#ctx0" brushRef="#br0" timeOffset="348470">15401 17038 5734,'-2'13'0,"1"-1"0,1 8 0,1-1 0,1 4 0,2 4-435,-1 2 435,1 4 0,-1-8 0,0 2-1598,2 15 1598,-1-14 0,-1 0 0,2 11 0,-2-13 0,0 0 0,2 11 0,-1 8 290,-1-13-290,-3-10 0,-2 0 0,-4-12 0,-3-7 0,0-7 0,-2-4 0</inkml:trace>
  <inkml:trace contextRef="#ctx0" brushRef="#br0" timeOffset="348665">15139 17050 5734,'7'4'0,"9"1"0,1-3 0,10 0 0,12-8 0,-5 1-506,-11 0 1,1-1 505,5-1 0,-1-1-1528,16-5 1528,-15 4 0,1-1 0,2-1 0,-2-1 0,6-1 0,-10 3 0,-2 1 0,-4 4 0</inkml:trace>
  <inkml:trace contextRef="#ctx0" brushRef="#br0" timeOffset="348867">15404 17492 5734,'-4'1'0,"0"-2"0,3-1 0,6-10 0,4 0 0,8-9 0</inkml:trace>
  <inkml:trace contextRef="#ctx0" brushRef="#br0" timeOffset="350513">18537 16806 5734,'-5'7'0,"2"2"0,6 14 0,0-1 0,2 12 0,3 11-1471,0-7 1471,-3-12 0,0 2 0,1 3 0,1 1 0,-3-8 0,1 1 0,2 16 0,0 3 232,-1-1 1,-1 0-233,-1-6 0,0-3 0,0 1 0,-3-12 242,-4-24-242,-4-40 0,3-3 0,0-3-1216,1 11 1,2 0 1215,-1-11 0,2 0 0,2 9 0,2 3-375,-1 8 0,0 1 375,1-7 0,2 0-474,1 5 0,0 1 474,5-12 0,-1 9 0,1 1 0,5-1-352,0 4 0,1 2 352,2 3 1320,8-6-1320,-14 19 1248,5 3-1248,-5 5 1278,4 2-1278,-9 5 1288,-1 2-1288,-3 3 463,-2 2-463,-10 20 0,-2-11 0,-8 16 0,-7-6-1043,4-9 1043,-9 7 0,-3-5 0,8-9 0,-6 2-645,-3-9 645,14-5 0,-8-1 0,14-5 0,5 0 0,0-1 971,5 2-971,4 0 717,10 5-717,1 2 0,20 11 0,-4 2 0,0 1 0,-7-7 0,0 0-400,14 12 1,-1-2 399,-7-5 0,7 2 0,-13-10-84,-3-2 84,-2-2 0,-4-2 0,-2 0 0,0 1 0,-4-3 792,0 0-792,-3-2 91,-1-1-91,0 2 0,-2 0 0,-1-1 0,0 1 0,0-1 0,1 1 0,2-1 0</inkml:trace>
  <inkml:trace contextRef="#ctx0" brushRef="#br0" timeOffset="350834">19085 16866 5734,'-5'6'0,"1"1"0,-7 20 0,5-8 0,-4 16 0,4 2-693,4-6 693,0 10 0,6-12 0,1-1 0,4 8 0,-2-9 0,2-2 0,4-4 226,7-2-226,-5-11 0,6-4 0,2-33 0,-11 5-98,3-20 98,-18-1-1286,-3 9 1286,1 12 0,-1 0 0,-4 1 0,-1 1 0,-4-10-426,-7-7 426,7 18 0,0 3-20,2 5 20,1 3 174,2 5-174,2 1 1244,1 4-1244,1 3 213,4 6 0,3 0 0,6 1 0</inkml:trace>
  <inkml:trace contextRef="#ctx0" brushRef="#br0" timeOffset="351088">19595 16765 5734,'6'-14'0,"-1"-7"0,-3 7 0,-5-5 0,-11 8 0,-1 5 0,-9 4-822,1 9 822,-4 6 0,-1 5 0,-1 6 0,4 7 0,1 4 0,9-12 0,1 1 0,-1 8 0,-2 5 0,5-4-782,5-6 0,3 0 782,-1 8 0,2 1 0,6-3 0,4-2 0,6 14 0,3-12 0,4-3-647,3-13 1,1-4 646,-1 0 0,2-2-370,1-7 0,0-3 370,9-6 244,-2-4-244,-6 1 0,-7-1 0,-5 0 0,-6-1 0</inkml:trace>
  <inkml:trace contextRef="#ctx0" brushRef="#br0" timeOffset="352035">15640 16578 5734,'-39'-14'0,"-1"1"0,4 0 0,-4 2 0,0 5 0,-7 2 0,-1 1 0,6 0-1639,-5 1 1,0 1 1042,3 0 0,-7 0 0,2 1 0,7 2 871,4 3 1,3 4-276,1 1 0,-4 3 0,0 1 0,3 0-5,4-2 1,2-1-1,-3 5 5,-6 4 0,-5 4 0,-1 3 0,2 0 0,6-2 0,7-2 0,4-1 0,-1 4 0,0 3 0,-3 4 0,1 2 0,2 0 0,5-3-204,4 1 1,4-2 0,2 3 203,-1-1 0,1 1 0,1 2 0,4 0 0,3 5 0,5 1 0,2 0 0,0-1 0,0 2 0,2-1 0,5 4 0,2-11 0,3 4 0,2 2 0,3 0 0,0 0 0,0-3 0,-1-4 0,3 2 0,-1-5 0,2 0 0,4 1 0,1-2 0,4 2 0,3 1 0,2 0 0,-1-2 0,0-3 0,-3-5 0,4-1 0,-1-6 0,0-3 0,3 1 0,1 0 0,1 0 0,2-1 0,1-2 0,1-3 0,-5-5 0,1-2 0,1-2 0,1-2 0,-1-1 0,2-1 0,-4 0 0,0-2 0,0-1 0,1 0 0,1-2 0,0-1 0,1 0 0,-3 0 0,1-1 0,1-1 0,1-1 0,0 0 0,-1-1 0,0 0 0,-1 0 0,-2 0 0,5-3 0,-1 1 0,-1-2 0,-1 1 0,-1-2 0,0 1 0,0-2 0,-2 0 0,0 0 0,-1-2 0,0 0 0,-2 1 0,-1-1 0,-2 1 0,1-3 0,-3 1 0,-1-1 0,-1 1 0,-1-1 0,6-7 0,-1 1 0,-1-2 0,-2 0 0,-2 2 0,-1-2 0,-1 1 0,-2-1 0,-3 1 0,0-1 0,-2 1 0,-1-1 0,2-10 0,-3 1 0,-2-1 0,-3 2 0,-2-1 0,-3 1 0,-2 1 0,-3 1 0,-4-1 0,-4 2 0,-4 0 0,-2-1 0,0 4 0,-3-2 0,0 3 0,-4 0 0,1 3 0,-2 0 0,-2 0 0,-3 4 0,-3 4 0,-4 3 0,-1 1 0,-3 2 0,-1 2 0,-4 1 0,-1 1 0,0 1 0,2 0 0,-2-2 0,1 1 0,0 1 0,-2 1 0,-5 0 0,-3 2 0,3 1 0,5 2 0,0 2 0,4 3 0,2-1 0,0 0 0</inkml:trace>
  <inkml:trace contextRef="#ctx0" brushRef="#br0" timeOffset="352766">19469 16209 5660,'-37'-7'0,"0"0"0,1 1 0,1 0 0,0 1 0,-1 0 0,-3 3 0,-1 1 0,1 1-1368,-6-1 1,-3 2 1367,11 2 0,-5 0 0,-3 1 0,3 0 0,4 0-865,0 1 0,4 0 0,-3 0 865,-3 2 0,-3 0 0,0 0 0,2 2 0,-4 3 0,2 1 0,2 0 30,9-3 0,1 0 0,-3 3-30,-2 2 0,-4 3 0,-2 1 0,2 1 0,5-3-140,2 1 0,3 0 0,-2 1 140,-2 1 0,-3 3 0,1 0 0,3 1 0,1 5 0,4 0 0,2 0 0,-5 6 0,2 0 0,5-4 0,0 2 0,3 1 0,5 3 0,2 2 0,2-2 0,1 8 0,2 1 0,2-6 0,1 2 0,5 1 0,7 1 0,5 2 0,2-3 0,-4-9 0,2-1 0,4 2 0,1-2 0,4 2 0,2 1 0,0-2 0,0-3 0,5 2 0,0-4 0,3 0 0,-2 0 0,0 0 0,5 0 0,7-4 0,-7-10 0,5-1 0,5-1 0,2-1 0,2-1 0,0-1 0,-2 0 0,-3-2 0,-3 1 0,4 0 0,-5-1 0,-1-1 0,2 0 0,5 0 0,-4-1 0,4 2 0,3 0 0,2-1 0,0 0 0,0-1 0,-1-1 0,-3-3 0,-4-2 0,10-5 0,-3-3 0,-2-3 0,-2-1 0,-1 1 0,2 0 0,-3 0 0,1-1 0,1-1 0,0-1 0,2-1 0,0 0 0,-2-1 0,-2 0 0,-4-1 0,-3 0 0,-1 0 0,-1-1 0,0-1 0,-1 0 0,0-1 0,-2-1 0,9-5 0,-1-2 0,-1-3 0,-5-1 0,1-3 0,-2 0 0,-3 0 0,1 0 0,-2 1 0,-3-6 0,-7 5 0,0-6 0,0-3 0,-3 0 0,-1 2 0,-2 4 0,-2-8 0,-3 5 0,-2-4 0,-1 6 0,0-4 0,-1-1 0,-1 2 0,-4 4 0,-3 0 0,-3 4 0,-3-1 0,-3 0 0,-2-2 0,-3 1 0,1 2 0,-2-1 0,0 2 0,-3 0 0,0 2 0,-2-1 0,-1 2 0,1 2 0,-3 3 0,0 3 0,-1 1 0,-2-1 0,-1 2 0,0 1 0,0 1 0,-1 0 0,-1 2 0,0 0 0,0 0 0,-1 2 0,0 0 0,0 2 0,0-1 0,0 2 0,0 0 0,0 0 0,1 2 0,-1-1 0,-2 1 0,2 1 0,-4 0 0,1 0 0,2 1 0,-2 0 0,2 1 0,-1 0 0,2 1 0,-1-1 0,0 2 0,3 0 0,-13 0 0,1 1 0</inkml:trace>
  <inkml:trace contextRef="#ctx0" brushRef="#br0" timeOffset="377482">3945 15771 5734,'-3'2'0,"0"0"0,4-1 0,2 2 0,0-1 0,3 7 0,-3-4 0,2 4 0,-2-3 0,-1-3 0,1 2 0,-1-3 0,-1-1 0,0-1 0,2 1 0,-2 0 0,2 0 0,-1 0 0,0 0 0,1 0 0,1 1 0,0-1 0,1 0 0,0 0 0,1 1 0,2-1 0,2 0 0,6 0 0,-2 0 0,6-2 0,1 0 0,-3-1 0,6 0 0,-6 1 0,1-1 0,1-1 0,0 0 0,1 0 0,10-2 0,-6 0 0,7 0 0,1-1 0,1 2-742,0-1 742,-3 2 0,11 0 0,-14 1 0,0 0 0,0 0 0,0-1 0,11-3 0,-9 2 0,17-3 0,-9 0-667,-12 4 1,1-1 666,11-3 0,2 1-465,-2 0 0,4 0 465,-7 1 0,1-1 0,7 0 0,0 0 0,-2 1 0,-3 0 0,7 1-502,-16 2 0,-1 0 502,7 0 0,2 1 0,0 1 0,-2 0 0,-2 0 0,-3 0 486,-16 1-486,-3 0 1097,-1 1-1097,-3-1 1004,2 1-1004,-5-1 1422,1 1-1422,-3 0 0,-1 0 0,-2 2 0,-4 3 0,-1 0 0,-4 2 0,3-4 0,-1 0 0</inkml:trace>
  <inkml:trace contextRef="#ctx0" brushRef="#br0" timeOffset="391526">4022 16060 5734,'8'1'0,"1"1"0,5 2 0,-3-1 0,6 2 0,-1 1 0,-4-1 0,5 3 0,26 4 0,-21-5-558,25 4 558,-30-8 0,1-2-137,1-1 137,1-1 0,1-1 0,11-2 0,-7 0 0,7-4 0,0 0 0,-1 0 0,2-1-533,-1 1 1,-1 0 532,-9 1-171,11-2 171,-9 1 0,8-2 0,-9 3 0,8-2 0,-6 3 0,5-2-227,-10 3 227,0 0 0,0 1 0,0 0-155,0 1 155,0-1 0,0 0 0,10 0 0,-8 0 632,8 0-632,-8 1 0,12-1 0,-7 1 0,9 0 0,4 0 0,1 0 0,4-1 0,-10 2 0,0-1-489,10 0 1,-2 0 488,2-1 0,-14 2-286,-1-1 286,0 1 0,-2-1 0,0 1 0,10 0 0,-10 1 0,9 0 0,-7 0 0,0 0 0,4-1 0,-4 1 0,1-1 0,11-2 0,-8 0 0,-4 1 0,0 0 0,7 0-687,11 0 687,-14 1 0,1 1 0,1 1 0,1 1 0,1 1 0,-10-1 0,0 1 0,15 2-389,-14-2 1,0 0 388,12 1 0,-11-1 0,0 0 0,18 1 0,-18-1 0,1-1 0,2 0 0,-1 0 0,-7 0 0,1-1 0,8 0 0,-1 0 0,-9 0 0,1 0 0,11-2 0,0 1 0,-8 0 0,0-1 0,2 1 0,4-1 0,-1 1 156,2-1 1,0 1 0,1-1-157,10 0 0,1 0 0,-1 0-549,-7 0 1,-1 0-1,0 0 549,-2 1 0,0-1 0,-4 0 0,-6 1 0,2 0 0,10-1 0,5 1 0,-3 0 0,-6 0 0,1-1 0,2 1 0,6 0 0,1 0 0,-2 0-50,3 0 0,-1 0 0,-2 1 50,-4-1 0,0 0 0,0 1 0,3-1 0,0 1 0,-5 0 0,-9-1 0,-4 2 0,2-1 0,0 0 0,0 0 0,-1 1 0,1 0 0,0 0 0,0 0 0,-1 0 0,1 0 0,0 0 0,0 0 0,0 0 0,0 0 0,1 0 0,13 0 0,0-1 0,-9 1 0,1-1 0,10 0 0,-1 0 0,-9 0 0,-3-1 0,2 1 0,1-1 99,-1 0 0,0 0-99,1 0 0,-1 1 0,0-1 0,1 0 0,13 0 0,0 0 0,-10 1 0,0-1-99,10 0 0,-1 0 99,-13 0 0,0 1 0,13 0 0,-1 0 0,-9 0 0,0 0 0,9 0 0,2 0 0,-2 0 0,0 0 0,-11 0 0,2 0 0,2 0 0,3 0 0,-3 0 0,-4 0 0,-2 0 0,11 0 0,0 0 0,-13 0 0,-1 0 0,-1-1 0,3 1 112,3 0 1,3-1-1,1 1-112,2-1 0,0 0 0,0 0-113,0 0 1,0 0 0,0 1 112,-4-1 0,-1 0 0,1-1 0,5 1 0,2-1 0,-4 0 0,-4 0 0,0 1 0,4-1 0,4 0 0,-5 0 233,10 0-233,-1-1 0,0 1 0,-15 1 0,0-1 0,16-1 0,-10 1 0,-1 1 0,5-2 0,0 0 0,-1 0 0,0-1 0,-7 1 0,-2-1 0,1 0 575,1-1-575,-2 1 0,1-1 0,10-3 0,-10 1 0,7-1 0,-14 2 221,7 0-221,-7 1 0,4-1 2036,-8 2-2036,-2 1 0,1-1 0,0 1 0,1 1 0,10-2 0,-6 1 0,20-1 0,-18 3 757,9-1-757,-12 1 0,0 0 504,-3 1-504,2 1 0,-2 0 0,5 1 0,-7-2 0,3 2 503,-8-1-503,3 2 217,-4-1-217,3 2 491,5 5-491,-7-2 197,5 4-197,-11-4 0,-2-1 0,3 12 0,-3-7 0,2 12 0,-3-10 0,1 19 0,1 2 0,0 7 0,-2-4 0,-1-8 0,0 0 0,0 10 0,0 8 0,1 2-1749,-1-5 1749,0-10 0,0 1 0,0-8 0,0-1 0,2 14-194,-2-14 1,1 0 193,0 0 0,-1-1 0,3 14-498,-3-14 0,1 0 498,1 10 0,-1-10 0,-1 0 0,3 16 0,-2-15 0,-1 1 0,2 12 0,0 1 0,0 2 0,-1 2 0,0 3-216,-2-12 0,-1 4 216,0-2 0,0 2 0,-1 0 0,1 8 0,-1 2-135,0-1 0,-1 3 0,1-6 135,0-10 0,0 0 0,0 3 0,0 3 0,0-3 0,0-3 0,1-2 0,-1 10 0,0 2 0,1-2 0,0-1 0,0-9 0,0 0 0,0 10 0,0-1 0,0-11 0,1-2 40,-1 0 1,0 2-41,0 4 0,0 3 0,0-2 0,0-1 0,0-1 13,0 0 1,0 3 0,0-2-14,0 5 0,-1-3 0,1-7 0,-1-1-435,0 9 0,0 0 435,0-11 0,0-2 0,0 0 0,0 1 305,0-1 0,0-1-305,-1 23-96,1-3 96,0-16 0,0-1 0,-1 10 331,0 4-331,1-20 1481,0-5-1481,0-3 1224,0-3-1224,0-2 463,0-2-463,0-1 704,0-1-704,-2 1 0,1-2 0,-1-1 0,-2 1 0,2-2 0,-2 0 0,2-1 0,0 0 0,0 0 0,-1-1 0,0-2 0,-1 0 0,0-3 0,-15-13 0,-10-4 0,-3-3-978,-2 4 978,10 12 0,-3 1-711,-1 1 711,-2 0 0,6 4 0,0 0 0,-14-2 0,12 2 0,0 0 0,-14 0 0,-2-1 0,-1 1 0,12 1 0,-1 1 0,8 0 0,0 1-681,-9-1 0,1 1 681,-14 1 0,-1 1 0,1 1 0,1-1 0,0 2 0,1-1 0,1 1 0,2-1 0,0 0-441,2 0 441,-1-1 0,2-1 0,0-1 0,1-1 0,0-1 0,-3-3 0,-2 0 0,19 2 0,0 1-187,-17-5 0,1 1 187,5 1 0,2 0-109,0 0 109,1-1 0,0 2 0,0-1 0,1 1 651,1 0-651,0 0 0,-4-1 0,-1 0 0,-6-1 0,-2 0 0,-1 0 0,6 1-241,13 3 1,1-1 240,-12 0 0,1 0 300,-1 1-300,1-1 0,1 0 0,-1-1 0,1 0 0,0 0 0,0-1 0,1-1 0,1 0 0,-1-1 0,1 1 499,-1-2-499,9 4 0,-1 0 0,-12-4-203,13 4 0,-1-1 203,-9-1 280,1 1 0,-3 0-280,4 1 0,0 0 0,-7-1 0,0 0 0,-2 1 0,2 1 0,14 2 0,1-1-167,-8 0 0,0 0 167,-13 0 0,3-1-173,0 0 173,13 1 0,0 1 0,-15-3 487,18 3 1,-3-1-488,-10-1 0,1 0 0,-5 0-373,6 0 0,1 1 373,8 1 0,0-1 695,0 1-695,2 1 0,-1 0 0,3 2 0,-1 0 0,1 0 0,-1 1 0,-1-1 395,-1 1-395,-12 1 0,8-1-681,-8 0 681,12 0 0,-14 1 0,9-1 0,5 0 0,-1 1 0,-6-1 0,-9 2 759,0 1-759,10 0 0,1 0 0,-6 1 0,4 0 0,-14 1-555,0 1 0,3 0 555,10-4 0,2 1-611,2-3 1,0 1 610,-8-1 269,11 0 1,-4 0-270,-13 0 0,1 0 0,-2 0-39,1 0 1,0 0 38,-3 0 0,11 0 0,-3 0 0,-2 0 0,-1 1 0,0-1 0,0 0 0,1 1 0,15-1 0,-1-1 0,0 1 0,0 1 0,-15 1 0,15-1 0,0 0 0,-12 3 0,0 0 0,0 0 0,-2 1 0,0 0 0,-1 1 0,-1 0 1486,0 1-1486,12-1 0,-4 2 0,2-2 0,6 0 0,-1-1 197,-4 2 1,-4 1 0,6-2-198,-10 3-1164,0 0 1164,1-1 0,12-5 0,0 1 0,-13 2 0,14-4 0,0 1 0,-8 0 0,-8 1 0,0 0 0,19-3 0,-1 0 0,-9 2 0,-5 0 0,6 0 0,-12 0 0,14-1 0,-4 0 0,3-1 0,6 0 0,0-1 0,-14 3 0,-2-1 0,8-1 0,3-1 0,5 0 0,1 0 0,-8 0 0,-1 1-159,0-1 1,0 0 158,8-1 0,-1 0 0,-19 1 0,-2-1 0,19 0 0,1-1 0,-10 0 0,-1 0 0,-1 0 0,0-1 0,9 0 0,1 1 0,-11-1 0,2 0 0,11 0 0,1 0-558,0 1 0,1 0 558,-1 0 0,1 0 0,1 0 0,-1 0 0,2 1 0,-1 0 602,-22 1-602,16-1 0,-1 1 0,1-1 0,-1 0 136,-6 0 1,0 0-137,9-1 0,2 0 0,-21 0 0,17 0 345,2 0-345,1 0 0,2 0 1014,1 0-1014,2 0 0,3 0 147,-1 0-147,-12 2 0,12 0 928,-10 0-928,17 0 0,0-1 637,-15 0-637,12-2 0,-10 0 0,11-3 0,4 1 403,-4-3-403,2-1 0,4 0 0,-7-7 0,7 3 0,-3-5 0,2-8 0,2 2 0,2 0 0,0-2-1149,-1-10 1149,3 11 0,0-3 0,0-3 0,1 0 0,0 5 0,1 0 0,-2-6 0,0-4 0,0-8 0,-2-5 0,2 3-1506,-1 5 1,1-1 1505,1 5 0,-1-4 0,0 0 0,1 5 0,-1-4 0,0 1-439,1 1 0,-1-2 0,1 1 439,-1-7 0,-1 0 0,2 7 0,-1-2 0,1 1 0,0 0 0,1 0 0,0 2 0,-1-4 0,0-3 0,1 6 0,0-6 0,0-3 0,1 2 0,0 7-129,-1-7 1,1 1 128,0 4 0,0-5 0,0 1 0,1 9 0,1 7 0,0 4 0,1-25 0,1 2 0,-1 14 0,0-1 0,1 9 0,-1 0 0,1-6 0,0 0 0,0-10 0,1 4 0,0 0 0,2-10 0,-1 13 0,1-6 828,-2 18-828,0-3 0,-1 8 2565,0-1-2565,0 7 1187,-1 4-1187,1-3 1154,-2 4-1154,0-1 0,0 2 0,0 2 0,0-1 0,0 1 0,0-1 0,0-2 0,0 0 0,-1-3 0,1 4 0,0 0 0,0 3 0,0 0 0,1-1 0,0 0 0,2 0 0,-1-2 0,3 0 0,4-4 0,10-8 0,-3 4 0,7-3 0,1 3 0,-1 3-859,9-5 859,-3 3 0,5-2 0,4-1 0,-7 1 0,3 1 0,-8 1 0,1 1-977,10-4 0,0-1 977,-9 4 0,0 1 0,0-1 0,0 1 0,1-1 0,0 1-713,0 0 1,0 0 712,0 1 0,0 1 0,-1 1 0,0 0-464,0 1 0,-1 2 464,-2 1 0,0 1 0,8 4 0,-1 2 0,-8 0 0,0 2 0,6 3 0,0 1 0,11 9 0</inkml:trace>
  <inkml:trace contextRef="#ctx0" brushRef="#br0" timeOffset="392723">12765 18425 5734,'-24'10'0,"-8"3"0,9-3 0,-10 3 0,17-7 0,-1 0 0,10-3 0,0 0 0,4 0 0,2 0 0,3-1 0,5 1 0,4 0 0,17 2 0,-2-1 0,1 0 0,2-1-1273,8 1 1273,-11-1 0,0 0 0,13 1 0,1 0-429,-11-1 0,1 0 429,14 2 0,-14-3 0,-1 1 0,8 0 0,-1 0 0,-4-1 0,-3 1-306,-4-1 306,-4-1 0,-4 1 0,-2-1 1108,-12-1-1108,-19-5 943,-4 1-943,-13-5 0,12 1 0,0-2 0,1-2 0,0-2 0</inkml:trace>
  <inkml:trace contextRef="#ctx0" brushRef="#br0" timeOffset="392909">13017 18391 5734,'13'-8'0,"-2"3"0,15-1 0,-7 5 0,6-1 0,1 2 0,-7 2 0,5 1 0,-8 7 0,-7 0 0,-6 17 0,-8-5 0,-7 10 0,-6 8 0,4-9 0,0 2 0,3-2 0,5-13 0,-2 14 0</inkml:trace>
  <inkml:trace contextRef="#ctx0" brushRef="#br0" timeOffset="393421">13630 18480 5734,'-9'-2'0,"1"2"0,-2 2 0,-1 3 0,-3 3 0,0 2 0,-7 12 0,5-4 0,2 10 0,2 1 0,4 0 0,1-3 0,3 0 0,9 3 0,0-9 0,3 4 0,1-8 0,-1-8 0,3 0 0,-4-10 0,0-4 0,1-5 0,-1-4 0,2-16 0,-2 4-851,1-11 851,-4 8 0,-1 1 0,0 0 0,0 2-571,0-7 571,-1 11 0,1-2 0,0 13 0,0 7 0,2 5 0,8 40 0,-6-14 399,0 0 1,0 2-400,2 13 0,-2-10 0,2 8 0,-3-19 623,-1-2-623,-1-5 0,-2-4 0,-1-6 0,0-6 0,-1-2 0</inkml:trace>
  <inkml:trace contextRef="#ctx0" brushRef="#br0" timeOffset="393786">13789 18501 5734,'-2'5'0,"1"-1"0,2-2 0,0 0 0,0-1 0,2 0 0,1 0 0,1-1 0,0 2 0,2 0 0,-2-1 0,3 1 0,-2-2 0,0 0 0,1 0 0,2 0 0,1-1 0,0 1 0,1 0 0,5-1 0,-5 0 0,4-2 0,-6 1 0,-2-2 0,3 1 0,-4 1 0,0 0 0,-2 1 0,-2-2 0,-5 2 0,1 0 0,-5 0 0,2-1 0</inkml:trace>
  <inkml:trace contextRef="#ctx0" brushRef="#br0" timeOffset="394055">13862 18628 5734,'8'2'0,"1"0"0,2-2 0,-1-1 0,12-1 0,-2-1 0,15 0 0,-11 0 0,8 1 0,-19 1 0,5 0 0,-10 0 0,3 1 0,-7 0 0,3-1 0,-2-1 0</inkml:trace>
  <inkml:trace contextRef="#ctx0" brushRef="#br0" timeOffset="394327">14193 18345 5734,'0'10'0,"-1"0"0,4 20 0,0-8 0,1 13 0,1 1 0,0-1-1034,-1-4 1,1-1 1033,1-5 638,-1-3-638,0 3 337,-2-10-337,-1 0 0,-2-14 0,-1-3 0</inkml:trace>
  <inkml:trace contextRef="#ctx0" brushRef="#br0" timeOffset="394937">14387 18166 5734,'-5'-10'0,"-12"-6"0,4 5 0,-21-8 0,10 11 0,0 1 0,-1 1-1606,-11-2 1606,12 4 0,-3 0 0,-5 0 0,1 1 0,5 1 0,0 0 0,-9 0 0,-2 0 0,-4 4 0,1 1 0,9-1 0,-4 3 0,-1 5 0,-9 5 0,-2 3 0,2 0 0,6-3-719,-5 3 0,1 2 719,7-2 0,-6 4 0,-2 2 0,4-1 0,9-3 0,7 2 0,4-1 0,-6 6 0,1 4 0,6 0 0,3 1 0,5-8 0,1 2 0,-5 17 0,4 5 0,9-14 0,3 0 0,0 0 0,-1 7 0,3 0 0,4 7 0,4-6 0,10-6-655,0-17 1,2-1 654,15 5 0,-11-9 0,2-3 0,16 1 0,-20-7 0,1-1 0,0 0 0,2 0 0,10-1 0,5 0 0,-2-1 0,-2 1 0,3 0 0,-4-2 0,6 1 0,0 0 0,-5 0 0,4-1 0,-2 0 0,5-1 0,4 0 0,-5-1 0,-3-1 0,-2-1 0,-7 0 0,2 0 0,-1-4 0,11-10 0,-4-3 0,-9 2 0,-3-1 0,8-5 0,-5-9 0,-17-1 0,-5-9 0,-3 0 0,-1 4-618,0-1 0,-2-2 618,-2 4 0,0-7 0,-2 1 0,-6 7 0,-15-4 0,-4 7 0,6 8 0,-1 0 0,-7-5 0,-1 2 0,9 11 0,1 2 33,-18-13-33,4 3 0,3 2 0,4 3 0,3-1 0,2 3 0</inkml:trace>
  <inkml:trace contextRef="#ctx0" brushRef="#br0" timeOffset="1.16757E6">15045 2934 5734,'-3'-6'0,"-1"-1"0,3 2 0,0 1 0,0 2 0,1 0 0,0 1 0,-1-1 0,4 3 0,-2-1 0,2 2 0,-1-1 0,-2 0 0,1 1 0,0-1 0,0 1 0,2-1 0,1 1 0,0 0 0,2 1 0,-1 0 0,3 2 0,0-1 0,2 3 0,-1-1 0,-1 1 0,3 2 0,0 2 0,1 2 0,15 13 0,-9-8 0,0-1 0,0 0-562,0 0 562,6 4 0,-9-7 0,17 12 0,-16-13 0,12 9-142,-11-12 142,-9-6 0,7 3 0,-12-7 0,0-1 0,0-1 553,-1-1-553,0 0 151,-1-1-151,0-1 0,-2 0 0,-3-2 0,0 2 0,-2-2 0,0 3 0,-1 0 0</inkml:trace>
  <inkml:trace contextRef="#ctx0" brushRef="#br0" timeOffset="1.16904E6">15194 2916 5734,'-4'14'0,"-1"1"0,-11 30 0,5-13-1603,-1 2 1,0 1 1602,0 2 0,3-13 0,1 0 938,-2 9-938,2-8 0,0-1 0,0 3 244,-4 10-244,10-26 0,0-3 0,2-2 1697,1-5-1697,1-2 0,2-5 0,5-13 0,-2 1 326,5-10-326,0-5 0,0-1 0,2-5-815,-2 2 1,0 1 814,-2 3 0,-3 1-557,0 3 557,-2 2 0,0 5 0,-1 4 0,-2 5 0,-1 2 0,-1 5 1523,0 4-1523,-4 9 663,0 3-663,-3 7 0,-1 11 0,2-6-469,-2 10 469,3-10 0,-3 8 0,4-8 0,-2 4 0,4-13 0,0-3 0,1-1 0,1-4 0,1-1 0,1-2 469,0-3-469,4-8 0,1 0 0,3-8 0,-1-1 0,2-2 0,1-7 0,1-2 0,-3 6 0,0 0-472,2-6 0,0 1 472,-1-3 0,-9 21 0,0 3 0,-1 6 0,-4 8 0,-5 12 0,-2 3 0,-6 6 0,3-7 0,-1 1 0,-10 15 0,10-15 0,-2-1 0,-3 2 0,0-4 0,4-5 944,-13 7-944,21-22 0,0-3 0,1-3 0,1-9 0,3 1 0,2-9 0,12-17 0,-1 15 0,4-2 0,3 2 0,0 6 0,10-7-263,-12 19 263,-1 3 0,0 4 0,-1 4 0,-2 18 0,-3 6 0,-1-2 0,-1 4 0,-3 1 0,-13 2 0,1-8 0,-12 18 0,9-25 0,-13 10 0,9-28 0,0 0 0,5-13 0,7-1 0,3-3 263,2-5-263,9-14 0,1 7-979,6-9 979,-1 14 0,2 1-619,1 2 619,0 3 0,0 3 0,0 4 0,7 5 0,-7 7 0,3 6 0,-8 5 0,-5 6 0,-2 3 449,-4 5-449,-4 3 0,-4 16 0,-2-9-444,-4 11 444,0-14 0,1-1 0,-3-1 0,1-1 0</inkml:trace>
  <inkml:trace contextRef="#ctx0" brushRef="#br0" timeOffset="1.17086E6">16413 2799 5734,'-4'-1'0,"1"-1"0,2 1 0,1 0 0,0-1 0,3 5 0,-2-1 0,3 4 0,-2 1 0,1-1 0,1 3 0,3 9 0,-4-8 0,4 9 0,-4-10 0,0 0 0,3 24 0,-2-16 0,3 18 0,-2-3 0,-3-16 0,3 13 0,-4-23 0,0 0 0,0-1 0,0-1 0,-1-1 0,0-1 0,0 0 0,0-1 0,0 0 0,0 1 0,0-1 0,1 1 0,-1-1 0,0 1 0,1 0 0,-1-1 0,1 1 0,-3 1 0,2-2 0,-1 2 0,0 0 0,1-2 0,0 2 0,0-1 0,0 0 0,-1 0 0,1-1 0,-1 1 0,1-1 0,6-31 0,-3 17 0,6-26 0,-4 25 0,2-7 0,-1 3 0,5-11 0,-5 11 0,3-6 0,-3 7 0,5-6 0,-2 5 0,11-15 0,-12 18 0,7-5 0,-10 14 0,1 2 0,-1 3 0,4 11 0,-3-2 0,7 29 0,-8-15 0,3 15 0,-3-7 0,-1-7 0,1 7 0,-1-2 0,-1-7 0,0 4 0,0-5 0,-1-6 0,0 3 0,-1-8 0,0-2 0,0-1 0,0-1 0,-2-1 0,-1-4 0,-1 0 0,0-3 0</inkml:trace>
  <inkml:trace contextRef="#ctx0" brushRef="#br0" timeOffset="1.17161E6">16841 2736 5734,'-7'-5'0,"3"3"0,1 1 0,3 3 0,2 0 0,0 2 0,0-1 0,0 1 0,0-1 0,1 1 0,1 1 0,1 0 0,1 0 0,1 1 0,3 0 0,6 4 0,-2-2 0,5 3 0,-4-3 0,1 0 0,1 1 0,0 0 0,0 0 0,7 4 0,6 4 0,-1 0 0,-3-2 0,-11-5 0,-5-4 0,5 2 0,-7-3 0,4 2 0,-8-4 0,-1-1 0,0-1 0,-2 0 0,0 0 0,-4-1 0,1 2 0,-6-1 0,3 3 0,-5 1 0,0 2 0,-2 2 0,-2 3 0,-1 1 0,-1 2 0,-7 8 0,4-4-648,-4 7 648,6-7 0,1 0 0,0-1 0,-5 7 0,7-7 0,-4 4-70,8-9 70,1-2 0,2-2 0,1-2 0,1-1 0,2-3 643,-1-1-643,1-2 75,1-2-75,2-5 0,3-2 0,2-5 0</inkml:trace>
  <inkml:trace contextRef="#ctx0" brushRef="#br0" timeOffset="1.17207E6">17096 3249 5734,'-5'9'0,"0"-1"0,2 0 0,3-4 0,0 2 0,5-7 0,-1-1 0,13-12 0,-4 3 0,9-8 0,3-5 0,-5 5-762,7-8 762,-9 7 0,0 0 0,7-7 0,-8 7 0,4-4 0,-10 10 0,1-1 0,-5 6 0,0 0 0,-5 5 0,-2 2 762,-2 0-762,0 2 0,-2 1 0,-4 4 0,1 0 0,-3 3 0,4-3 0,1-1 0</inkml:trace>
  <inkml:trace contextRef="#ctx0" brushRef="#br0" timeOffset="1.17241E6">17618 2842 5734,'-4'4'0,"-4"8"0,2 0 0,-4 9 0,-2 7 0,3-4-1333,-4 9 1333,5-7 0,0 1 0,2 0 0,3-2 0,2 0 0,1 5 0,4 15 292,13-20-292,-4-13 0,20-18 0,2-9 0,-8-4-487,5-4 0,-4-3 487,-14 0 0,-4 0-474,-5 0 474,-4 0 335,-11-9-335,-2 8 0,-10-4 0,-11 7 0,5 8 0,-3 5 0,-1 2 0,-10 5 0,16 1 0,2 1 0,-6 4 0</inkml:trace>
  <inkml:trace contextRef="#ctx0" brushRef="#br0" timeOffset="1.17292E6">17980 2561 5734,'-21'-31'0,"-9"3"0,-5-1 0,12 8 0,-2 1-1093,-2 0 1,-2 0 0,2 3 620,1 4 1,2 2 471,-4 0 0,0 0 0,-4 1 0,0 0 0,-1 0 0,-4 2-379,1 2 1,-5 2-1,-1-1 1,3 2 378,3 0 0,2 1 0,-3 0 0,-3 1 0,-4-1 0,-1 1 0,2 2 0,5 3 0,1 2 0,1 1 0,1-1 0,-3 1 0,1 1 0,-2 1 0,3-1 0,-2 1 0,-1 1 0,1 2 0,0 1 0,-1 2 0,2 1 0,1-1 0,-3 1 0,2 1 0,-1 1 0,3-1 0,-2 2 0,0 0 0,4 0 0,0 0 0,4 1 0,0 0 0,0 1 0,1 0 0,1 2 0,2-1 0,0 1 0,1 0 0,0 2 0,2-1 0,1 2 0,1 0 0,1 0 0,1 1 0,1 1 0,1 1 0,1 0 0,1 0 0,1 0 0,2 3 0,-2 12 0,2 4 0,3-2 0,2-10 0,1-2 0,1 3 0,1 8 0,0 2 0,5 0 0,6-2 0,5-1 0,1-2 0,-2-9 0,1-2 0,3 1 0,5 9 0,4 0 0,1-4 0,-2-10 0,0-4 0,5 0 0,4-1 0,5 0 0,1-1 0,-1-2 0,4 1 0,-2-2 0,4 0 0,-1-2 0,4 0 0,-1-1 0,-1-3 0,0-1 0,-1-4 0,6-1 0,-10-3 0,4-1 0,2-1 0,2-2 0,2-1 0,-1-2 0,-5-2 0,2-1 0,1-2 0,0-2 0,0 0 0,1 1 0,-2-1 0,-1 2 0,2 0 0,-1 1 0,0 1 0,-1-1 0,1 0 0,-1-2 0,0-1 0,-4-1 0,2-1 0,1-2 0,-1 0 0,-1 0 0,-2-1 0,-4 1 0,-4 0 0,11-8 0,-7-1 0,0-2 0,-1-3 0,1-2 0,-1-2 0,-3 1 0,1-2 0,-3 1 0,0-4 0,-3 3 0,1-3 0,-2 0 0,-3 1 0,-4 0 0,-3 0 0,-2-3 0,-1 0 0,-1-5 0,-2 0 0,-1 3 0,0-2 0,-2 1 0,-1-2 0,0 5 0,-1-2 0,-1-2 0,-5 0 0,-5 2 0,-4-3 0,-3 0 0,0 3 0,1 3 0,0-1 0,0 5 0,-3-3 0,1 2 0,-2-3 0,-1-1 0,-1 4 0,0 7 0,-8 0 0,-1 6 0,0 1 0,-1 1 0,-1 3 0,0 3 0,0 1 0,-1 2 0,2 3 0,1 1 0,1 1 0,1 0 0,-22-1 0</inkml:trace>
  <inkml:trace contextRef="#ctx0" brushRef="#br0" timeOffset="1.17306E6">19162 2429 5734,'-29'-11'0,"2"-1"0</inkml:trace>
  <inkml:trace contextRef="#ctx0" brushRef="#br0" timeOffset="1.19908E6">15549 12690 5734,'1'16'0,"-1"2"0,0-8 0,-2-6 0,0-10 0,-2-8 0,1-3 0,-1-3 0,-2-17 0,2 5-1031,0-11 1031,3 10 0,2 0 0,2 0 0,2 1 0,8-10 0,-1 12 0,4-6-420,-3 16 420,-1 4-145,5-1 145,-4 6 0,3 1 0,-5 7 0,-2 3 967,0 3-967,-2 2 460,-1 3-460,0 8 0,-3-2 0,-1 6 0,-6 5 0,-1-5-115,-3 7 115,1-9 0,-5 7 0,3-7 0,-4 3 0,1-4 0,3-6 0,-1 1 0,4-6 0,1 1 0,3 4 0,8 11 0,1-3 284,7 8-284,11 1 0,-8-11-447,11 7 447,-12-13 0,0-1 0,-1-1 0,-1-1 0,-1-3 0,4-1 0,-5-2 0,6-4 447,-8-2-447,3-5 0,-5 0 0,0-2 0,8-24 0,-8 18 0,5-17 0,-8 20 0,-2 5 0,0-5 0,-1 8 0,-2-3 0,0 7 0,-2 0 0,0 2 0,-2 1 0,0 0 0,-1 1 0,-2 0 0,0 0 0,1 0 0,1-1 0,0 0 0</inkml:trace>
  <inkml:trace contextRef="#ctx0" brushRef="#br0" timeOffset="1.19979E6">15593 12231 5734,'2'-6'0,"1"2"0,-1 1 0,2 1 0,-1 2 0,0 0 0,0 3 0,-1 0 0,1 1 0,-1-3 0,-1 1 0,1 0 0,-2-2 0,0 2 0</inkml:trace>
  <inkml:trace contextRef="#ctx0" brushRef="#br0" timeOffset="1.20014E6">15611 12188 5734,'-6'-1'0,"1"0"0,0 5 0,2-1 0,-3 3 0,-3 2 0,5-5 0,-3 3 0,5-4 0,0-1 0,2-1 0,3 1 0,1-1 0,2 0 0,-2 0 0,0 0 0,1 0 0,-1 0 0,1-1 0,-2 1 0,1-1 0,-1-1 0,2 1 0,-1-1 0</inkml:trace>
  <inkml:trace contextRef="#ctx0" brushRef="#br0" timeOffset="1.20051E6">15414 12388 5734,'-7'10'0,"11"-6"0,5-8 0,25-10 0,-14 6 0,13-5 0,-7 6 0,-7 3 0,4 2 0,-10 3 0,0 2 0,-2 3 0,-1 3 0,-3 4 0,-2 3 0,-4 4-540,-3 4 540,-4 4-965,-2 4 965,-3 3 0,1-8 0,0 1 0,-7 15-674,6-15 0,1 0 674,-5 8 0,4 1 0,0-1 0,2-2-283,4 2 1,4-6 282,7-20 379,8 1-379,5-12 0,-3-2 0,8-3 0,-6-3 598,1 0-598,1-2 0,6-9 0,-7 4 0,4-6 0,-12 7 0,-3 0 355,-1 0 1,-1 1 0,-2 0 0</inkml:trace>
  <inkml:trace contextRef="#ctx0" brushRef="#br0" timeOffset="1.20088E6">16069 12376 5734,'6'8'0,"3"11"0,-1-1 0,2 11 0,3 12 0,-3-7-269,-3-11 0,-1 1 269,1 1 0,0-1-951,2 14 951,-3-14 0,0 0 0,3 18 0,-3-11 0,1 5 0,-5-9 0,-4-4 0,-1-5 0,-3-7 0</inkml:trace>
  <inkml:trace contextRef="#ctx0" brushRef="#br0" timeOffset="1.20106E6">15864 12434 5734,'19'-11'0,"-3"3"0,13-1 0,5-1 0,6 0-1639,5-2 1,0-1 1049,-19 6 0,-1-1 589,7-2 0,2 0-81,2-2 0,-2 0 0,6-2 0,-12 4 0,0 1 0</inkml:trace>
  <inkml:trace contextRef="#ctx0" brushRef="#br0" timeOffset="1.20155E6">15900 11934 5734,'-26'7'0,"-1"1"0,1 0 0,-1 3 0,-6 7 0,-2 5 0,2-1-1639,1 1 1,1 2 954,-1 0 1,-2 3-1,4 2 684,9-1 0,2 1 0,3 0 0,-4 6 0,1 3 0,6 1 0,-1 7 0,2 1 0,3-5 0,3-10 0,2-3 0,2 5 0,2 4 0,2 7 0,2 2 0,1-3 0,1-6-203,6 7 0,4-3 203,0 1 0,2 2 0,4-5 0,1-13 0,2-5 0,1-2 0,5 4 0,1-3 0,-3-4 0,1 0 0,2-4 0,3-5 0,1-5 0,0-1 0,6 0 0,1-3 0,-6-2 0,2-2 0,-2-2 0,3-4 0,-1-4 0,-1-1 0,1-4 0,-6-1 0,2-4 0,-2 0 0,4-5 0,-2-1 0,-6 4 0,0-2 0,-2-4 0,-8 2 0,-2-4 0,-2-1 0,-2 1 0,-1-5 0,-3 1 0,0-2 0,0 5 0,0-2 0,-1 1 0,-4 1 0,-3 1 0,-4 1 0,-1 2 0,-7-12 0,-2 2 0,4 12 0,-2-1 0,-8-12 0,-1 3 0,-4 1 0,8 17 0,-1 2 0,-5 0 0,0 2 0</inkml:trace>
  <inkml:trace contextRef="#ctx0" brushRef="#br0" timeOffset="1.20292E6">17390 12166 5734,'-14'0'0,"2"1"0,3 11 0,3-1 0,0 10 0,4 0-753,0 4 753,4 3 0,-1-4 0,0 0 0,4 16 0,0 5 0,1 2 0,-3-22 0,1 0 0,1 9 0,1 6 0,0-6 0,0 10 0,2-1 0,-1-3 0,-2-11 0,2 17 0,-4-34 183,-2 1-183,-2-17 0,-2-4 0,-3-7 0,0-16 0,0 3-369,-1-15 369,3 16 0,1-1-928,-1-16 928,1 13 0,2 1 0,0-14 0,3 0 0,1 2 0,1 15 0,1-1 0,4-11 0,-3 14 0,1 2 0,5-6 0,6 1 0,2 1 0,6 1-321,-6 4 0,0 4 321,0 14 307,-7 8-307,9 25 0,-12-9 1417,4 18-1417,-17-11 0,-4 0 0,-1 4-510,0-3 0,-2-1 510,-3-5 0,-3-1 701,1-1-701,-8 2 0,7-8 0,-8 1 0,11-11 0,0 1 0,6-5 0,2 1 0,1-2 1104,4 0-1104,2-2 0,5 0 0,2 2 0,4-1 0,1 1 0,3 1 0,1 2 0,10 4 0,-5-1-514,8 3 514,-8-2 0,0 0 0,6-1 0,2 0 0,6-2 0,-7 0 0,-2-1 0,-4-5-227,-3-4 227,-5-1 0,3-5 0,-7 2 0,5-9 0,3-14 0,-4 5-583,1-6 583,-11 17 0,-2 1 471,0-3-471,-2 7 224,-1-1-224,-2 8 0,-1 1 0,0 2 629,-4 4-629,1 2 0,-2 4 0,-1 11 0,3-1-319,-1 9 319,4-4 0,1 14 0,2-8-609,2 8 609,1-12 0,3-2-207,1-2 207,2-3-11,2-2 11,0-5 292,2-4-292,7-8 0,7-23 0,-4-10-540,-3-7 540,-15 4 0,-7 10 0,-12-8 0,-3 0 0,0 1 0,-7-6 0,-1 5 0,8 21 0,-7-4 201,14 16-201,2 5 0,7 2 0,3 2 0</inkml:trace>
  <inkml:trace contextRef="#ctx0" brushRef="#br0" timeOffset="1.20324E6">18564 11909 5734,'-4'-28'0,"-7"-13"0,-1 8-734,-8-10 734,3 24 0,-2 1-1565,-13-7 1565,7 10 0,-2 3 0,5 6 0,-4 3 0,-11 4 0,-7 4 0,0 2 0,2 2 0,-1 2 0,0 1-571,4-2 1,-2 1 0,1 0-1,1 1 571,-6 5 0,2 2 0,3 0-385,8-3 1,3 0 0,0 0 384,0 2 0,0 0 0,0 1 0,0 0 0,2 1 0,-1 0 0,2 1 0,1 0 0,-1 2 0,-7 10 0,-1 4 0,3-2 0,8-7 0,2 0 0,-1 1 0,-4 7 0,-1 3 0,4 1 0,5-1 0,3 1 0,3 0 0,1 1 0,3 0 0,2 2 0,2-6 0,2 3 0,1-1 0,1-2 0,3 4 0,1-3 0,4-1 0,1-3 0,3-1 0,2-1 0,6 0 0,2-1 0,1-2 0,5 4 0,1-1 0,-3-6 0,2 2 0,2-3 0,3-4 0,3-1 0,-1-3 0,7 3 0,1-2 0,-5-3 0,2-1 0,-1-3 0,3-2 0,0-3 0,0-1 0,1-2 0,-1-2 0,-1-2 0,0-2 0,-1-2 0,-1-1 0,0-1 0,-3-3 0,0 0 0,-2-1 0,-1-2 0,8-6 0,-1-1 0,-12 5 0,-1 0 0,5-4 0,-2 0 0,3-6 0,-4 0 0</inkml:trace>
  <inkml:trace contextRef="#ctx0" brushRef="#br0" timeOffset="1.20389E6">18722 12170 5734,'-9'-10'0,"-2"0"0,-1 1 0,-2 0 0,-11-1 0,4 4 0,-8 1 0,-5 7 0,7 2 0,-8 5 0,3 14 0,2 4 0,-1 0-777,1 3 0,4 1 777,12-5 0,8 0 0,0 2 0,2 6 0,6 2 0,3 0 0,6-8 0,10 11 0,1-24 0,-3-7 0,4-4 0,-1-12 0,-8-1 0,4-7 0,-9 0 0,-2-1 0,-3-2 0,-3-10 0,-3 8 0,-1-5 0,-1 11 0,0 1 1554,1 2-1554,0 1 0,3 1 0,1 2 0,3 0 0,1 1 0,3 1 0,1 1 0,0 0 0,3 2 0,2-1 0,1 0 0</inkml:trace>
  <inkml:trace contextRef="#ctx0" brushRef="#br0" timeOffset="1.20422E6">18486 11794 5734,'24'22'0,"1"0"0,11 8-700,-5-6 700,-8-5 0,4 2 0,-2 0-1506,5 4 1,-2 1 1505,8 4 0,-2 1 0,-9-6 0,-3 0-223,6 11 223,-6 2 0,-6 1 0,-11-9 0,-2 1 0,-3 16 0,-2-16 0,-4 2 0,-4-1 0,-4 2 0,-2-5 0,-2 1 0,-1 0 0,-3 7 0,-1 0-503,3-9 0,-2 0 0,1-3 503,2-4 0,-1-3 0,-10 9 0,0-1 0,8-8 0,-1 0 0,-6 4 0,0 1 0</inkml:trace>
  <inkml:trace contextRef="#ctx0" brushRef="#br0" timeOffset="1.20437E6">18942 12920 5734,'-22'1'0,"2"-1"0,7-2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6-29T01:38:54.4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16714 3067 5734,'-2'-7'0,"-6"-2"0,4 4 0,-7-1 0,2 11 0,3 0 0,2 15 0,5-4 0,4 8-513,2-3 513,1 4 0,3 3-989,2 3 989,4 2 0,0 1 0,3 5 0,-1-6 0,2 2 0,-2-2 0,-2-3 0,0-1 0,0 1 0,2 2 0,1-1 0,-2-2 0,1-3 0,-2-3 0,9 13 0,-9-14 0,-1-1 0,12 13 0,-8-10 0,4 3-425,-6-8 425,-6-7 0,2 1 0,-7-4 109,-4-5 1,-1 0-1,-5-4 1</inkml:trace>
  <inkml:trace contextRef="#ctx0" brushRef="#br0" timeOffset="200">16671 3891 5734,'26'-34'0,"1"0"0,-1 0 0,1-2 0,1 0-1093,-4 6 1,1-2 0,-2 4 156,-1 0 1,-1 2 935,1 0 0,0 0-240,0 0 1,1 0 239,-2 1 0,2 0 0,7-9 0,0 0 0,-8 9 0,0 1 0,5-7 0,-2 2 0,6-7 315,-5 4-315,-4 4 0,-4 3 0,-2 3 0</inkml:trace>
  <inkml:trace contextRef="#ctx0" brushRef="#br0" timeOffset="448">17481 3147 5734,'-20'32'0,"3"-1"0,6-5 0,3 9 0,1 3 0,0 4-1386,3-4 0,0-2 1386,5-4 0,4 10-245,-1-11 245,5 7 659,-2-15-659,8 4 0,-4-11 0,6 3 0,-3-12 0,1-4 0,0-2 0</inkml:trace>
  <inkml:trace contextRef="#ctx0" brushRef="#br0" timeOffset="725">17620 3206 5734,'7'-6'0,"6"0"0,-2 2 0,6 2 0,0 5 0,-3 2 0,3 3 0,-5 2 0,-1 34 0,-8-16-532,-2-1 0,-2 0 532,-8 3 0,-7 15 0,3-11 0,-4 9 0,6-15-693,1 7 693,5-9 0,0 3 0,8-8 0,1-7 0,5 1 0,6-9 983,-1-4-983,5-4 0,-3-5 0,1-2 0</inkml:trace>
  <inkml:trace contextRef="#ctx0" brushRef="#br0" timeOffset="898">17652 3406 5734,'13'-3'0,"2"-1"0,16-3 0,3-1 0,5-1-349,6-1 0,0-1 0,-7 2 0,-14 3 0,1-1 0</inkml:trace>
  <inkml:trace contextRef="#ctx0" brushRef="#br0" timeOffset="1125">18069 3124 5734,'7'12'0,"6"9"0,-1-2 0,10 23 0,-9-11 0,0 1-1639,-2-6 1,-1 1 1627,2 7 0,-1-2 11,-1 5 729,-2-3-729,-1 12 0,-3-13 0,-2 8 0,-4-6 0,-2-10 575,-4 4-575,-14-2 0,9-15 0,-11 4 0,15-18 0</inkml:trace>
  <inkml:trace contextRef="#ctx0" brushRef="#br0" timeOffset="1345">18420 3508 5734,'9'0'0,"0"0"0,7 0 0,5 0 0,3 0 0,10 0 0,-13 0 0,5 0 0,-8 0 0,-2-1 0,-3 1 0,-1-1 0,-7 0 0,-2 1 0,-4-3 0,-1 1 0</inkml:trace>
  <inkml:trace contextRef="#ctx0" brushRef="#br0" timeOffset="1478">18485 3589 5734,'20'0'0,"0"0"0,-2 0 0,3-2 0,1 1 0</inkml:trace>
  <inkml:trace contextRef="#ctx0" brushRef="#br0" timeOffset="2077">19675 2728 5734,'-1'22'0,"1"-7"0,0 14 0,2 2 0,0-7 0,1 10 0,2 2 0,0 1 0,0-2 0,0 0 0,-1 0 0,-1-10 0,-3-8 0,1 4 0,-1-10 0,0-1 0</inkml:trace>
  <inkml:trace contextRef="#ctx0" brushRef="#br0" timeOffset="2529">18899 3482 5734,'8'0'0,"2"0"0,5-2 0,25-1 0,-2 0-457,-9 2 0,3-1 457,12 1 0,0 1-1315,-7 0 0,1 1 1315,-5-1 0,3 1 0,0 0 0,5 1 0,1 0 0,-2 0-730,-7 0 0,-2 0 0,2 0 730,9 1 0,3 0 0,-3 1 0,4 0 0,-2 0 0,0 0 0,0 0 0,-1 0 0,0 1 0,-2-1 0,0 0 0,-1 1 0,-1-1 0,-1 0 0,-1 0 0,-2 0 0,0 0 0,-2 0 0,-1-1 0,-2 1 0,0-1 0,-2 0 0,-1 0 0,-2 0 0,0 0 0,18 2 959,-5-1-959,4 1 0,-15-2 0,2 0 0,-16-2 1947,-5 0-1947,-3 1 1038,-5 0-1038,-5 0 0,-2 1 0,-3-1 0</inkml:trace>
  <inkml:trace contextRef="#ctx0" brushRef="#br0" timeOffset="3100">19048 3887 5734,'2'9'0,"1"0"0,2 13 0,-1-4 0,1 8 0,0 9 0,-1 5 0,-1-3 0,1 0 0,-1 8-716,0-15 1,-1-3 715,-1-6 0,1-2 338,-2 0-338,1 1 0,-1-6 0,-2 2 0,1-10 0,-3-1 273,2-6 0,3-4 0,0-1 1</inkml:trace>
  <inkml:trace contextRef="#ctx0" brushRef="#br0" timeOffset="3435">19364 4141 5734,'4'-1'0,"3"1"0,-4-2 0,2 1 0,0 0 0,3 0 0,9-2 0,-1 0 0,8 0 0,-3 0-326,2 0 326,0-1 0,1 0 0,-1 1 0,0 0 0,-3 1 0,0 0 0,-3 1 0,2-1 0,-7 1 0,-1 1 0,-8 1 0,-3 0 0,-3 1 0,0 1 0</inkml:trace>
  <inkml:trace contextRef="#ctx0" brushRef="#br0" timeOffset="3916">19964 3982 5734,'-8'-5'0,"2"1"0,-4 1 0,-5 6 0,2 1 0,-7 4 0,-4 8 0,6-2 0,-6 8 0,3 6 0,6-5 0,-1 7 0,5 2 0,5-8 0,1 6 0,6-7 0,1-7 0,2 2 0,18-11 0,-9-6 0,13-4 0,-15-7 0,4-7 0,-5 3 0,2-7 0,-5 6 0,-2-9 0,0 6 0,-2-3 0,-1 10 0,-1-4 0,0 11 0,-1-1 0,2 20 0,-1 0 0,1 9 0,1-2 0,1 13 0,0-8-639,1 10 639,-2-13 0,4 7 0,-3-10 0,2 3 0,-2-12 0,-2-5 0,2-5 0,-1-6 0,0-4 0</inkml:trace>
  <inkml:trace contextRef="#ctx0" brushRef="#br0" timeOffset="4234">20035 3975 5734,'35'2'0,"-15"0"0,16 3 0,-11 6 0,-10-2 0,7 10 0,-16-8 0,-1 5 0,-7 3 0,-2-4 0,-4 6 0,-9 9 0,6-10 0,-7 10 0,8-8 0,3-7 0,0 5 0,4-8 0,3-1 0,-1-1 0,1-1 0,1-1 0,1-3 0,2 1 0,4-5 0,-1-1 0,4-4 0,-3-2 0,-1-2 0,0-1 0,-2-1 0</inkml:trace>
  <inkml:trace contextRef="#ctx0" brushRef="#br0" timeOffset="4411">20041 4174 5734,'25'-1'0,"0"0"0,8-3 0,-7 0 0,12-2 0,6-4 0,-17 3 0,12-6 0,-23 6 0</inkml:trace>
  <inkml:trace contextRef="#ctx0" brushRef="#br0" timeOffset="4895">20386 3833 5734,'0'5'0,"0"-1"0,2 0 0,0-2 0,2 2 0,2 0 0,-1-1 0,3 0 0,-3 0 0,1-1 0,0 0 0,6 0 0,-4-2 0,6-1 0,-6-3 0,1 0 0</inkml:trace>
  <inkml:trace contextRef="#ctx0" brushRef="#br0" timeOffset="5173">20671 3736 5734,'-1'27'0,"0"6"0,1-15 0,0 21 0,0-19 0,0 21 0,0-26 0,-1 6 0,1-11 0,-1-7 0,0 0 0</inkml:trace>
  <inkml:trace contextRef="#ctx0" brushRef="#br0" timeOffset="5759">21238 3271 5734,'3'4'0,"2"-1"0,3-1 0,2 0 0,24 6 0,-14-3-423,18 3 423,-22-3 0,-1 0 104,-1 0-104,-2 0 0,-2 0 0,-2-1 0</inkml:trace>
  <inkml:trace contextRef="#ctx0" brushRef="#br0" timeOffset="5929">21280 3515 5734,'24'9'0,"-5"-2"0,3-1 0,-5-2 0,1 0 0,1-1 0,1 0 0,0-1 0,1-1 0</inkml:trace>
  <inkml:trace contextRef="#ctx0" brushRef="#br0" timeOffset="6865">22071 2610 5734,'1'-6'0,"6"-2"0,0 4 0,7-2 0,-3 1 0,1 0 0,1 1 0,15-2 0,-9 2 0,11-2 0,-9 7 0,-6-1 0,2 3 0,-6 2 0,-4 1 0,-1 4 0,-6 8 0,-2-2 0,-3 7 0,-1-5-247,-1 2 247,0 1 0,-1-1 0,1 1 0,-2 8 0,3-6 0,-1 4 0,5-10 0,1-2 0,2-1 0,16 9 0,-3-11 0,8 5 0,-7-16 0,-6-3 0,1-1 0</inkml:trace>
  <inkml:trace contextRef="#ctx0" brushRef="#br0" timeOffset="7094">22077 2822 5734,'20'-4'0,"13"-4"0,2 0 0,-2 2-1118,2-1 0,0 0 1118,-12 5 0,0 0 0,-1 0 0</inkml:trace>
  <inkml:trace contextRef="#ctx0" brushRef="#br0" timeOffset="7525">21851 3275 5734,'8'4'0,"10"0"0,-2-2 0,12-1 0,17-1-3277,-2-1 3234,-12 0 1,2 0 42,11-1 0,0 0 0,-7 0 0,0 0 0,-4 0 0,2-1 0,0 1-762,2 1 0,1-1 1,-1 0 761,6 1 0,0 0 0,-6 0 0,1 0 0,0 1-29,-1 1 0,-1 0 0,-1 0 29,6 0 0,-1 1 0,-6-1 0,1 1 0,-2 0 0,0 0 0,-2 0 0,-1 1 0,-1 0 0,-2-1 0,0 1 0,-2-1 0,-1 1 0,18 1 810,-4 0-810,-7 0 0,-4-1 0,-7-1 1850,-3 2-1850,-11 0 370,-6 1 0,-11-2 0,-4 0 0</inkml:trace>
  <inkml:trace contextRef="#ctx0" brushRef="#br0" timeOffset="8094">21855 3731 5734,'38'-9'0,"-3"0"0,11 5 0,-16 1-1380,16 0 1380,-24 2 0,-2 2 438,-3-1-438,2 2 227,-7 1-227,0 1 0,-15 12 0,-3-4 0,-16 20 0,5-13 715,-8 9-715,8-10 0,1 1 0,-5 5 0,1 1 0,2-1 0,5-4 0,-3 9 0,24-6 0,-1-13 0,12 6 0,-4-16 0,10-3 0,-5 0 0,20-11 0,-20 5-57,8-7 1,-18 4 0,1-1 0</inkml:trace>
  <inkml:trace contextRef="#ctx0" brushRef="#br0" timeOffset="8340">21947 3822 5734,'14'-1'0,"2"-1"0,0 1 0,16-3 0,-5 2 0,5-1 0,0 0 0,1 0-261,-6 1 0,-2-1 0,1 0 0,0 0 1</inkml:trace>
  <inkml:trace contextRef="#ctx0" brushRef="#br0" timeOffset="8635">22496 3843 5734,'6'-2'0,"0"-1"0,13 1 0,-4 0 0,10-1 0,1-1 0,-6 1-304,8 0 304,-10 1 0,-1 1 75,-1 0-75,-1 1 0,2-2 0,-5 1 0,2-2 0,-3 0 0</inkml:trace>
  <inkml:trace contextRef="#ctx0" brushRef="#br0" timeOffset="9233">23080 3711 5734,'-3'-5'0,"-1"0"0,1 0 0,-2 0 0,-2-1 0,1 2 0,-3-1 0,0 0 0,1 1 0,-6 0 0,-4 5 0,3 1 0,-5 3 0,8 2 0,-1 1 0,0 3 0,0 0 0,2 2 0,-1 8 0,4-5 0,0 6 0,6-8 0,2 1 0,7 9 0,-1-10 0,5 7 0,-3-14 0,1-2 0,0-1 0,1-3 0,0-2 0,3-7 0,-2 1 0,2-4 0,-3-5 0,-3 4 0,1-6 0,-4 4 0,-1 1 0,0 1 0,-1-2 0,0 4 0,-1 0 0,0 6 0,0 3 0,0 3 0,2 11 0,0 0 0,0 9 0,0-2 0,1 14 0,0-8 0,6 20 0,4-3 0,-2-9-413,1 0 413,-8-21 0,-1-5 0,-2-1 0,0-3 0</inkml:trace>
  <inkml:trace contextRef="#ctx0" brushRef="#br0" timeOffset="29631">16115 4835 5734,'2'2'0,"0"1"0,-1-2 0,1 3 0,-2-1 0,3 3 0,-1 0 0,1 2 0,0 1 0,2 2 0,6 10 0,-2-3-495,6 8 495,0-4 0,10 14 0,2 0 0,1 3 0,-9-12 0,1 0-803,3 5 1,2 2-1,-4-4 803,-6-9 0,-1-2 0,4 7 0,1 0-596,-2-1 0,0 0 596,9 11-413,-10-13 1,0-1 412,4 6-145,-2-2 145,-1-2 0,-1-2 1430,-3-2-1430,0-2 1174,-1-3-1174,-2-1 1205,0-2-1205,0 1 721,-4-5-721,0 3 395,-4-5-395,-1-2 0,-1-2 0,-1-2 0</inkml:trace>
  <inkml:trace contextRef="#ctx0" brushRef="#br0" timeOffset="29882">16081 5862 5734,'7'-19'0,"2"-4"0,10-7 0,3-1-739,-9 9 1,3 0 738,4-4 0,3-6 0,2 1 0,-4 3-1388,2-1 1,-1 2 1387,2-2 0,1-2 0,0 1 0,4-4 0,-2 1-362,-6 8 0,0-1 362,5-5 0,1-1 0,-3 1 0,-1 3 0,-5 6 0,-1 1 0,3-6 0,1 1-148,-4 3 1,-1 3 0,7-10 0,4-6 0</inkml:trace>
  <inkml:trace contextRef="#ctx0" brushRef="#br0" timeOffset="30212">17023 4991 5734,'-5'6'0,"-7"8"0,3-1 0,-5 8 0,1 3 0,-2 5 0,-2 12 0,0 1-2315,4 0 2315,3-8 0,0 0 0,4-7 0,2-2 262,0 1 0,1 2-262,0 9 0,2 1 0,1 9-808,5 1 808,0-29 0,3-3 0,1-2 0,5 0 0,-3-5 405,5 0 0,-5-8 0,0 0 0</inkml:trace>
  <inkml:trace contextRef="#ctx0" brushRef="#br0" timeOffset="30519">17064 5258 5734,'8'-5'0,"0"0"0,12 5 0,-9 1 0,9 3 0,-12 2 0,-1 1 0,2 7 0,-3-2 0,0 5 0,-5 2 0,-2-3 0,0 5 0,-2-6 0,-1 18 0,2-16 0,0 12 0,6-20 0,8 1 0,0-3 0,6 0 0,-2-6 0,1 0 0,0-3 0,-1-1 0,-1-1 0</inkml:trace>
  <inkml:trace contextRef="#ctx0" brushRef="#br0" timeOffset="30699">17120 5390 5734,'14'-1'0,"27"-2"0,-16 1-247,17-2 0,-24 1 1,-2-1-1</inkml:trace>
  <inkml:trace contextRef="#ctx0" brushRef="#br0" timeOffset="30937">17371 5114 5734,'20'32'0,"-4"-5"0,-2 9-1984,-5-5 1984,-2 2 0,-3-6 0,-2 0 0,0 15 0,-2-15 0,0 1 0,-5-1 0,0-1 0,-4 13 0,2-15 0,-1-1 0,-10 19 0,5-13 0,1-5 0,0-1 0,3-5 0,-3 7 0,10-20 0</inkml:trace>
  <inkml:trace contextRef="#ctx0" brushRef="#br0" timeOffset="31334">17682 5501 5734,'-3'1'0,"0"0"0,4 1 0,4-2 0,0 0 0,20-5 0,-8 1 0,15-4 0,0 1 0,-5 2 0,8-1 0,-6 2 0,0 0 0,4 0-242,-7 1 0,-3 0 242,-10 2 0,-10 2 0,-2 0 0,-2 1 0</inkml:trace>
  <inkml:trace contextRef="#ctx0" brushRef="#br0" timeOffset="31556">17738 5618 5734,'4'4'0,"4"1"0,1-2 0,5 0 0,4 1 0,-1-1 0,5 2 0,3-3 0,-5 0 0,6-1 0,-1-1 0,-6-2 0,3 0 0,-10-2 0,-1-3 0,-1-1 0</inkml:trace>
  <inkml:trace contextRef="#ctx0" brushRef="#br0" timeOffset="38547">18447 4877 5734,'2'7'0,"0"-1"0,-2 2 0,0 5 0,0-1 0,1 5 0,-1-2 0,2 11 0,-1-4 0,0 8 0,1 6 0,-2-8 0,2 10 0,0-6 0,1 0 0,-1-1 0,1-1 0,0-3 0,0-8 0,-1-8 0,0 2 0,0-7 0,-1-2 0,1 0 0,-2-3 0,-3-9 0,0 2 0,-3-6 0,0 3 0,-1-1 0,0-1 0</inkml:trace>
  <inkml:trace contextRef="#ctx0" brushRef="#br0" timeOffset="38974">18360 4886 5734,'6'-4'0,"-1"0"0,2 1 0,0 0 0,1 0 0,7-3 0,-4 3 0,6 0 0,-4 1 0,6 3 0,-4 0 0,9 4 0,-7 2 0,-1 0 0,-3 1 0,-5-2 0,-2 0 0,0 1 0,0 3 0,-1-1 0,-1 4 0,-3-4 0,-2 5 0,-1-2 0,-3 4 0,-4 3 0,-1-3 0,-3 6 0,3-7 0,-7 8 0,4-7 0,-4 5 0,6-9 0,-2 2 0,4-4 0,1-1 0,4-5 0</inkml:trace>
  <inkml:trace contextRef="#ctx0" brushRef="#br0" timeOffset="39711">18829 4876 5734,'-4'1'0,"1"0"0,1-1 0,0-1 0,-2-1 0,1 1 0,-6 2 0,1 2 0,-1 1 0,1 1 0,-4 6 0,5-4 0,-7 7 0,2 2 0,2-2 0,-10 25 0,11-16 0,-1 7 0,1 0 0,3-2 0,-2 16 0,7-11-539,2-9 539,2 6 0,5-4 0,-1-8 0,5 3 0,1-5 0,-2-6 0,4 1 0,0-5 0,-4-2 0,2 0 134,-1-2 1,-4-1 0,2 0 0</inkml:trace>
  <inkml:trace contextRef="#ctx0" brushRef="#br0" timeOffset="40436">18865 5081 5734,'4'1'0,"-1"-1"0,-1 2 0,-1-2 0,1-1 0,5-1 0,5 2 0,0 1 0,2 0 0,-6-1 0,1 0 0,-1 0 0,1 0 0,0 0 0,-1 1 0,0 0 0,-1 0 0,-1 0 0,0 1 0,-1-1 0,-1 1 0,-2-1 0,0 1 0,0-1 0,-2 2 0,0 1 0,-1 1 0,-1 2 0,-2 0 0,-1 3 0,-2 1 0,-1 1 0,-1 1 0,0 1 0,-2 1 0,1 3 0,-5 7 0,5-5 0,-7 12 0,10-15 0,-1 3 0,3-5 0,3-6 0,0 2 0,2-5 0,1-3 0,2 0 0,1-3 0,7-3 0,-2 0 0,4-3 0,4-7 0,-8 4 0,5-6 0</inkml:trace>
  <inkml:trace contextRef="#ctx0" brushRef="#br0" timeOffset="40677">18808 5177 5734,'21'2'0,"1"-1"0,15-4 0,-12 1 0,5-2 0,-1 0 0,-6 0 0,13-4 0</inkml:trace>
  <inkml:trace contextRef="#ctx0" brushRef="#br0" timeOffset="41031">19201 4782 5734,'9'8'0,"10"9"0,-8-6 0,8 9 0,-9-5-563,0 3 563,-1 2 0,4 14 0,-3-6 0,-2 5 0,-1 1 0,0 2 0,-2-8 0,-1 1 0,-2-1 0,-2-2 0,-3 18-637,2-18 1,-2 0 636,-5 6-372,-10 2 372,4-14-44,-19 13 0,13-22 1,-8 2-1</inkml:trace>
  <inkml:trace contextRef="#ctx0" brushRef="#br0" timeOffset="42495">18433 5577 5734,'2'-3'0,"0"1"0,0 2 0,2 0 0,6-2 0,0 1 0,4-1 0,6-1 0,-2 1-326,9-2 326,-4 3 0,1-1 0,3 0 0,2 1-870,2 0 870,2 1 0,3 0-1056,1 0 1056,2 0 0,3 1-1165,2 0 1165,1 0 0,0-1 0,1 0 0,1 0 0,-2 0 0,-1 0 0,-3 0-568,-2 0 568,-3 0 0,9 0 0,-14 0 0,4 1 467,-16 0-467,-5 0 889,-2-1-889,-4 1 1299,-3 0-1299,-2 0 0,-3-1 0,-2 0 0</inkml:trace>
  <inkml:trace contextRef="#ctx0" brushRef="#br0" timeOffset="46834">18567 5786 5734,'-10'0'0,"2"1"0,-10 5 0,9-2 0,-9 3 0,7-2 0,1-1 0,-9 13 0,9-7 0,-16 30 0,17-22 0,-8 24 0,12-5 0,1-6 0,2 4 0,2-9 0,2-7 0,5 18 0,-1-20 0,15 16 0,-9-23 0,10 4 0,-9-13 0,18-8 0,-10 1 0,11-6 0,-8-6 0,-7 2 0,-1-5 0,0-1 0,-2-4 0,-1-6 0,-1-2 0,-4 3 0,-3-5 0,-2 0 0,-3 8 0,-2 1 0,-1 1 0,-3 11 0,-6-7 0,3 16 0,-4 1 0,-2 7 0,3 0 0,-4 2 0</inkml:trace>
  <inkml:trace contextRef="#ctx0" brushRef="#br0" timeOffset="47094">18511 6030 5734,'14'13'0,"11"8"0,-11-9 0,9 7 0,-11-9 0,5 4 0,-6-3 0,4 2 0,-6-5 0,-1 0 0,0-1 0,-2-2 0,-1 2 0,-2 1 0,-1-3 0,-1 1 0,-1-3 0</inkml:trace>
  <inkml:trace contextRef="#ctx0" brushRef="#br0" timeOffset="47545">18859 5851 5734,'-3'-1'0,"-1"4"0,0 2 0,-8 25 0,6-15-287,-5 18 287,8-18 0,1 2 71,0-1-71,1 9 0,1-6 0,0 4 0,2-7 0,1-3 0,0 0 216,0-1-216,8 5 0,0-6 0,3 2 0,-1-8 0,-5-3 0,0 1 0,-2-1 0,2 0 0,-2-2 0,1-1 0</inkml:trace>
  <inkml:trace contextRef="#ctx0" brushRef="#br0" timeOffset="48210">18990 5921 5734,'3'-2'0,"0"1"0,-3 0 0,0 0 0,2 0 0,0 0 0,2 0 0,2 0 0,-3 0 0,4 1 0,1 0 0,-2 0 0,2-2 0,-2 1 0,0-2 0,0 0 0,1 3 0,0 0 0,1 1 0,-1 1 0,0-1 0,2 2 0,-3-1 0,1 2 0,-1 2 0,-2-2 0,-1 6 0,-3-5 0,-2 4 0,0-2 0,-2 1 0,-1 1 0,-5 6 0,2-2 0,-4 3 0,4-4 0,-1-1 0,-1 0 0,1 0 0,-1 0 0,2 1 0,-1-2 0,1 1 0,1-2 0,-1 3 0,4-5 0,-1 2 0,3-5 0,1-1 0,1 0 0,0-1 0,1-2 0,3 0 0,0-2 0,3-1 0,1 0 0,1-1 0,0-1 0,2 0 0,0-1 0,3-2 0,-3 2 0,0-2 0,-4 1 0,-3 0 0,0-1 0,-2 1 0</inkml:trace>
  <inkml:trace contextRef="#ctx0" brushRef="#br0" timeOffset="48988">19293 5751 5734,'6'5'0,"11"14"0,-6-7 0,8 12 0,-10-10 0,0 3 0,1 1-622,-2 2 622,0 2 0,2 10 0,-4-6-504,2 7 504,-5-9 0,0 8 0,-1-8 0,-1 6 270,-3-5-270,-1-7 0,-1 3 0,-6-6 0,3-4 298,-5 1-298,2-5 139,-2-3 1,2-3-1,-1-1 1</inkml:trace>
  <inkml:trace contextRef="#ctx0" brushRef="#br0" timeOffset="50054">19031 5968 5734,'3'2'0,"0"-1"0,-1-2 0,-2-1 0,1 0 0,-1 1 0,1 0 0,1-1 0,-2 1 0,3 1 0,-7-1 0,4 2 0,-6-2 0,5 2 0,0 0 0,-1-1 0,7 0 0,-2 0 0,6 0 0,-3 0 0,1 0 0,0-1 0,4-1 0,-1 1 0,2 0 0,1-1 0,-4 1 0,1 0 0,-5 0 0,-3 1 0,0 1 0,-8 0 0,2 1 0,-6 0 0,3-1 0,-1 1 0,0-1 0,-1 1 0,0-1 0,1 0 0,-1 0 0,1 0 0,1 1 0,-1-1 0,4 0 0,-2 0 0,4-1 0,0 0 0,-1 0 0,2 0 0,-1 0 0,7-1 0,-1 2 0,6-2 0,-2 2 0,2-1 0,0 0 0,4 1 0,-3 0 0,1-1 0,-1-3 0,0-2 0</inkml:trace>
  <inkml:trace contextRef="#ctx0" brushRef="#br0" timeOffset="68673">21088 4897 5734,'0'31'0,"1"1"0,-1 0 0,1 1-406,-1-3 1,1 0 405,1-5 0,2 21 0,-2-19 0,3 14 0,-4-24 263,3 3-263,-2-8 134,3 4-134,-3-11 0,1 0 0,0-10 103,-1-1 1,1-6-1,-1 1 1</inkml:trace>
  <inkml:trace contextRef="#ctx0" brushRef="#br0" timeOffset="68996">21062 4782 5734,'20'1'0,"-1"0"0,-6 1 0,-1 1 0,-1 0 0,-1 1 0,0 5 0,-4 0 0,1 4 0,-4-1 0,-4 9 0,0-4 0,-3 7 0,-3 2 0,1-5-219,-1 4 219,1-8 0,0 0 0,1-1 0,-1-1 0,1-1 0,-1 3 0,2-4 0,1 0 0,3-6 0</inkml:trace>
  <inkml:trace contextRef="#ctx0" brushRef="#br0" timeOffset="69257">21291 4976 5734,'-7'21'0,"1"1"0,1-1 0,0 1 0,1 8 0,2-7 0,0 5 0,5-5 0,0-7 0,3 4 0,4-9 0,-1-4 0,5-2 0,-3-6 0,1-2 0</inkml:trace>
  <inkml:trace contextRef="#ctx0" brushRef="#br0" timeOffset="69521">21478 5016 5734,'2'15'0,"-1"9"0,-2-5 0,-2 24 0,1-21 0,-2 12 0,0-12 0,0-7 0,0 3 0,1-5 0,1-5 0,0 0 0,2-4 0</inkml:trace>
  <inkml:trace contextRef="#ctx0" brushRef="#br0" timeOffset="70580">21419 4966 5734,'-2'5'0,"0"-2"0,1 1 0,2-3 0,0 0 0,2-1 0,-1-1 0,1 1 0,0-1 0,1 1 0,1 0 0,0-1 0,6-1 0,-4 1 0,4-1 0,-3 1 0,4 0 0,5 0 0,-4 0 0,1 2 0,-8 0 0,-1 0 0,0 1 0,-1 0 0,1 1 0,-3 0 0,1 2 0,-2 0 0,-1 2 0,-2 0 0,0 2 0,-2 0 0,-4 6 0,2-3 0,-3 5 0,-2 1 0,3-4 0,-2 4 0,3-7 0,1 0 0,0 0 0,0 0 0,1-2 0,-1 4 0,3-4 0,-2 2 0,4-4 0,-1-2 0,1 1 0,-1-1 0,1-1 0,0 0 0,0-1 0,1 0 0,0-2 0,1 0 0,0 0 0,2-1 0,-1 2 0,2-2 0,0 2 0,1-2 0,3 1 0,-1-1 0,3 1 0,10-1 0,-8-1 0,7 0 0,-11 0 0,-2 0 0,1-2 0,-4 0 0,0 0 0,-5 0 0,-1-1 0,-1-1 0,-2-2 0,1 0 0</inkml:trace>
  <inkml:trace contextRef="#ctx0" brushRef="#br0" timeOffset="70813">21373 5074 5734,'14'3'0,"0"0"0,0-1 0,-3 0 0,6 1 0,2 1 0,-4-2 0,3 1 0,-6-1 0,-2 0 0,0 0 0,-2 0 0,2-3 0,-1-1 0</inkml:trace>
  <inkml:trace contextRef="#ctx0" brushRef="#br0" timeOffset="71201">21683 4902 5734,'1'6'0,"2"7"0,-1-2 0,3 7 0,1 8 0,-2-4 0,1 9 0,-2 4 0,-2-9 0,0 10 0,-3-4 0,1-7 0,-2 4 0,-2-5 0,2-7 0,-3 2 0,-3 0 0,4-12 0,-5 5 0,5-13 0,0-3 0,1-3 0,1-2 0</inkml:trace>
  <inkml:trace contextRef="#ctx0" brushRef="#br0" timeOffset="71511">21866 5067 5734,'4'0'0,"1"0"0,0 0 0,0 0 0,1 0 0,13-1 0,-8 0 0,10 0 0,-11 0 0,-1 0 0,1 1 0,-1 0 0,0 0 0,-2-1 0,1 0 0,-5 0 0,-2 0 0,-4 1 0</inkml:trace>
  <inkml:trace contextRef="#ctx0" brushRef="#br0" timeOffset="71699">21853 5194 5734,'13'4'0,"0"0"0,-2-2 0,-1 1 0,2-2 0,-1 1 0,13-1 0,-11-2 0,10 1 0</inkml:trace>
  <inkml:trace contextRef="#ctx0" brushRef="#br0" timeOffset="72045">22203 4996 5734,'1'-5'0,"-1"1"0,-1 5 0,-1 1 0,-2 4 0,-13 27 0,7-13 0,-10 21 0,12-21 0,1 15 0,3-13 0,2 10 0,8-15 0,0-6 0,6 0 0,5-10 0,-2-4 0,5-5 0,-5-3 0,0-2 0,-2-4-234,-2-1 234,-3-2 0,-1-1 0,-4 0 0,-1 0 0,-1 0 0,-4-8 0,0 8 0,-4-4 0,0 12 0,-2 1 0,-1 1 0,-1 0 0</inkml:trace>
  <inkml:trace contextRef="#ctx0" brushRef="#br0" timeOffset="72569">22562 5058 5734,'5'-1'0,"1"-1"0,0 0 0,10-1 0,-2 0 0,7 0 0,5-1 0,-5 3 0,7-1 0,9 4 0,-15-1 0,11 2 0,-18-2 0,-1 1 0,-1-1 0,-2 0 0,-2 5 0,-6-3 0,-1 4 0</inkml:trace>
  <inkml:trace contextRef="#ctx0" brushRef="#br0" timeOffset="72778">22580 5230 5734,'30'-5'0,"9"-2"0,-16 3 0,9-1 0,1-1 0,-8 2 0,6-1 0,-5 0 0,-11 2 0,2 0 0,-12 2 0</inkml:trace>
  <inkml:trace contextRef="#ctx0" brushRef="#br0" timeOffset="73009">22808 5031 5734,'12'15'0,"-2"0"0,-3 0 0,0 0 0,-2 3 0,-3 9 0,-2-6 0,-6 17 0,-1-16-541,-4 6 541,2-9 0,-1-1 121,0-3-121,1-1 0,3-3 0,1-2 0</inkml:trace>
  <inkml:trace contextRef="#ctx0" brushRef="#br0" timeOffset="73497">23122 4826 5734,'-4'-3'0,"1"-2"0,2 4 0,1-1 0,2 7 0,1-1 0,2 5 0,1 0 0,0 2 0,7 12 0,-2-3-535,4 9 535,-4-7 0,0 1 0,0 0 0,0 1 0,5 8 0,-4-8 0,4 6 0,-7-12 0,1-1 0,-2-2 0,0-2 0,-1-1 0,1 0 0,-4-3 0,0 0 133,-5-2 1,-2-4 0,-1 0 0</inkml:trace>
  <inkml:trace contextRef="#ctx0" brushRef="#br0" timeOffset="73701">23084 5153 5734,'12'-23'0,"0"5"0,7-7 0,7-2 0,-4 6 0,9-5 0,1 2-1792,-7 7 1792,7-4-230,-5 6 230,-9 4 464,1-1-464,-12 6 0,0 1 0,-1-1 0</inkml:trace>
  <inkml:trace contextRef="#ctx0" brushRef="#br0" timeOffset="74013">23552 4832 5734,'-2'6'0,"-2"1"0,-3 4 0,1-1 0,-4 5 0,-3 6 0,2-3 0,-2 13 0,0 2 0,3-3-499,1 1 0,2-1 499,6-9 0,3 0 0,1-2 0,5 6 0,-1-8 0,6 8 0,-4-14 0,1 1 0,-1-9 0,0-4 0,0-1 0</inkml:trace>
  <inkml:trace contextRef="#ctx0" brushRef="#br0" timeOffset="74422">23589 4937 5734,'11'-6'0,"4"-2"0,8 1 0,-8 2 0,7 1 0,-14 3 0,0 3 0,-3 0 0,1 2 0,-3 7 0,-2-2 0,-4 6 0,-1-2 0,-3 1 0,0 1 0,0 1 0,0 0 0,-3 7 0,3-5 0,-1 3 0,5-7 0,0-1 0,1-3 0,1 0 0,1-3 0,0 0 0,2-1 0,0-2 0,2 0 0,4-4 0,0 0 0,3-4 0,1 0 0,-4-1 0,3 0 0,-3 0 0,-1-1 0</inkml:trace>
  <inkml:trace contextRef="#ctx0" brushRef="#br0" timeOffset="74867">23829 4758 5734,'9'20'0,"0"0"0,-3-2-488,0 2 488,0 2 0,0 10 0,-2-6 160,1 8-160,-3-1 0,-2-8 81,0 6-81,-4-3 0,-1-8 0,-2 4 0,-9 0 0,5-12 0,-6 6 0,8-14 0,0-1 0</inkml:trace>
  <inkml:trace contextRef="#ctx0" brushRef="#br0" timeOffset="75390">23623 5002 5734,'7'0'0,"2"1"0,-3 0 0,9 0 0,-7 0 0,6 0 0,-3-1 0,-3 0 0,3 0 0,-2 0 0,-3 0 0,2 0 0,-2-2 0,-1-1 0</inkml:trace>
  <inkml:trace contextRef="#ctx0" brushRef="#br0" timeOffset="75787">24085 4951 5734,'13'1'0,"-1"0"0,3-1 0,-3 0 0,4 0 0,2 0 0,-4 0 0,4 0 0,-6 0 0,-2-1 0,-1 0 0,-2 1 0,0 0 0,-3 0 0,-1-1 0,-1 1 0</inkml:trace>
  <inkml:trace contextRef="#ctx0" brushRef="#br0" timeOffset="76005">24088 5014 5734,'23'-2'0,"-2"1"0,-2-3 0,-3 1 0,5 0 0,3-1 0,-7 3 0,6 0 0,-4 1 0,-4 1 0,4-1 0</inkml:trace>
  <inkml:trace contextRef="#ctx0" brushRef="#br0" timeOffset="76432">24550 4894 5734,'-11'2'0,"0"0"0,-1 1 0,2 1 0,-4 1 0,0 3 0,2 0 0,-2 4 0,-3 9 0,7-6 0,-4 9 0,7-3 0,4-4 0,1 5 0,6-2 0,2-6 0,4 2 0,2-8 0,11-1 0,-4-3 0,7-2 0,3-8 0,-6 0 0,7-5 0,-10-7 0,-2-2 0,-1 0 0,-1-1 0,-3 0 0,-13-1 0,-2 5 0,-4-4 0,1 9 0,-3-1 0,-1 2 0,-6-3 0,2 6 0,-6-2 0,-3 6 0,5 1 0,-5 1 0</inkml:trace>
  <inkml:trace contextRef="#ctx0" brushRef="#br0" timeOffset="81043">15885 4452 5734,'12'0'0,"11"0"0,-4-1 0,11 1 0,-5-1-1148,1-1 1148,2 0 0,15-1 0,-9 0 0,2 1 0,1 0 0,1 1 0,-8 0 0,1 0 0,14 2 0,-10-1 0,8 0 0,1 0 0,-1 0-759,-6-1 1,-1 1 758,-3-1 0,-1 0-49,-1 0 49,1-1 0,-3 1 0,1 0 0,-2 0 0,-1 1 0,11 0 0,-10 1 0,8 1 0,-11 0 0,0 1-309,-1 1 309,0 0 0,0 0 0,0-1 0,1 1 0,1 0 0,0 0 0,12 2 0,-9 0 0,9 0 0,-1 1 0,-9-1-56,7 0 56,-10-1 0,-1 0 923,0 0-923,1 1 0,-1-1 0,1 0 345,-2 0 0,3 0-345,9 0 0,2 1 0,-7-1 0,1 0-615,13 1 0,-3-2 615,-5-1 0,12 0 129,-15-3-129,2 0 0,-10 0 0,0-1 0,14-2 178,-15 2 0,2 0-178,13-1 0,0 1 0,5 0-606,-5 0 1,-1 1 605,-7 1 0,-1 0 1310,0 0-1310,-1 0 0,1 1 0,-2-1 0,14 1 0,-11-1-258,9 1 258,-13 0 0,0 0-425,-1 0 425,1 1 0,0-1 0,13 2 0,-8-2 0,10 1 0,-11-1 586,2 0-586,0-1 0,1 1 0,0 0 0,1 0 0,-1 1 0,-10-1 0,1 0 0,11 2-748,12 2 748,-17-2 0,-1 0 499,0 1-499,-1 0 0,12 0 0,-12-1 0,1 0 0,-5-2 0,-1 1 0,4 0 0,1 0 0,14 0-489,-10-2 489,9 1 0,-3 0 90,-12-1-90,6 1 528,-7-1-528,-8-1 131,4 0-131,-9 0 0,15 0 0,-13 0 1029,14 0-1029,-18 0 712,2-2-712,-5 2 457,0 0-457,-1-1 0,1 1 0,-3 0 0,1-1 0,-3 1 0,-1 0 0,1 0 0,-2 0 0,1 0 0,-5-2 0,2 0 0,-4-1 0,2 1 0,-2 2 0,-4-1 0,-2 1 0,-4-1 0,-1 0 0</inkml:trace>
  <inkml:trace contextRef="#ctx0" brushRef="#br0" timeOffset="85402">16285 2837 5734,'-3'26'0,"1"0"0,-2 15 0,0 2 0,2-10 0,1 3-820,0 0 1,0 7 0,0 1 0,1-6-373,0 5 0,1 1 1192,-1-8 0,1 6 0,0 2 0,0-3 0,-1-5-37,1 7 1,0-2 36,0 1 0,-1 2 0,1-2 0,-2 3 0,-1-3 0,1-11 0,0 2 0,0 7 0,0 8 0,0 0 0,0-9 0,0-7 0,1-2 0,-1 14 0,1 4 0,0-11 0,2-15 0,0-9 1110,2-1-1110,-1-11 0,4-7 0,0-3 0</inkml:trace>
  <inkml:trace contextRef="#ctx0" brushRef="#br0" timeOffset="86284">17151 2559 5043,'41'0'0,"0"1"0,1 0 0,1 0 0,2-1 0,1 0-1639,1-1 1,2 0 1049,-16 1 0,1-1 1,3 1 588,1-1 0,4 0 0,0 0 0,-2 0 0,4 0 0,-1 0 0,1-1 0,-1 2 0,2-1 0,0 0 0,-3 0 0,1 0 0,-3-1 0,6 2 0,-7-1 0,6 1 0,4-1 0,1 1 0,0 0 0,-2 0 0,-6 0 0,7 0 0,-4-1 0,-1 1 0,5 0 0,-5 0 0,5 0 0,2 0 0,1 0 0,-2 0 0,-3 0 0,-5 1 0,-1-1 0,-5 1 0,-2 0 0,4-1 0,3 1 0,4 0 0,0 0 0,-1 1 0,-1-1 0,0 0 0,-3 0 0,1 0 0,1 1 0,0-1 0,1 0 0,1 0 0,0 1 0,0-1 0,-1 1 0,1-1 0,-1 1 0,0-1 0,-2 0 0,1 1 0,-1-1 0,-1 0 0,2 1 0,0-1 0,2 0 0,1 0 0,-2 1 0,-1-1 0,-3 0 0,-2 0 0,-1 0 0,1 0 0,1 1 0,-1-1 0,1 0 0,0 0 0,0 0 0,-1 0 0,1 0 0,0 1 0,0-1 0,0 1 0,0-1 0,0 0 0,0 1 0,0-1 0,0 0 0,0 1 0,-1 0 0,1-1 0,0 1 0,0 0 0,-1 0 0,0-1 0,-1 1 0,1 0 0,11 1 0,1-1 0,-2 1 0,-1 0 0,-1 0 0,2-1 0,-1 1 0,2 0 0,0-1 0,-2 0 0,1 1 0,-2-1 0,2 0 0,-4-1 0,1 1 0,1 0 0,-2-1 0,-1 0 0,-1 0 0,0 0 0,-3-1 0,3 1 0,-1-1 0,0 1 0,-3-1 0,2 0 0,0 1 0,0-1 0,9 0 0,1-1 0,-3 1 0,-10-1 0,-1 1 0,2 0 0,8-1 0,2 1 0,-3-1 0,2 0 0,-3 1 0,1-1 0,-2 1 0,-1-1 0,0 1 0,-3-1 0,0 1 0,-3 0 0,1 0 0,10 0 0,-1 0 0,-12 0 0,0 0 0,8 1 0,-2 0 0,-15 0 0,1 0 0,14 1 0,0 0 88,7 2-88,-11-1 0,-2 0 1231,-5 1-1231,-1-1 501,-4 1-501,-1 0 0,-2-1 1353,-2 1-1353,-1-1 1415,7 0-1415,9 1 0,-5 0 678,5 0-678,-10-1 0,-6-1 0,3 1 376,-8 0-376,0 0 92,-1-1-92,-1 2 0,0-1 0,-2 1 0,0-1 0,1 1 0,-3-1 0,1 0 0,-3-1 0,-2 0 0,0-1 0,-7-2 0,3 1 0,-4-3 0,3 1 0,-1-1 0,-1 0 0,-7-2 0,1 0 0,-4-4 0</inkml:trace>
  <inkml:trace contextRef="#ctx0" brushRef="#br0" timeOffset="89837">15808 4332 5734,'-2'27'0,"1"-9"0,0 27 0,-1 4 0,1-8-1639,1 5 1,0-1 1520,0-9 118,0-6 0,0 0 0,0 17 0,-1-11 0,0 6 0,0-4 0,0-6 0,0 2 0,-1 1 0,1 9 0,-1 4 0,0 1 0,0-3 0,1-7-756,-1-3 1,1-5-1,0 4 756,0 5 0,-1 8 0,0 0 0,0-3 0,1-8 206,0-3 0,0-3-206,-1 15 0,1 0 0,0-12 0,0 1 0,0 8 0,0 2 0,0-2 0,0-2 0,0-11 0,-1 2 0,2 5 0,0 4 0,-1-4 0,1-10 0,0-2 0,1 14 0,-1-3 0,1 3-283,0-15 283,-1 4 1013,0-9-1013,0-7 2834,0 3-2834,0-3 1044,0-2-1044,0 2 576,0 2-576,-1-3 66,0 4-66,0-5 0,0 1 0,-1 1 0,1-1 0,0 0 0,-4 13 0,3-12 0,-2 9 0,2-14 0,1-3 0,0 1 0,1-3 0,0 0 0,0 0 0,0 0 0,0-1 0,0 0 0,-2 0 0,6-1 0,-4 0 0,6 0 0,-5-1 0,2 0 0,1-1 0,4 2 0,1 2 0,5 0 0,16 2 0,3 1 0,3 0-312,1 0 1,1 0 311,-12-2 0,-2 0-1241,16 3 1241,-13-3 0,1 0 0,1 0 0,-1 1 0,17 1 0,-15-2 0,0 1 0,11 1 0,0 0 0,-2-1 0,2 0 0,-5 0 0,0-2 0,8 2 0,-1 0-753,-10-2 1,-1-1 752,14 1 0,1 0 0,-23-1 0,1-1-418,11 1 1,1-1 417,-8 0 0,0 1 0,8-1 0,1 1 0,1-1 0,-2 1 0,-9 0 0,1 0 0,18 0 0,0 1 0,-20-1 0,-1 0 0,7 0 0,1 1 0,-2 0 0,-1-1 0,-6 1 0,-1-1 0,7 1 0,0-1 0,11 1 0,0 0 0,-1-1 0,1 0 0,0 0-542,1 0 542,0-1 0,2 0 0,2 0 0,-13-1 0,1 0 0,-7 1 0,-1-1-133,9 0 1,0 1 132,-11-1 0,-1 0 0,1 1 0,0-1 133,0 0 1,-1 1-134,24-2 85,-15 1 0,2 1-85,-1-1 0,1 1 0,-1-1 0,0 1 0,7 0 0,-3 0 0,9 0-66,-18 1 1,1-1 65,12 1 0,-1-1 760,2 0-760,-12 0 0,0-1 0,-6 1 0,0-1 0,7 0 0,1-1 0,1 0 0,3-1 0,4-1 0,5 0 0,-2-1 0,-4 1 0,-1 0 0,1 0-385,6-1 1,0 0-1,-3 1 385,-3 0 0,-2 0 0,-6 2 0,2-1 0,-3 1-318,-1 0 1,0 0 317,17 0 0,-2-1 68,0 1-68,-3 1 0,-2 0-68,-2-1 68,-3 1 0,-1-1 0,-2 1 1560,-2-1-1560,12-1 0,-11-1 1044,9 0-1044,-13 0 0,0 0 719,-1 1-719,-1-1 0,10 0 0,-8 2 0,6-2 0,-11 2 0,-2-1 822,1 0-822,-2 1 0,0-1 85,5 0-85,-1-1 0,4-2 0,-11 2 782,-2-1-782,-11 3 545,1-2-545,-1 2 177,0-4-177,-2 1 0,0-2 0,-1-3 0,-2-9 0,2 5 0,-2-6 0,1 10 0,-1-5 0,0 3 0,-3-12 0,2 8 0,-3-8 0,2 3-391,0-2 391,-1-1 0,1-3 0,-1-15 0,0 8-1084,0-12 1084,1 12 0,1-1 0,-1 0 0,1 8 0,0 0 0,-2-13 0,2 13 0,-1 0 0,0 1 0,-1 0 0,-1-14 0,1 15 0,1-2 0,-2-5 0,0-1 0,0-3 0,-1 0 0,1 0 0,0-1 0,-1-3 0,1 4 0,0 1 0,-1-7 0,1 4 0,2 12-595,-2-15 595,2 21-62,0-4 62,1 9 0,-1 1 321,1 1-321,0-8 0,-3-12 0,2 8 841,0-6-841,3 18 674,-1 1-674,1 0 77,-1-3-77,1 4 0,-1-2 0,1 5 219,0-2-219,0 2 0,1-1 0,-1 0 0,0 2 0,0-2 0,0 3 0,1 0 0,-1 0 0,1 0 0,-1-1 0,1-5 0,0 1 0,0-3 0,0 3 0,0-1 0,-1 0 0,1 1 0,0-1 0,-1 1 0,0 0 0,-2-6 0,2 5 0,-1-4 0,1 5 0,0 0 0,0 0 0,-1 1 0,1 1 0,-5-13 0,5 11 0,-5-10 0,5 16 0,-1-2 0,0 2 0,2 1 0,-2-1 0,2 2 0,-1 0 0,0-1 0,0 1 0,0-1 0,-1-3 0,0 2 0,0-2 0,1 4 0,0 0 0,-1 0 0,0 1 0,-1 0 0,1 0 0,0 1 0,-3-1 0,2 1 0,-3-1 0,0 1 0,1 1 0,-1 0 0,1 0 0,1-1 0,-2 0 0,0 1 0,-2-1 0,-1 1 0,0 0 0,-1 0 0,0 0 0,-6 0 0,3 1 0,-5-1 0,5 1 0,-1 0 0,0 0 0,-9 2 0,6-1 0,-8 2 0,-19 3 0,11-2-508,6-1 0,0 0 508,1 0-210,-1 0 210,13-2 0,-2 1 0,6-2 0,1 0 0,0-1 993,2 0-993,0 1 233,-2 1-233,0 0 0,1 0 0,1 1 0,-2 1 0,3 1 0,-5 1 0,2-1 0</inkml:trace>
  <inkml:trace contextRef="#ctx0" brushRef="#br0" timeOffset="110180">20745 5011 5734,'-3'-1'0,"-1"1"0,3 0 0,-1 0 0,1 0 0,0 1 0,-1 1 0,-2 6 0,1-1 0,-3 4 0,3-3 0,0 4 0,1-3 0,0 3 0,0-5 0,2 3 0,0-4 0,0 1 0,1-2 0,-1-1 0,0-1 0,-1 0 0,1-2 0,0 1 0,0 0 0,-1-11 0,0 3 0,-1-9 0</inkml:trace>
  <inkml:trace contextRef="#ctx0" brushRef="#br0" timeOffset="110727">20754 4806 5734,'10'5'0,"1"0"0,2 9 0,-5-4 0,4 7 0,-7-5 0,-1-1 0,-1 1 0,0 7 0,-2-5 0,0 5 0,-2-5 0,-2-1 0,-1 1 0,-1 1 0,-2 0 0,-6 8 0,2-5-327,-4 6 327,3-7 0,-1 1 0,1-1 0,0-1 0,0 0 0,-2 5 0,3-6 0,-2 3 0,2-5 0,5-4 0,-3 1 0,5-5 327,0-1-327,0-1 0,0-1 0,1-1 0,-3-2 0,2-2 0,-3-5 0,-2-5 0,2 1 0,-2-2 0,3 7 0,0 0 0,0-1 0,1-1 0</inkml:trace>
  <inkml:trace contextRef="#ctx0" brushRef="#br0" timeOffset="111654">20633 5801 5734,'-2'-5'0,"2"1"0,1-2 0,2 1 0,1-1 0,1 1 0,6-4 0,-3 3 0,12-7 0,-5 5 0,3 0 0,-2 2 0,-8 4 0,3 0 0,-6 2 0,-1-1 0,-1 1 0,0 0 0,-1 1 0,-1 7 0,-2 0 0,-1 5 0,-2-1 0,-1-1 0,-1 3 0,-6 5 0,3-3 0,-3 4 0,1-1 0,3-6 0,0 3 0,4-7 0,1-1 0,1-2 0,1-1 0,0-1 0,3 0 0,1-1 0,20-4 0,-11-1 0,14-5 0,-13 3 0,-3 1 0,2-2 0,-4 1 0,0-2 0,0 0 0</inkml:trace>
  <inkml:trace contextRef="#ctx0" brushRef="#br0" timeOffset="111910">20779 5618 5734,'2'31'0,"1"0"0,-1 2 0,1 1 0,-1-1-1343,-2-6 1343,-2 1 0,-5 13 0,-1-9 0,-6 9 0,1-13 0,-3 0 0,-1-1 0,-1-1 0,-1-1 0,0-1 0,-2 2 0,3-4 0,2-2 0,7-8 0,2-3 0,3-3 0</inkml:trace>
  <inkml:trace contextRef="#ctx0" brushRef="#br0" timeOffset="112637">21254 5775 5734,'-1'-5'0,"-2"1"0,0 3 0,-3 1 0,-6 8 0,1 0 0,-5 7 0,-6 12 0,5-4-275,-8 12 275,14-13 0,1 1-1086,-5 12 1086,7-11 0,0 0 0,2 1 0,2-2 0,-1 12 0,0 9 0,11-18 0,4-2 0,2-2 0,15 11-315,-7-36 315,2-5 0,1-6-657,1-4 657,-1-5 0,-1-3 0,-8 3 0,-1-1 0,5-13 0,-8 13 0,-1-4 0,-4-20 0,-3 0 0,0 2 109,0 2 0,-7 3-109,-15 18 0,4 11 248,-12 1 1,11 12 0,-1 1-1</inkml:trace>
  <inkml:trace contextRef="#ctx0" brushRef="#br0" timeOffset="112818">21122 6008 5734,'13'31'0,"1"-3"0,-5-14 0,12 14 0,-7-10 0,14 14 0,-16-18 0,3 2 0,-7-6 0,2 9 0,-4-11 0,2 7 0</inkml:trace>
  <inkml:trace contextRef="#ctx0" brushRef="#br0" timeOffset="113122">21586 5768 5734,'-9'1'0,"-5"5"0,3 3 0,-5 6 0,-5 18 0,3-1-1888,-2 9 1888,6-11 0,7-8-96,-1 9 96,4-8 0,1 6 457,3-9-457,2 5 0,0-7 0,1 5 0,4-8 0,-1-6 934,4 1-934,-2-7 593,1 0-593,1-3 0,-1-1 0,-1-3 0,1-2 0,0-2 0</inkml:trace>
  <inkml:trace contextRef="#ctx0" brushRef="#br0" timeOffset="113482">21593 5871 5734,'8'-2'0,"4"0"0,-5 1 0,10 4 0,-8-1 0,10 11 0,-12-4 0,3 8 0,-8-6 0,-1 3 0,-3 1 0,-2 8 0,-3 8 0,1-1 0,0-3 0,5-11 0,0-7 0,1-1 0,1-1 0,-1-1 0,1 0 0,0-1 0,1-1 0,1-3 0,0 0 0,21-13 0,-13 5 0,14-9 0,-17 9 0,-1-1 0,0-1 0,0-1 0</inkml:trace>
  <inkml:trace contextRef="#ctx0" brushRef="#br0" timeOffset="113681">21503 6031 5734,'15'-4'0,"-1"1"0,30-4 0,-17 3 0,18-3 0,0 2 0,-19 0 0,14 0 0</inkml:trace>
  <inkml:trace contextRef="#ctx0" brushRef="#br0" timeOffset="113976">21815 5758 5734,'8'-3'0,"6"3"0,-5 4 0,5 6 0,-4 0 0,0 4 0,-2 2 0,0 3 0,-3 8 0,-1 3 0,0 4-607,-2-3 1,-1 0 606,-3-1 0,-2-1-30,-1 0 30,-4 9 0,0-11-447,-2 6 447,2-14 0,1-3 0,0-2 0,1-3 1149,-3-2-1149,3-4 32,-2-3-32,3-3 127,2-3 0,3-3 0,1-3 1</inkml:trace>
  <inkml:trace contextRef="#ctx0" brushRef="#br0" timeOffset="114270">22044 6002 5734,'5'-3'0,"-1"0"0,5 1 0,-1 1 0,4-1 0,5 0 0,-4 0 0,6 0 0,0-3 0,-3 3 0,3-3 0,-2 1 0,-6 0 0,3-1 0,-10 3 0,-4 1 0,-4-1 0,-3 2 0</inkml:trace>
  <inkml:trace contextRef="#ctx0" brushRef="#br0" timeOffset="114437">22037 6075 5734,'14'0'0,"9"1"0,-4-1 0,7 0 0,-1 1 0,-8-1 0,4 2 0,-8-3 0,0 0 0</inkml:trace>
  <inkml:trace contextRef="#ctx0" brushRef="#br0" timeOffset="114772">22445 5916 5734,'2'-10'0,"-2"-2"0,-1 9 0,-3-2 0,-8 15 0,3-1 0,-6 6 0,5-2 0,-1 2 0,1 2 0,1 1 0,-1 8 0,5-5 0,1 5 0,10-4 0,1-5 0,6 1 0,11-6 0,-3-7 0,8-3 0,16-16 0,-17 3-831,15-11 831,-24 7 0,-3-2-265,-3-1 265,-4-2 0,-3 1 0,-3 1 0,-5 0 0,-3 2 0,-36-5 0,18 12 0,-2 2 0,2 1 0,4 6 0</inkml:trace>
  <inkml:trace contextRef="#ctx0" brushRef="#br0" timeOffset="115722">22884 5916 5734,'8'1'0,"3"1"0,-2-1 0,4 1 0,5 0 0,-4 0 0,7 0 0,7 0 0,-9-2 0,22-1 0,-25 0 0,15-1 0,-22 1 0,4 1 0</inkml:trace>
  <inkml:trace contextRef="#ctx0" brushRef="#br0" timeOffset="115948">22856 6022 5734,'18'-8'0,"6"-1"0,-9 6 0,11-3 0,-9 3 0,5 0 0,1 2 0,-6 0 0,5 0 0,-1 0 0,-9 0 0,4 4 0,-13-2 0,1 1 0</inkml:trace>
  <inkml:trace contextRef="#ctx0" brushRef="#br0" timeOffset="116236">23051 5830 5734,'10'2'0,"4"3"0,-3 0 0,2 4 0,-3 6 0,-3-3 0,1 6 0,-5 27 0,-3-22-536,-3 22 536,-2-28 0,-1-1-129,-4 5 129,2-5 0,0 0 0,5-6 0</inkml:trace>
  <inkml:trace contextRef="#ctx0" brushRef="#br0" timeOffset="116718">23376 5770 5734,'-2'-4'0,"1"1"0,1 0 0,1 2 0,1 4 0,0 0 0,2 5 0,0 0 0,3 2 0,0 2 0,7 9 0,-3-3 0,4 3 0,0 1 0,2 2 0,10 11 0,1 0 0,-7-9-444,0 0 1,-1-3 443,-9-11 0,-1-1 0,-2 2 0,-5-3 0,-2 1 0,-3-8 0,-2-2 0</inkml:trace>
  <inkml:trace contextRef="#ctx0" brushRef="#br0" timeOffset="116928">23387 6061 5734,'26'-37'0,"-1"6"0,-7 14 0,0 1 0,2 1 0,4-4 0,13-8 0,-1 0 0,-12 10-238,1-1 1,-3 1-1,-14 10 1,0 0 0</inkml:trace>
  <inkml:trace contextRef="#ctx0" brushRef="#br0" timeOffset="117253">23789 5760 5734,'-28'38'0,"4"-4"0,16-18 0,1 1 0,-1 2 0,1 1 0,1 1 0,1 9 0,2-7-291,1 7 291,4-11 0,8 15 0,-3-16 0,7 9 0,-7-21 0,6-3 0,-3-3 0,3-3 0,-3-2 0,-1-3 0,-1-1 0</inkml:trace>
  <inkml:trace contextRef="#ctx0" brushRef="#br0" timeOffset="117580">23825 5861 5734,'9'-2'0,"5"1"0,4 1 0,-4 0 0,0 1 0,-9 1 0,-1 3 0,-2-1 0,-1 4 0,-7 5 0,0-1 0,-5 5 0,1-3 0,1-1 0,-1 1 0,2 0 0,1-1 0,-2 5 0,5-6 0,-3 3 0,7-4 0,0-4 0,4 0 0,3-5 0,1 0 0,2-2 0,1-2 0,0-1 0,7-4 0,-5-1 0,4-3 0</inkml:trace>
  <inkml:trace contextRef="#ctx0" brushRef="#br0" timeOffset="117957">24105 5742 5734,'7'27'0,"0"18"0,-2-6-242,-3-15 0,-1 1 242,-6 14-1164,-1-9 1164,-6 9 0,-12-2 0,1-11 0,-11 7 0</inkml:trace>
  <inkml:trace contextRef="#ctx0" brushRef="#br0" timeOffset="121507">24253 5896 5734,'-2'-3'0,"-6"-6"0,6 5 0,-4-5 0,5 5 0,0 0 0,1 0 0,0 0 0,0-2 0,0 2 0,1-2 0,0 3 0,3-5 0,-2 3 0,3-4 0,-1 4 0,0 0 0,1-1 0,-1 2 0,-1 0 0,1 0 0,-2 2 0,1 0 0,0 1 0,0 0 0,1-1 0,1 1 0,-1-1 0,1 1 0,-1 0 0,-1 2 0,-1 0 0,0 0 0,-1 1 0,0 0 0,3 6 0,-1-3 0,3 9 0,-3-5 0,0 2 0,0-2 0,2 2 0,-1-2 0,2 2 0,-2-5 0,-2 0 0,2-1 0,-2-1 0,0 0 0,1-1 0,-1 0 0,5-1 0,-2-2 0,5-2 0,-4-2 0,0 0 0,0-1 0,1 0 0,-1 0 0,-1 1 0,2 0 0,-2 0 0,1 1 0,-3 0 0,0 1 0,-1 0 0,0-1 0,0 2 0,-2 0 0,-3 3 0,1-1 0,-2 3 0</inkml:trace>
  <inkml:trace contextRef="#ctx0" brushRef="#br0" timeOffset="122015">24267 5979 5734,'-3'-3'0,"3"0"0,0 2 0,2-1 0,-4 0 0,2 1 0,-2 0 0,2 0 0,-1 0 0,6 1 0,-2 0 0,5 1 0,-1-2 0,2-1 0,2 0 0,1 0 0,3-1 0,8 1 0,-3 0 0,14-1 0,-13 2 0,5-1 0,-3 0 0,-7 2 0,4-1 0,-9 1 0,-3 0 0,-3 0 0,-2 1 0,-3-1 0,-4 0 0,0 1 0,-3 1 0,-1 0 0,-2 2 0,-1-1 0,0-1 0,-1-2 0</inkml:trace>
  <inkml:trace contextRef="#ctx0" brushRef="#br0" timeOffset="122878">23777 5905 5734,'-1'-4'0,"0"1"0,1 2 0,1 1 0,0-2 0,1 1 0,4 0 0,2 0 0,3 0 0,4-2 0,-4 2 0,2-1 0,3 0 0,-4 2 0,5-1 0,-6 0 0,-1 1 0,-1 0 0,-1 0 0,-1 0 0,0 0 0,-1 0 0,0 1 0,-5-1 0,-1 1 0</inkml:trace>
  <inkml:trace contextRef="#ctx0" brushRef="#br0" timeOffset="125073">24722 5916 5734,'-4'-3'0,"0"0"0,0 0 0,0-1 0,0-1 0,-1-3 0,1 0 0,-2-2 0,3 2 0,0-1 0,-2-14 0,3 11 0,-1-11 0,4 13 0,-1 2 0,4-5 0,-1 6 0,2-2 0,4 1 0,-3 3 0,5-2 0,-2 3 0,4-1 0,-2 2 0,3-2 0,-4 3 0,3-1 0,-4 2 0,4 0 0,-5 1 0,0 1 0,5 3 0,-2 7 0,1 0 0,-3 4 0,-5-4 0,0 1 0,-1 2 0,1-1 0,0 1 0,-1-2 0,0 0 0,3 3 0,-2-3 0,1 1 0,-1-5 0,6 2 0,-2-6 0,6 2 0,-4-7 0,2-1 0,6-5 0,-5 1 0,5-4 0,-8 1 0,4-8 0,-5 2 0,1-5 0,-4-3 0,-3 5 0,0-5 0,-4 6 0,0 2 0,-1 2 0,0 1 0,-1 3 0,-1-2 0,0 4 0,0-2 0,0 4 0,-2 2 0,-1 1 0,-2 2 0,-1 0 0,-1 1 0</inkml:trace>
  <inkml:trace contextRef="#ctx0" brushRef="#br0" timeOffset="131975">17332 14775 5734,'-4'0'0,"1"1"0,4 1 0,0 1 0,2 2 0,-2 1 0,2 2 0,0 16 0,1 3 0,0-2-400,1 3 0,-1 0 400,-2-7 0,1-2-101,-2 0 101,1-1 0,2 4 0,-1-7 0,1 2 0,-3-8 0,-1-4 0,-4 0 0,0-5 0,-2-2 0</inkml:trace>
  <inkml:trace contextRef="#ctx0" brushRef="#br0" timeOffset="132387">17350 14596 5734,'-7'-7'0,"-7"0"0,1 5 0,-13 7 0,9 3-474,-7 5 474,6 2 0,1 3 0,-2 11 0,2 3 0,-2 5-810,3 0 0,2-1 810,7 4 0,3 2-470,4-9 0,2 0 470,0-8 0,1 1 0,2 8 0,2-1-1020,8 11 1020,5-3 0,4-4 0,5-5 0,3-6 0,-6-14 0,1-2 0,15 0 0,-14-6 0,0-4 0,11-10 0,-1-8 0,-1-6 0,-13 2 0,-2-3 0,-7 5 0,0 0 0,2-8 0,-2-1 0,-7-3 0,-3 0 0,-3 7 0,-1 0 0,-2-8 0,-2 0 0,-9-12 0,-1 15 0,-1 0 0,-9-12 0,7 17 0,-1 1 0,-16-9-422,9 13 422,-7-2 1229,13 13-1229,-2 2 0,9 3 0,-1 0 0</inkml:trace>
  <inkml:trace contextRef="#ctx0" brushRef="#br0" timeOffset="136270">18331 14606 5734,'-6'0'0,"1"-2"0,0 1 0,1 0 0,-1-1 0,2 2 0,-1 0 0,2-1 0,-1 1 0,1 0 0,0 0 0,1-1 0,2-1 0,0 0 0,1 0 0,-1 4 0,0-1 0,1 0 0,-1-1 0,0 0 0,1 0 0,-1 0 0,2 0 0,-2 0 0,1 0 0,0 0 0,-1 0 0,0-1 0,1 1 0,-1 0 0,3-2 0,-2 1 0,3-1 0,8 0 0,-5 0 0,8-2 0,-7 2 0,2 0 0,0-1 0,0 1 0,3-1 0,2 1 0,-3-1 0,-1 0 0,-7 2 0,0 0 0,-1-1 0,-1 1 0,1 0 0,-2 1 0,0 0 0,-1 1 0,0-1 0,2 2 0,0 1 0,0-1 0,1 3 0,0 3 0,-1-2 0,2 7 0,-4-5 0,0 3 0,-1 0 0,-2-1 0,-1 4 0,-8 6 0,1-3-424,-5 8 424,1-6 0,-8 11 0,0-1 0,0 1 0,-7 8-282,7-9 1,3-3 281,7-8-266,-1 5 266,3-7 0,0 3 388,5-9-388,0 2 0,2-3 0,1 0 571,7-1-571,-1-4 294,7 1-294,-1-5 0,3-2 0,1 0 0,3-1 0,2 0 0,1-1 0,13-1 0,-6 1-616,7-1 616,-10 1 0,-1 1 0,-2-1 0,-1 2 0,-3 0 0,-2 0 0,-2 1 0,-1 0 0,-2 1 616,0 0-616,-4 0 0,-1-1 0,-3 1 0,-3-2 0,-2 1 0,-2 0 0,-7 0 0,2-2 0,-3-1 0</inkml:trace>
  <inkml:trace contextRef="#ctx0" brushRef="#br0" timeOffset="136637">18320 14815 5734,'6'-4'0,"1"0"0,5 1 0,15-1 0,2-1 0,-2 1 0,3-1 0,0 0 0,-7 2 0,-7 1 0,2 0 0,-11 2 0,-4 0 0,-4 2 0,-4-1 0</inkml:trace>
  <inkml:trace contextRef="#ctx0" brushRef="#br0" timeOffset="140114">18775 14894 5734,'12'-3'0,"6"-3"0,-4 2 0,4-4 0,3-4 0,-8 4 0,6-5 0,-9 7 0,1-4 0,-2 2 0,0-2 0,-4 3 0,0-4 0,-3 3 0,-1-2 0,-2 4 0,-3-3 0,-1 2 0,-8-8 0,5 8 0,-4-5 0,1 3 0,0 2 0,-6-2 0,6 5 0,-3 3 0,8 3 0,-3 2 0,3 1 0,0 2 0,-1 0 0,0 0 0,-4 6 0,2-2 0,-7 27 0,9-18-387,-4 17 387,10-20 0,3 0 0,2 0 0,7 6 0,-1-7-204,7 5 204,-3-10 0,10 1 0,-5-4 0,7 0 0,-7-4 0,8-3 0,-6 0 0,6-2 0,-8-2 0,-1 0 0,1-2 0,-1 0 0,1 0 0,-1-2 0,-1 0 0,-1-2 0,-1 1 378,8-18-378,-14 13 0,5-13 0,-15 15 0,-1 2 53,0-2 0,-1 1 0,1 1 1</inkml:trace>
  <inkml:trace contextRef="#ctx0" brushRef="#br0" timeOffset="140439">19131 14700 5734,'2'8'0,"1"6"0,0-1 0,1 6 0,2 6 0,-1-5 0,1 7 0,0 1 0,0-7 0,0 6 0,0-4 0,-3-7 0,1 3 0,-2-10 0,0 0 0,-1-4 0,0 0 0,-4-11 0,1 0 0,-1-8 0,1 0 0,1-1 0,0-2 0,0-2 0,0-9 0,1 6 0,2-13 0,0 16 0,5-10 0,-1 13 0,4-4 0,-1 7 0,1 1 0,2 0 0,7-3 0,-3 4-235,7-3 235,-6 6 0,0 0 0,11 0 0,-7 6 0,3 1 0,-11 6 0,-8 1 0,0 2 0,0 0 0,-2 1 0</inkml:trace>
  <inkml:trace contextRef="#ctx0" brushRef="#br0" timeOffset="140721">19460 14767 5734,'-4'11'0,"2"-1"0,-2 4 0,-3 27 0,4-20-540,-3 22 540,7-28 0,2-1 132,2-3-132,2 0 0,2-5 0,11-3 0,-2-5 0,8-5 0,-7-6 0,0-4 0,-1-4 0,-1-3-458,1 2 1,-2 0 457,-4-2 0,-4 0 0,-11-12-607,-3 10 607,-8-5-406,-2 14 406,-4 3 0,-2 4 0,-1 3 0,-19 6 0,15 2 0,-17 7 0,28-2 0,-3 3 0</inkml:trace>
  <inkml:trace contextRef="#ctx0" brushRef="#br0" timeOffset="145791">17298 16204 5734,'-5'2'0,"1"-1"0,1 0 0,0 0 0,1-2 0,-1-1 0,0-3 0,1 0 0,0-7 0,4-2 0,1-1 0,3-1 0,0 3 0,7-7 0,-1 5-252,5-6 252,-3 8 0,9-4 0,-6 5 0,6-2 0,-8 6 0,-1 1 0,-1 3 0,4 2 0,-4 3 0,2 4 0,-7 1 0,0 9 0,-4-1 0,-2 6 0,-4-2 30,-3 2-30,-1 1 0,-10 13 0,3-7-877,-7 10 877,4-12 0,-10 10-20,5-11 0,0-1 20,5-4 0,0-2 0,-3 2 0,4-2 0,5-7 0,7-7 201,6 0-201,2-3 892,8 0-892,2-3 46,17-3-46,1-2 0,1 0 0,-10 2 0,0 0-618,11-3 0,-3 0 618,-4 0 0,-3 0-384,0 0 384,-4 0 0,4-2 0,-9 3 0,1-2 0,-12 5 0,-4-4 0,-4 5 0,-3-2 0,-2 4 0</inkml:trace>
  <inkml:trace contextRef="#ctx0" brushRef="#br0" timeOffset="146326">17369 15810 5734,'-26'2'0,"1"0"0,-5 2 0,2 1 0,-2 3 0,0 5 0,-3 3 0,5 3 0,1 2-1628,0-1 1,0 2 1627,3 2 0,4 0 0,1 7 462,3 3-462,7-6 0,1 0 0,-2 17-373,4-14 0,2 0 373,1 14 0,4-12 0,1 2 0,0-10 0,0 1 0,1 7 0,3 2 0,6-2 0,4 1 0,-1-4 0,-1-4 0,2 0 0,1 3 0,3 2 0,2-6 0,8-8 0,0-6 0,-4-2 0,0-2 0,9 1 0,3-4 0,3-7 0,1-4 0,-10 0 0,1-1-831,11-6 1,-1-2 830,-11 2 0,-1-4 0,-2 0 0,1-3 0,-1 1 0,4-4 0,-1-2-178,-5 4 0,1-2 0,-3 1 178,-1-3 0,-2 0 0,-1 0 0,-2-2 0,-3 2 0,-1-3 0,1-10 0,-3-2 0,-6 10 0,-1 0 0,0-8 0,-4 0 0,-3 12 0,-3 1 0,-1 1 0,-2 1 124,0 0 1,-2 2-125,-13-20 0,-2 5 0,4 14 0,-1 2 0,-13-8 0,12 12 0,-1 2 0,0 4 0,-1 3 0,-5-1 0,-1 2 0,6 0 0,1 0 0,-2 2 0,1-1 0</inkml:trace>
  <inkml:trace contextRef="#ctx0" brushRef="#br0" timeOffset="155271">18357 16080 5734,'1'4'0,"-1"0"0,0-2 0,0 1 0,0 1 0,1 1 0,-1 2 0,1-1 0,-1 3 0,0-1 0,1 5 0,-1-2 0,1 11 0,-1-8 0,0 6 0,1-5 0,0 10 0,1-3 0,-1 7 0,2 6 0,-1-10 0,0 0 0,2 19-557,-1-19 1,-1-1 556,1 1 0,2 19 0,-3-17 0,2 14-327,-2-22 327,-1-2 0,0-2 0,0 3 0,0 1 0,0-5 1073,-1-2-1073,0-10 367,0 0-367,0 0 0,-2-7 0,-1 2 0,-3-6 0,1 1 0,-2-1 0,2-3 0</inkml:trace>
  <inkml:trace contextRef="#ctx0" brushRef="#br0" timeOffset="155800">18375 16131 5734,'7'-2'0,"3"0"0,-1 0 0,8-2 0,-1 4 0,7 2 0,-7 1 0,-2 4 0,-6-1 0,-1 2 0,5 11 0,-5-6 0,4 8 0,-4-3 0,-2-5 0,0 5 0,-4 8 0,0-12 0,-4 12 0,-4-12 0,2-2 0,-4 2 0,1-5 0,0 1 0,-1-2 0,1 0 0,-1 0 0,-3 2 0,3-3 0,-5 3 0,6-4 0,-1-1 0,1-2 0,1 0 0,0-2 0,-2-2 0,2 0 0,-1-3 0,4 1 0,1-2 0,2-1 0,1-2 0</inkml:trace>
  <inkml:trace contextRef="#ctx0" brushRef="#br0" timeOffset="156264">18665 16220 5734,'-18'24'0,"2"-3"0,11-10 0,-1 7 0,1-5 0,1 5 0,3-6 0,0 5 0,2-4 0,1 2 0,11 3 0,-5-9 0,8 5 0,-6-12 0,1-2 0,0-3 0,1-1 0,7-10 0,-4 3-324,5-8 324,-7 3 0,4-13 0,-5 5 0,3-20-921,-9 17 921,-3-8 0,-4 11-442,-6-6 442,0 9 0,-5-3-180,-4 8 180,3 6 0,-5 1 273,5 7-273,-6 2 885,6 2-885,-3 2 0,8 2 0,0 1 0</inkml:trace>
  <inkml:trace contextRef="#ctx0" brushRef="#br0" timeOffset="156742">18882 15701 5734,'3'18'0,"-2"-4"0,1 10 0,0 3 0,-1 13-1327,0-12 0,1 0 1327,0 16 0,0-11 0,1 3 0,-1-9 0,0 1 0,3 14 0,-2-15 0,0 0 0,2 9 0,3 9 0,-3-11-21,3 6 21,-3-16 0,0-3 566,-1-2-566,-1-4 0,0-2 0,0 0 1316,-1-5-1316,1 0 757,-2-5-757,1 1 36,-1-2-36,1 1 0,1-2 0,-1-2 0,1-3 0,-3-1 0,-2-2 0,0 0 0,2-2 0,1-1 0</inkml:trace>
  <inkml:trace contextRef="#ctx0" brushRef="#br0" timeOffset="157314">19031 16323 5734,'1'7'0,"1"1"0,1 4 0,0-3 0,2 1 0,1 1 0,-1-6 0,15 0 0,-13-6 0,11-2 0,-13 0 0,1-2 0,-2 1 0,2-2 0,4-6 0,-5 4 0,4-5 0,-5 5 0,0 0 0,0-11 0,-2 8 0,0-8 0,-2 10 0,0-1 0,-2-3 0,1 4 0,-2-2 0,0 4 0,-3-3 0,1 2 0,-2 0 0,-1 2 0,3 2 0,-3-1 0,5 3 0,-4-1 0,2 2 0,-3 2 0,1 1 0,-3 7 0,2 0 0,-3 6 0,4-2 0,-1 3 0,3 1 0,-2 13 0,3-6-534,-1 8 534,1-8 0,2-1-5,4 16 5,3-9 0,4 6-244,1-16 244,1-9 0,0-2 0,3-4 520,1-1-520,2-4 0,0-2 0,1-3 0,6-7 0,-7 0-211,1-6 211,-7 2 0,-4-2 0,1-2 0</inkml:trace>
  <inkml:trace contextRef="#ctx0" brushRef="#br0" timeOffset="158053">18660 16038 5734,'-4'4'0,"-1"1"0,2 2 0,0 0 0,-1 3 0,0 2 0,1-1 0,1 3 0,-3 25 0,4-20-236,-2 22 236,3-27 0,1 4 0,0-5 0,1 3 0,2 0 0,-1-6 0,1 1 236,-2-5-236,0-3 0,2 2 0,0-3 0,2 0 0</inkml:trace>
  <inkml:trace contextRef="#ctx0" brushRef="#br0" timeOffset="169505">19609 16176 5734,'-6'2'0,"2"1"0,1-1 0,2 1 0,1 0 0,0-2 0,0 1 0,1 0 0,0-1 0,1 0 0,0 1 0,3-1 0,6 1 0,1-1 0,7 0 0,0 0 0,21-3 0,4-1 0,1 0-374,1 0 1,0 0 373,-20 2 0,-2 0-881,13 0 881,8-1 0,-6 0 0,-11 1 0,5-1-226,-11 0 226,-7 1 0,0-1 0,-9 1 660,0-1-660,-3-1 925,-1-1-925,-5-1 269,-2-1-269,-3 1 0,-1-1 0,-3-2 0,0 0 0</inkml:trace>
  <inkml:trace contextRef="#ctx0" brushRef="#br0" timeOffset="169710">20113 15996 5734,'29'24'0,"-5"10"0,-17-11-684,-5 7 684,-6-12 0,-3 1 0,-8 14 0,5-14 0,-6 11 70,5-15-70,4-5 0,0-1 0,3-5 0</inkml:trace>
  <inkml:trace contextRef="#ctx0" brushRef="#br0" timeOffset="170081">20496 15870 5734,'-4'0'0,"0"0"0,8 3 0,0 1 0,6 3 0,0 1 0,1 0 0,2 3 0,3 0 0,0 2 0,1 1 0,9 10 0,-6-6-1015,16 15 1015,-16-14 0,5 6-473,-8-8 473,-2-1 0,1-1 0,2 3 0,-5-4 0,3 1 0,-8-7 0,0-2 962,-2-1-962,-2-2 131,-2 0 1,-2-2-1,-1 1 1</inkml:trace>
  <inkml:trace contextRef="#ctx0" brushRef="#br0" timeOffset="170272">20638 16167 5734,'8'-43'0,"1"3"0,6 3 0,-2 8 0,2 0 0,1-1 0,2 1 0,-5 6 0,1 2 0,6-9 0,-5 10 0,10-13 0,-16 21 0,5-6 0</inkml:trace>
  <inkml:trace contextRef="#ctx0" brushRef="#br0" timeOffset="170562">21016 15824 5734,'-13'36'0,"2"-3"0,6-8 0,2 0 0,-1 6 0,2-7 0,1 0 0,5 9-1248,2-8 1248,1 5 0,3-4 0,-2-8 0,3 2 398,-4-10-398,3 0 51,-3-5 1,3-2-1,-3-5 1</inkml:trace>
  <inkml:trace contextRef="#ctx0" brushRef="#br0" timeOffset="170872">21080 15913 5734,'15'-4'0,"0"2"0,0 2 0,-3 1 0,4 2 0,-3 5 0,-4 0 0,1 4 0,-5 13 0,-4-8 0,0 11 0,-6-2 0,2-6 0,-2 6 0,3 1 0,0-8 0,2 6 0,2-10 0,0 0 0,3-2 0,2-1 0,0-3 0,6-1 0,-3-4 0,4-2 0,-1-8 0,-5 2 0,2-4 0</inkml:trace>
  <inkml:trace contextRef="#ctx0" brushRef="#br0" timeOffset="171266">21360 15765 5734,'34'16'0,"-13"-2"0,-3 3 0,-3 3 0,-2 8 0,-3 2 0,-4 2-965,-2-7 1,-1 0 964,-4 4 0,-1 0-119,-1-1 119,-1 0 0,0-2 0,-3 5 0,2-9 0,-3 3 470,4-13-470,-2-4 0,1-5 0,1-3 0,0-3 0</inkml:trace>
  <inkml:trace contextRef="#ctx0" brushRef="#br0" timeOffset="171646">21761 15979 5734,'-3'7'0,"0"0"0,2-4 0,1 0 0,0-2 0,1 0 0,5 0 0,1-2 0,4-1 0,9-2 0,-2 1 0,7-3 0,5 2 0,-5 0 0,7 1 0,13-1 0,-16 1 0,14 1 0,-14 2 0,-9 0 0,20 4 0,-28-3 0,9 2 0,-23-2 0,-2-1 0,-3 0 0,-1-1 0,0-2 0,1 0 0</inkml:trace>
  <inkml:trace contextRef="#ctx0" brushRef="#br0" timeOffset="172172">22005 15796 5734,'-7'-2'0,"2"1"0,0-1 0,2 1 0,3 0 0,7 2 0,1 0 0,26 3 0,-13-3 0,16 2 0,-4-1 0,-9 0 0,7 2 0,-7 2 0,-7 1 0,1 2 0,-10 1 0,-15 33 0,1-18-533,-3 1 1,-1 0 532,-5-1 0,-3 2 0,-9 12 0,6-9 0,7-10 0,0 0 0,-4 7 0,-5 9 0,7-10 0,-2 5-149,-5-2 1,12-15 0,-10 6 0</inkml:trace>
  <inkml:trace contextRef="#ctx0" brushRef="#br0" timeOffset="172670">21054 16073 5734,'-6'6'0,"2"-1"0,6 0 0,3-3 0,1 1 0,6 2 0,-2-1 0,6 2 0,-2-3 0,10 1 0,-3-2 0,6 1 0,13-1 0,-9-2 0,8-1 0,-15-1 0</inkml:trace>
  <inkml:trace contextRef="#ctx0" brushRef="#br0" timeOffset="173463">22642 16125 5734,'-6'-8'0,"1"-1"0,0-1 0,-1-8 0,3 2 0,-1-6 0,3-3 0,2 5-351,1-8 351,3 9 0,6-9 0,-1 7 0,4-6 0,-2 11 0,0 1 0,2 2 86,-2 2-86,2 1 0,5 2 0,-4 4 0,6 2 0,-1 11 0,-4 1-298,4 7 298,-6 0 0,7 13 0,-5-6 0,5 9 0,1-5 0,1-1 0,-2-4-159,1 2 1,-1-7 158,-9-17 0,-1-5 0,0-4 289,0-5-289,2-12 0,-5 4-444,0-9 444,-6 6 0,0 1 0,-7-21 0,2 21 0,-3-13 0,3 27 564,1 1-564,-2 2 0,0 1 0,-2 2 0,-2 2 0,-1 3 0,1 1 0,0 2 0</inkml:trace>
  <inkml:trace contextRef="#ctx0" brushRef="#br0" timeOffset="175046">20234 14785 5734,'-5'3'0,"1"-1"0,4-2 0,21-1 0,-7 0 0,20-1-775,-11 1 775,3 0 0,2 0 0,3-1 0,0 0 0,3-1 0,-9 1 0,0 0 0,14 0 0,-15 0 0,1 1 0,20-1 0,-20 0 0,0 1 0,15-1 0,-5 1 0,-22 1 188,-3 0-188,-2 0 0,0-1 0,-4 1 0,2 0 0,-4 0 587,0 0-587,0 0 0,-5 1 0,-2 1 0</inkml:trace>
  <inkml:trace contextRef="#ctx0" brushRef="#br0" timeOffset="175976">20646 14611 5734,'-6'0'0,"1"0"0,4 0 0,-1 0 0,1-1 0,1 4 0,0-3 0,0 3 0,2-3 0,0 0 0,0 0 0,0-1 0,0 1 0,0 0 0,0 0 0,3 0 0,0 0 0,3 1 0,5 0 0,-2 0 0,10 2 0,-8-2 0,5 1 0,-5-1 0,0 0 0,0 0 0,0 1 0,0-1 0,-1 1 0,-1 0 0,-1 0 0,-1 1 0,1 1 0,-4-2 0,0 1 0,-3-2 0,-1 1 0,0 0 0,-1 0 0,0 0 0,-5 5 0,-1 1 0,-3 4 0,-6 4 0,4-4 0,-3 4 0,2-4 0,-4 8 0,4-4 0,-5 4 0,7-6 0,-7 9 0,6-10 0,-2 7 0,7-13 0,1 0 0,1 1 0,1-3 0,-1 1 0,3-3 0,-1-2 0,0-5 0,0-1 0</inkml:trace>
  <inkml:trace contextRef="#ctx0" brushRef="#br0" timeOffset="181101">21334 14388 5734,'-3'-6'0,"0"0"0,2 4 0,1 1 0,2 6 0,-1 1 0,2 4 0,4 11 0,0-3-466,4 10 466,-1-5-644,3 1 644,1 2 0,2 1 0,2 1-927,1 1 927,3-1 0,0 1 0,1 0 0,-5-9 0,0-1 0,8 11 0,-8-11 0,-1-1 0,5 6 0,0-2-469,-2-3 469,-1-1 368,-2-3-368,5 3 0,-11-7 572,2 2-572,-14-9 245,-2 0 0,-3-1 0,-2-1 0</inkml:trace>
  <inkml:trace contextRef="#ctx0" brushRef="#br0" timeOffset="181339">21384 15010 5734,'19'-40'0,"-2"8"0,-5 10 0,1-1-1614,4-2 0,0 0 1614,11-14 0,-10 14 0,1-1 0,0 1 0,-2 0 0,10-11 0,-11 14 0,0-1 18,9-12-18,-10 10 0,2-2 161,-8 10 0,-4 7 0,0 0 0</inkml:trace>
  <inkml:trace contextRef="#ctx0" brushRef="#br0" timeOffset="181671">22016 14489 5734,'-8'7'0,"-2"0"0,-15 34 0,12-18-1026,0 3 0,1 0 1026,5 0 0,2 1-65,2 0 65,2 0 0,3-1 0,2-1 0,8 7 0,-1-9 0,14 3 0,3-2 0,-5-7 0,2 0 0,0-4 0,-13-11 121,0-3 0,-1-1 0,0-1 0</inkml:trace>
  <inkml:trace contextRef="#ctx0" brushRef="#br0" timeOffset="182096">22035 14661 5734,'6'-2'0,"1"0"0,0 1 0,10-3 0,-5 2 0,6-2 0,-8 2 0,-2 0 0,0 1 0,-1 0 0,4-1 0,-3 1 0,3-1 0,-3 1 0,-1 1 0,1 0 0,-1 0 0,1 1 0,1 2 0,-2-1 0,0 2 0,-3 0 0,-2 2 0,0 0 0,-2 3 0,-1 1 0,0 1 0,-2 2 0,-1-1 0,0 2 0,-4 7 0,3-4 0,0 4 0,3-6 0,2 3 0,1-5 0,2 3 0,0-7 0,20 3 0,-6-9 0,9 1 0,-13-11 0,-5 1 0,-2-3 0,1-1 0,-2 0 0</inkml:trace>
  <inkml:trace contextRef="#ctx0" brushRef="#br0" timeOffset="182288">22114 14735 5734,'10'-2'0,"2"-2"0,9 0 0,5-1 0,0 1 0,0-1 0,5 1 0,9-2 0,-26 4 0,-1 1 0</inkml:trace>
  <inkml:trace contextRef="#ctx0" brushRef="#br0" timeOffset="182603">22376 14523 5734,'7'1'0,"6"3"0,-3 1 0,4 4 0,10 13 0,-9-6 0,3 6 0,-2 2 0,-2 1 0,-1 10 0,-3 2 0,-7 6-832,-1-13 1,-1-1 831,-8 5 0,-1-11 367,-4 5-367,2-7 0,-11 9 0,9-18 0,-8 1 0,11-12 0,-1-3 0,6-3 0</inkml:trace>
  <inkml:trace contextRef="#ctx0" brushRef="#br0" timeOffset="182925">22692 14740 5734,'8'6'0,"2"-1"0,-4-4 0,11 0 0,-7-1 0,7-1 0,-6 0 0,2-1 0,0 0 0,1-1 0,7-2 0,-4 1 0,3-1 0,-8 2 0,-1 0 0,-1 0 0,-2 1 0,-2 0 0,-3 1 0,-3 1 0,-3-1 0,-3 1 0,-1 0 0</inkml:trace>
  <inkml:trace contextRef="#ctx0" brushRef="#br0" timeOffset="183228">22687 14855 5734,'7'1'0,"0"0"0,1 0 0,0 0 0,3-1 0,3-1 0,-3 0 0,4 0 0,-3 0 0,7-1 0,-5 1 0,5 0 0,1 1 0,-6-1 0,4 0 0,-2-1 0,-5 0 0,2 1 0,-7-1 0,-2 2 0,-1-1 0,-3 0 0,0 0 0</inkml:trace>
  <inkml:trace contextRef="#ctx0" brushRef="#br0" timeOffset="184033">23133 14707 5734,'-12'1'0,"1"0"0,4 1 0,-5 2 0,2 0 0,-3 1 0,1 1 0,3-1 0,-2 3 0,1 0 0,2 0 0,-1 2 0,3-2 0,2 0 0,-1 1 0,1-1 0,1 1 0,0 5 0,2-4 0,0 5 0,1-5 0,1 0 0,0 0 0,0 0 0,3-2 0,-1 0 0,1 0 0,1-1 0,0-1 0,4 2 0,17-1 0,-10-2 0,11-1 0,-15-5 0,-1 0 0,0 0 0,0-1 0,4-1 0,-5 0 0,8-3 0,-8 1 0,3-2 0,0-4 0,-5 3 0,2-5 0,-5 1 0,-3 3 0,0-3 0,-2 3 0,0 1 0,-3-1 0,0-3 0,-1 3 0,0-3 0,1 4 0,0 0 0,0 1 0,-1-1 0,0 1 0,-1-2 0,1 2 0,-1-1 0,1 2 0,0 1 0,0 0 0,-2-1 0,1 1 0,-1 0 0,-1-1 0,2 2 0,-4-2 0,5 2 0,-1 1 0,0 0 0,3 2 0,-1-1 0,1 1 0,0 1 0,0-1 0,-2-1 0,1 1 0,-1 0 0,0 0 0,0 1 0,-1-1 0,0 0 0,1 0 0,0 0 0,0 1 0,-1 0 0,-6 1 0,2 0 0,-6 0 0,5 1 0</inkml:trace>
  <inkml:trace contextRef="#ctx0" brushRef="#br0" timeOffset="215449">6679 7806 5734,'-6'-17'0,"-1"3"0,5 7 0,1 0 0,-1 1 0,3 2 0,0 1 0,9 12 0,-1 0 0,7 10-574,-3 0 574,1 5-176,-3-3 1,2 2 175,7 14 0,1 2 0,-3-7 0,0 0-977,5 9 1,-1-2 976,-9-17 0,1 0 0,5 8 0,0 1 0,-5-8 0,1 0-231,3 5 0,0 1 231,1-2 0,-2-2 0,10 12 0,-9-13 0,-1-2-186,5 6 186,-3-2 0,9 12 0,-12-16 0,7 7 0,-15-18 253,-2-1-253,-3-3 1848,-2 1-1848,-4-6 0,-2 0 0,-1-3 0</inkml:trace>
  <inkml:trace contextRef="#ctx0" brushRef="#br0" timeOffset="215650">6841 8460 5734,'20'-37'0,"1"-2"0,4-1-1639,-11 19 1,1 0 1618,0 1 0,2-2 20,4-3 0,4-2 0,-1 2 0,-1 1 0,0 0 0,1 0 0,2-1 0,-3 2 0,-4 6 0,-1 1 0,18-16 0</inkml:trace>
  <inkml:trace contextRef="#ctx0" brushRef="#br0" timeOffset="215868">7404 8047 5734,'-11'29'0,"0"1"0,2 2 0,3-4 0,2 3 0,3 2 0,2-1-1430,-2 0 0,2 0 1430,3-3 0,2-4 0,5 1 170,2-1-170,2-2 0,1-2 0,2-2 597,0-4-597,9 1 0,-6-9-51,5 0 0,-7-9 0,0-2 1</inkml:trace>
  <inkml:trace contextRef="#ctx0" brushRef="#br0" timeOffset="216167">7603 8173 5734,'34'-11'0,"-16"5"0,21 0 0,-24 8 0,5 5 0,-5 0 0,2 5 0,-8 1 0,0 12 0,-4-3 0,-2 9 0,-8 16 0,0-5-563,2-17 0,-1-1 563,0 9 0,3-12-33,0-2 33,3-3 0,1 2 0,3-8 0,1 1 0,2-9 1122,5-4-1122,-3-2 37,2-4-37,-5 0 0,0-3 0,0-1 0</inkml:trace>
  <inkml:trace contextRef="#ctx0" brushRef="#br0" timeOffset="216577">8026 8077 5734,'8'14'0,"0"0"0,6 12 0,-3-5 0,7 20 0,-10-17 0,0 0 0,4 16 0,-5-12 0,-1-1-732,-3-2 732,0 6 0,-2-12 9,-2 7-9,0-9 0,-1 3 0,0-10 0,-3 1 0,2-7 0,-2-1 0</inkml:trace>
  <inkml:trace contextRef="#ctx0" brushRef="#br0" timeOffset="216775">8358 8311 5734,'13'2'0,"7"-1"0,2-1 0,20-2 0,-18 0-740,13-1 740,-20 1 0,-2-1 240,-2 1-240,-2-1 0,-4 1 0,-1-1 0</inkml:trace>
  <inkml:trace contextRef="#ctx0" brushRef="#br0" timeOffset="216938">8390 8462 5734,'20'2'0,"6"-1"0,-9-3 0,18-3 0,-19 2 0,6-3 0,-16 3 0,-2-2 0,-2-1 0</inkml:trace>
  <inkml:trace contextRef="#ctx0" brushRef="#br0" timeOffset="217408">7660 8301 5734,'8'3'0,"-1"-2"0,13 4 0,-7-3 0,10 3 0,1-1 0,-4-1 0,6 0 0,2 0 0,-7-2 0,5 1 0,-7 0 0,-5-3 0,2-1 0</inkml:trace>
  <inkml:trace contextRef="#ctx0" brushRef="#br0" timeOffset="218281">9269 7698 5734,'-8'1'0,"-2"-1"0,3 0 0,-1 0 0,3 0 0,0 1 0,1 0 0,3 0 0,10-1 0,-1 0 0,11-1 0,-4-1 0,19 2 0,11 4 0,-8-2-235,-2 4 235,-29-2 0,-2 2 0,-1 1 0,-5 10 0,-2-3 0,-3 7 0,-1-3 0,-4 7 0,-1 1 0,1 1-389,-1 0 0,0-2 389,6-7 0,1-2 217,1 0-217,1-2 0,1-2 0,2-1 0,1-2 0,1-1 796,3-3-796,0 0 0,4-3 0,7-1 0,-2-2 0,7-1 0,-5-2 0,1-1 0,0-1 0,0-2 0,0 0 0,3-6 0,-6 3 0,3-4 0</inkml:trace>
  <inkml:trace contextRef="#ctx0" brushRef="#br0" timeOffset="218512">9176 7902 5734,'13'-2'0,"9"-3"0,-4 1 0,9-2 0,6-1 0,-6 1-925,9-1 925,-10 2 0,10-2 0,-10 2 0,7-1 0,-11 2 0</inkml:trace>
  <inkml:trace contextRef="#ctx0" brushRef="#br0" timeOffset="219075">8889 8281 5734,'-2'3'0,"1"-1"0,4-1 0,2 0 0,3 1 0,12 1 0,0-1-683,11 1 683,1-2-1213,5-1 1213,7 0-776,-19 0 1,0 0 775,2 0 0,0-1 0,2 1 0,1-1 0,1 0 0,0 0-729,1-1 1,1 1 728,1-1 0,0 0 0,0 1 0,2-1 0,-2 0 0,1 1 0,-1 0 0,6-1 0,0 0-277,-5 1 0,1 0 1,-3 0 276,4-1 0,-3 1 0,0 0 0,0-1 0,-1 1 0,-1 0 0,-1 0 0,0-1 0,-2 1 0,0-1 0,-1 1 0,-2-1 0,0 0 0,-2 0 0,20-1 364,-4 0-364,-7 0 0,-4 0 0,-4 0 1621,0 0-1621,-8 1 1622,0 0-1622,-9 1 1433,-3 0-1433,-14 1 0,-1 0 0,-12 1 0</inkml:trace>
  <inkml:trace contextRef="#ctx0" brushRef="#br0" timeOffset="219767">9001 8563 5734,'6'-1'0,"6"-2"0,-3 2 0,7-2 0,-2 1 0,0 0 0,2 0 0,0-1 0,1 1 0,0 0 0,19 3 0,-13 1 0,9 2 0,-20 1 0,-6 0 0,-2 3 0,-3 1 0,-5 11 0,-1-4 0,-6 7 0,-8 5 0,3-7 0,-14 16-937,13-16 937,-4 6 0,9-11 0,2-2 0,1-2 0,3-2 0,2-2 0,0 0 0,2-3 937,0 0-937,2-3 0,2 0 0,2-1 0,8-1 0,0-2 0,7 0 0,-3-2 0,9-4 0,17-9 0,-8 1-603,2-3 603,-22 6 0,-7 5 0,-1 1 0</inkml:trace>
  <inkml:trace contextRef="#ctx0" brushRef="#br0" timeOffset="220013">9061 8657 5734,'9'1'0,"0"-1"0,4-1 0,35-2 0,-22 1 0,0 0 0,1 1 0,1 0 0,-7 1-54,6 0 0,-10-1 1,0 0-1</inkml:trace>
  <inkml:trace contextRef="#ctx0" brushRef="#br0" timeOffset="220307">9542 8690 5734,'11'2'0,"0"0"0,22-4 0,-15 2-541,19-2 541,-22 0 118,6 1-118,-7 0 104,3 0-104,-5 1 0,-3-1 0,2-1 0</inkml:trace>
  <inkml:trace contextRef="#ctx0" brushRef="#br0" timeOffset="220773">10128 8585 5734,'-4'-7'0,"-2"-1"0,3 4 0,-9-1 0,4 5 0,-7-1 0,-4 7 0,4 0 0,-6 3 0,1 7 0,5-3 0,-2 4 0,5 1 0,5-4 0,-1 2 0,7-2 0,1-5 0,2 1 0,3-5 0,0-3 0,8-4 0,-4-4 0,6-8 0,-7 2 0,2-6 0,-3 3 0,0 0 0,1-1 0,-1 2 0,-1 0 0,-1 2 0,-2 1 0,1 3 0,-1 1 0,2 9 0,1 17 0,0 1 0,0 15 0,0 1 0,-1-7 0,1 8 0,2-4 0,-2-8 0,3 3-57,0-10 0,2-5 0,2-1 0</inkml:trace>
  <inkml:trace contextRef="#ctx0" brushRef="#br0" timeOffset="221346">11010 8306 5734,'6'3'0,"-1"-1"0,2-1 0,8 0 0,0-1 0,8 0 0,6 0 0,-5 0 0,7 0 0,-3-1 0,-8-1 0,5 0 0,-7 0 0,-6 1 0,0 0 0,-10 1 0,-4 0 0,-4-1 0,-1 0 0</inkml:trace>
  <inkml:trace contextRef="#ctx0" brushRef="#br0" timeOffset="221553">11022 8448 5734,'9'4'0,"1"0"0,5-1 0,-1-1 0,6 0 0,5 0 0,-5-2 0,6 1 0,1-1 0,-6-1 0,6 1 0,-4-2 0,-8 1 0,2 0 0,-14 1 0,-1-2 0,-3-1 0</inkml:trace>
  <inkml:trace contextRef="#ctx0" brushRef="#br0" timeOffset="223986">11654 7647 5734,'2'11'0,"1"0"0,-1 3 0,1 1 0,-2 4 0,2 11 0,0-5-502,0 9 502,0-10 0,-1 0 0,1-1 0,-1 0 0,2-1 0,1 6 0,-1-8 0,2 3 0,-2-8 0,-1-6 0,-1 2 0,0-5 0,-2 0 502,1-2-502,-2-1 0,0-3 0,-2-2 0,-4-2 0,-2-4 0,-3-2 0,-1-4 0,-1-1 0</inkml:trace>
  <inkml:trace contextRef="#ctx0" brushRef="#br0" timeOffset="224216">11609 7576 5734,'31'-8'0,"-6"3"0,7 0 0,-3 6 0,-10 3 0,11 14 0,-20-4 0,2 11 0,-17 2 0,1-6 0,-5 8 0,-3-1 0,3-8 0,-4 5 0,0-4 0,3-7 0,-3 3 0,5-9 0,-1-1 0</inkml:trace>
  <inkml:trace contextRef="#ctx0" brushRef="#br0" timeOffset="224554">12004 7657 5734,'-7'7'0,"-8"13"0,-2 2 0,3-1 0,-3 3 0,1 1 0,2 9 0,4-6 0,3 0 0,1 2 0,2-1 0,0 15 0,9-17 0,12 4 0,-3-10 0,10-2 0,-6-19 0,-3-3 0,5-4 0,-5-3 0,0-2 0</inkml:trace>
  <inkml:trace contextRef="#ctx0" brushRef="#br0" timeOffset="224885">12062 7748 5734,'26'-8'0,"-8"3"0,6 0 0,-11 4 0,4 3 0,-5 1 0,3 3 0,-5 7 0,-4-1 0,-1 8 0,-8 5 0,0-3 0,-5 7 0,-2 1 0,3-7-323,-3 5 323,5-10-9,-1 2 9,3-6 0,0 1 0,3-8 0,1-2 0,5-1 323,1-3-323,11-4 0,-5-4 0,5-3 0,-4 1 0,-2-3 2,0 1 0,-1-3 0,0 0 1</inkml:trace>
  <inkml:trace contextRef="#ctx0" brushRef="#br0" timeOffset="225054">12169 7877 5734,'21'-3'0,"0"-1"0,1 0 0</inkml:trace>
  <inkml:trace contextRef="#ctx0" brushRef="#br0" timeOffset="225285">12422 7630 5734,'20'19'0,"-2"1"0,-5-3 0,6 26 0,-8-14-926,-5-5 1,0 0 925,-5 3 0,-2 1-162,-1 0 162,-3 0 0,-1-1 0,-2-2 0,-1-1 462,-1-3-462,-6 3 0,4-8 0,-4 1 0,5-9 0</inkml:trace>
  <inkml:trace contextRef="#ctx0" brushRef="#br0" timeOffset="225830">11654 8262 5734,'17'4'0,"0"-1"0,0-2 0,4-1 0,6-1 0,3 0-2194,6-1 2194,3-1 0,-7 1 0,2 0 0,-8 0 0,1 0-666,9 0 1,1 0 665,-11 1 0,-1 0 0,1-1 0,-1 1-131,0 0 1,0-1 130,22 0 0,-4 1 0,-17 1 0,0 0 0,8 1 0,5-1-202,-20 1 202,-3-1 801,-5 0-801,-1-1 1527,-7 1-1527,-8-2 334,-2-2 1,-9-1 0,2-1 0</inkml:trace>
  <inkml:trace contextRef="#ctx0" brushRef="#br0" timeOffset="226598">11800 8461 5734,'-4'-3'0,"-1"1"0,-2 1 0,-1 3 0,-9 7 0,3 1-374,-6 6 374,5 0 0,-6 13 0,4-4-687,-3 8 687,7-8 0,3 1-527,0 0 527,4-1 0,1-2 0,2 0-97,2-4 97,3 0 0,1-4 242,8 0-242,0-7 746,7-3-746,-1-9 0,2-4 0,10-18 0,0-7 0,-10 10 0,-1-1-662,12-13 1,-3-1 661,-15 14 0,-4 2 0,1-8-414,-2 1 414,-3 4-181,-4 3 181,-2 3 0,-6 3 0,-4 5 0,-4 1 0,-1 3 0</inkml:trace>
  <inkml:trace contextRef="#ctx0" brushRef="#br0" timeOffset="226793">11727 8582 5734,'10'8'0,"1"-1"0,7 5 0,-4-3 0,6 3 0,1 0 0,2 2 0,8 7 0,-10-8 0,-3 2 0,-11-6 0,-4-2 0,-1 1 0,-3-5 0,0 0 0</inkml:trace>
  <inkml:trace contextRef="#ctx0" brushRef="#br0" timeOffset="227076">12098 8461 5734,'-10'14'0,"-5"13"0,6-2 0,-2 7 0,5-5 0,1 2 0,2-7 0,-1 6 0,4-2 0,0-7 0,2 3 0,-1-9 0,5 4 0,-2-10 0,5 0 0,-6-12 0,3-3 0</inkml:trace>
  <inkml:trace contextRef="#ctx0" brushRef="#br0" timeOffset="227410">12159 8519 5734,'8'-3'0,"-2"1"0,1 0 0,-1 2 0,5 2 0,-5 1 0,3 3 0,-6 7 0,-1-2 0,0 6 0,-2-4 0,0 2 0,0-1 0,-2 1 0,0 1 0,-3 6 0,1-5 0,0 4 0,2-8 0,2 0 0,-1-1 0,2-2 0,-1 0 0,3 2 0,-1-5 0,1 2 0,2-6 0,0 0 0,4-3 0,-1-3 0,3-1 0,3-7 0,-3 1 0,3-4 0,-5 2 0</inkml:trace>
  <inkml:trace contextRef="#ctx0" brushRef="#br0" timeOffset="227587">12180 8602 5734,'26'-4'0,"-2"-1"0,-6 0 0</inkml:trace>
  <inkml:trace contextRef="#ctx0" brushRef="#br0" timeOffset="227809">12383 8427 5734,'7'1'0,"18"11"0,-11-3 0,13 12-732,-16-5 732,-2 3 0,0 12 0,-4-4-644,-1 9 644,-6-9 0,-6 15 0,-1-11 326,-5 9-326,0-13 0,-2-2 0,-3 3-351,3-5 0,0-2 351,1-10 0,0-3 0,3-6 0,1 0 0</inkml:trace>
  <inkml:trace contextRef="#ctx0" brushRef="#br0" timeOffset="247865">3434 9840 5734,'-9'-10'0,"-2"0"0,1 0 0,-2-1 0,-1 1 0,0-2 0,-23-17 0,14 13 0,3 0 0,-1 1 0,-11-4-972,7 4 972,-11-3 0,10 5 0,-17-3 0,9 4 0,-12-1 0,12 6 0,-2 2 0,0 2 0,-3 1 0,1 3 0,-2 1 0,0 1 0,10 2 0,-1 0 0,-16 3-768,16-1 1,1 0 767,-14 3 0,13-2 0,-1 2 0,8-3 0,-1 0 0,-7 4 0,0 1 0,-12 8 0,21-9 0,0 1 0,-1 1 0,1-1 0,-1 1 0,0 1 0,-1-1 0,0 2 0,1-1 0,-1 1 0,-1 0 0,1 1 0,1-2 0,-2 4 0,-5 3 0,-6 5 0,0 1 0,4-3-1281,-2 2 1,-1 0 1280,4-2 0,-4 3 0,0 1 0,5-3 0,-5 7 0,4-2-333,7-6 0,0 1 333,-2 3 0,-1 2 0,2-1 0,4-3 0,1 0 0,-6 8 0,1 0 0,10-11 0,1 1 0,-4 9 0,1 1 0,5-9 0,1 0 0,-2 7 0,2 3 0,7 6 0,4 1 0,4-6 0,2 1 0,1 7 0,3-1 289,4-11 0,1-2-289,0-8 0,0-2 0,3 2 0,1-1 0,2 0 0,3-1 0,2 0 0,3-1 0,1-1 0,6 4 0,2-2-193,-3-3 0,2 1 1,0-3 192,7 1 0,0-2 0,-13-5 0,1 0 0,0-1 0,0-1 0,0 0 0,4-1 0,0 0 0,4-2 0,1 0 0,-2 0 0,2-1 0,0 0 0,1-2 0,-2 1 0,2-1 0,1-1 0,0-1 0,1-2 0,1-2 0,-1-1 0,-1 0 0,3 0 0,-2-2 0,1 0 0,-1 0 0,1-2 0,1 1 0,-5-2 0,0 0 0,-3-1 0,1-2 0,1-2 0,2-1 0,-1-1 0,-2 0 0,2-1 0,-3 0 0,2-2 0,-4 2 0,2-2 0,0-1 0,-4 1 0,-3-1 0,-3 0 0,0 0 0,-2 0 0,-1-2 0,0 1 0,-3-1 0,0 0 0,-1-1 0,7-13 0,-3 0 0,-3-1 0,-2-1 0,-4 0 0,-3-1 0,-2 0 0,-4-3 0,-5 3 0,-3-4 0,-2 3 0,1 9 0,-1 2 0,-5-4 0,-6-3 0,-6-6 0,-4-4 0,-1 1 0,0 3 0,4 6 0,-2 0 0,1 6 0,-3-4 0,2 5 0,-2-4 0,-3-2 0,1 2 0,1 3 0,3 7 0,-9-3 0,1 7 0,1-1 0,-1 1 0,2 3 0,0 0 0,2 2 0,0 2 0,3 1 0,-1 1 0,-18-7 172,5 6-172,6 3 0,5 6 0,3 2 0</inkml:trace>
  <inkml:trace contextRef="#ctx0" brushRef="#br0" timeOffset="250009">11804 9975 5734,'-13'-8'0,"-1"0"0,-2-1 0,2 2 0,-5-2 0,5 2 0,-9-4 0,5 2 0,-7-3 0,-3-1 0,5 3-599,-8-3 599,6 3 0,1-1 0,-3 1 0,-3-1 0,-2 1 0,-8-1 0,-2 0 0,19 4 0,-1 1-327,-7-3 1,-4 0 0,4 2 326,-6-2 0,-8-1 0,15 4 0,3 0 0,1 1 0,-11-1 0,9 2-74,-8 0 74,10 2 0,1 2 0,0 1 0,-9 1 0,7-1 0,1 2 0,-4 2 0,-1 2-828,-1 2 828,-1 1 0,0 1 0,8-2 0,0 0 0,-14 6 0,14-6 0,0 1 0,-1 1 0,1-1 0,-13 6-192,12-5 1,2 0 191,-11 5 0,2 1-794,0 0 794,1 1 0,2 1 0,8-5 0,0 2 0,-11 8-244,12-7 1,0 0 243,-6 8 0,8-5 0,1 1 0,-7 12 0,8-11 0,2 0 0,-3 10 0,3 6 0,2 2 0,0 6 0,2-7 0,3 2 0,7-14 0,3-2 0,1 16 0,1-14 0,1 0 0,7 12 0,0-11 0,2 1 0,-3-7 0,2-1 0,10 15 0,7 2-528,2-8 0,6 0 0,-2-2 528,-10-7 0,-1 0 0,3 0 0,7 2 0,4 1 0,2-1 0,-3-4-2,1-3 0,-2-3 0,1-1 2,0 0 0,0 1 0,3-1 0,-1-3 0,2 0 0,0-1 0,-3-1 0,-4-1 0,-3-2 0,2 0 0,10 2 0,2-1 0,-2-2 0,4 0 0,-2-2 0,1-1 0,0-1 0,1-1 0,-1-2 0,1-1 0,0 0 0,-17 0 0,1 0 0,1-1 0,11-4 0,3-3 0,-2 1 0,-10 2 0,-2-1 0,2-1 0,8-3 0,2-1 0,-4-1 0,2-4 0,-4-1 0,0-2 0,-2-1 0,-2-1 0,0-3 0,-7 0 0,1-4 0,-3 2 0,3-7 0,-1-1 0,-6 5 0,0-3 0,-3 2 0,-2-3 0,-3-3 0,-6 7 0,-1-4 0,-1-1 0,-1 1 0,-2-4 0,-1 1 0,-3-3 0,0 6 0,-2-4 0,-1 0 0,-1 1 0,0 4 0,-2-1 0,-1 5 0,-2-1 0,-6-9 0,-2 1 0,0 6 0,4 11 0,0 4 0,-6-6 0,-1 2 0,-11 0 0,-4 4 0,-4 6 0,-2 1 0</inkml:trace>
  <inkml:trace contextRef="#ctx0" brushRef="#br0" timeOffset="251363">12218 10670 5734,'-2'-3'0,"2"0"0,1 3 0,1 0 0,1 0 0,2 0 0,3 2 0,13 1 0,-1 1-760,14 2 760,-3-1 0,-2 0 0,0-1 0,-5 0 0,1 0-838,9 1 1,1 0 837,-9-1 0,0 0 0,0 0 0,1 1 0,0-1 0,0 0 0,-1 1 0,0-1-572,0 0 0,0 1 572,-2-1 0,1 0 0,22 5 0,-18-3 0,3 0 0,12 2 0,0 0 0,-11-2 0,-2 0 183,5 1 1,-6-2-184,-13-2 1508,-10-2-1508,1 1 1466,-4-2-1466,0 1 0,-2-1 0,0 0 238,-1 0-238,0 2 0,0-1 0,0 0 0,-3 0 0,0-1 0,-3 0 0,4-1 0,-1-1 0,-2 0 0,2 1 0,-3-2 0,2 1 0,-2-1 0,2 2 0,0-2 0,1 1 0,0 1 0,1-1 0,0 1 0,1-1 0,0 0 0,-1-1 0,1 2 0,-2-3 0,1 1 0,0-1 0,0 1 0,-1-2 0,-2-4 0,1 2 0,-3-5 0,2 4 0,-1 0 0,-1 1 0,-2-4 0,1 3 0,-2-2 0,2 4 0,-2-2 0,1 3 0,-3-2 0,-2 1 0,1 2 0,-4-1 0,3 1 0,-6-2 0,5 2 0,-4-1 0,6 2 0,0 1 0,2-1 0,0 1 0,-1-2 0,6 2 0,-1 0 0,17 6 0,-2-1 0,10 2 0,-2-1 0,1 2 0,2 0 0,4 2 0,1 2 0,3 0 0,-4-1 0,0 1 0,1 3 0,-8-3 0,7 5 0,-14-8 0,1 2 0,-6-1 0,-4-1 0,-4 2 0,-4 0 0,-11 6 0,3-2-322,-8 3 322,4-4 0,2 0 0,-1 0 0,1 1 0,1-2 0,1 2 0,0-2 0,3 1 0,0-2 0,2 1 0,2-2 0,0 3 0,6-5 0,3 1 0</inkml:trace>
  <inkml:trace contextRef="#ctx0" brushRef="#br0" timeOffset="252038">13386 10804 5734,'-5'-5'0,"2"1"0,1 3 0,1 1 0,0 13 0,1-2 0,1 12 0,1-7 0,3 12 0,0-5-563,2 8 563,-2-7 0,1 0 0,0 0 0,0 0 0,0-2-260,0 0 260,-1-2 0,0-1-65,0 2 65,-1-6 0,-1 1 0,0-8 544,-3-1-544,0-3 273,-1-1-273,-4-8 71,-1-1-71,-4-7 0,1 0 0,-2-3 0,-4-16 0,-1-5 0,7 14 0,0 0-333,-6-16 0,2 2 333,3 0 0,6 12 0,2-6 0,2 7 0,1-5 0,4 10 0,7-5 0,18-9 0,-8 10 0,11-2 0,-12 17 0,-4 3 0,3 1 0,-7 2 0,0 2 666,-2 1-666,3 2 0,-6-1 0,1 3 0,-4-1 0,-3 5 0,-2-1 0,-4 4 0,-3-1 0,-2 0 0,-1 2 0,-6 6 0,3-3 0,-4 3 0,5-5 0,3-1 0,0-1 0,3-1 0,1-1 0,-1 5 0,5-7 0,0 4 0,6-10 0,6 0 0,0-1 0,6-3 0,0-1 0,10-6 0,-5 1 0,7-4 0</inkml:trace>
  <inkml:trace contextRef="#ctx0" brushRef="#br0" timeOffset="252263">13725 10759 5734,'-7'8'0,"-3"5"0,3-4 0,-1 3 0,1 1 0,4-3 0,1 8 0,3-10 0,4 2 0,6-9 0,-1-2 0,5-3 0,2-8 0,-5 3 0,2-7 0,-9 2 0,-4-2 0,-2-1 0,-8-8 0,-16-14 0,8 11-389,-7-4 389,18 21 0,2 2 0,3 0 0,4 0 0,1-1 0</inkml:trace>
  <inkml:trace contextRef="#ctx0" brushRef="#br0" timeOffset="252631">13876 10400 5734,'-1'-6'0,"0"2"0,1 5 0,0 3 0,0 10 0,0 0 0,0 8 0,-1 11 0,0-4 0,1 4 0,0 1 0,0 3-162,0-8 0,0 0 162,3 12-969,0-11 969,1 8 0,1-15-415,4 8 415,-2-13 0,4 4 0,-3-15 0,2-3 279,2-3-279,8-7 0,-3-1 601,7-7-601,-6 0 0,6-15 0,-6 5 457,5-11-457,0-6 0,-8 12 0,1-5 0,-12 18 0,-4 10 0,-4 3 371,-4 6-371,-2 5 0,-4 4 0,-7 14 0,5-3 0,-4 9 0,8 3 0,5-7 0,5 15-716,5-19 716,3 5 0,1-14 0,3-2 0,1-4 0,1-3 0,0-6 0,0-7 0,-1-3 0</inkml:trace>
  <inkml:trace contextRef="#ctx0" brushRef="#br0" timeOffset="252759">14517 10875 5734,'-1'-16'0,"-2"2"0,-5-4 0,-1 2 0</inkml:trace>
  <inkml:trace contextRef="#ctx0" brushRef="#br0" timeOffset="253807">3754 11031 5734,'-9'-8'0,"3"4"0,1-3 0,6 6 0,4 0 0,13 4 0,0 0 0,28 7 0,-11-2-282,-11-3 0,2 1 282,3 0 0,0 1-737,18 4 737,-17-5 0,0 1-1163,13 2 1163,-2 0 0,0 0 0,-2 0 0,-3-1 0,10 1 0,-15-2-519,12 2 519,-24-5 423,1 1-423,-11-3 634,-2 0-634,-3-2 1243,-3 0-1243,-7-3 683,-3 0-683,-34-15 0,19 7-387,1 0 1,1 0 386,2 0 0,2-1 0,1-1 0,1 1 0,3-1 0,2 1 0,1 1 0,3 1 0,2 1 0,2 2 773,3-2-773,7 3 0,1 2 0,13 6 0,-8 4 0,7 3 0,-5 1 0,0 0 0,1 1 0,4 7 0,-6-5 0,4 5 0,-8-5 0,0 3 0,-3-2 0,-1 2 0,-3-5 0,-2 0 0,-1-1 0,-1 4 0,0-4 0,0 2 0,-2-5 0,0-2 0,-1-1 0,1-2 0,1-2 0,0-2 0</inkml:trace>
  <inkml:trace contextRef="#ctx0" brushRef="#br0" timeOffset="254100">4650 11005 5734,'15'-4'0,"2"2"0,-9 3 0,6 5 0,-9 1 0,2 3 0,-5 0 0,-2 10 0,-1-4 0,-2 9 0,-1-6-304,0 2 304,-1 2 0,0 0 0,1 1 0,0-2 0,0 0 0,2-2 0,0-1 0,2 5 0,2-7 0,-1 4 0,2-9 0,1 1 0,1-1 0,-1-4 0,-1-4 0,-2-7 0,1-2 0</inkml:trace>
  <inkml:trace contextRef="#ctx0" brushRef="#br0" timeOffset="254291">4651 11185 5734,'21'-5'0,"-3"1"0,10-3 0,3 0 0,1 0 0,-1 0 0,0 0 0,-1 2 0,-11 2 0</inkml:trace>
  <inkml:trace contextRef="#ctx0" brushRef="#br0" timeOffset="254977">5012 11222 5734,'13'-13'0,"-2"1"0,-3 2 0,3-5 0,-5 3 0,1-4 0,-5 1 0,-2 5 0,0-4 0,-2 4 0,1 2 0,-2 2 0,1 3 0,-5 4 0,2 2 0,-14 25 0,11-13 0,-7 19 0,14-19 0,1 0 0,1-1 0,2 0 0,0-1 0,3-3 0,1 0 0,1-3 0,8-1 0,4-5 0,1-3 0,2-7 0,-6-2 0,8-10 0,-6 6 0,9-12 0,-12 13 0,0-2 0,-9 6 0,-1 1 0,-3 4 0,0 0 0,-3 5 0,-2 4 0,-1 1 0,-2 7 0,0-4 0,-1 3 0,3-5 0,0 0 0,0-3 0,2-1 0,-1 0 0,1-2 0,-1-5 0,-3-17 0,4 7 0,-2-11 0,6 15 0,0 1 0,2 1 0,-1 1 0,3 0 0,0 2 0,4 1 0,-1 3 0,2 1 0,4 5 0,-3 6 0,0 2 0,-5 4 0,-7-3 0,0 0 0,-1 2 0,-1 1 0,0 0 0,0 6 0,1-6 0,0 3 0,1-8 0,3-2 0,0-1 0,4-3 0,1-1 0,3-3 0,3-3 0,3-4 0,12-9 0,-6 0-657,5-7 657,-12 3 0,-3 0-186,-6 0 186,-4-1 0,-5 2 0,-5 0 0,-5 4 0,-3 1 0,-4 4 0,-15 3 0,-5 6-944,-2 2 944,3 6 0,15-3 0,3 0 0,2-2 0</inkml:trace>
  <inkml:trace contextRef="#ctx0" brushRef="#br0" timeOffset="255432">4966 10540 5734,'-40'2'0,"1"1"0,-1 0 0,1 0 0,-9 0 0,0 2 0,3 2 0,6 3 0,2 3 0,2 0-1200,-6 3 1,0 3 1199,4 3 0,-4 5 0,0 1 0,7-2-1415,-2 5 1,3 2 1414,-1 1 0,-1 3 0,8-1 0,8-4 0,7 3-127,9 2 1,4 8-1,4 1 1,2-4 126,5 2 0,5-3 0,1 3 0,-3 0 0,1 3 0,2-1 0,3-6 0,7-3 0,3-6 0,4-2 0,-6-8 0,2-1 0,2-2 0,-2-1 0,2 2 0,0-2 0,2-1 0,-1 0 0,2-1 0,0-1 0,-2-1 0,0-2 0,-1-3 0,2 0 0,2-3 0,2-1 0,0-1 0,-1-1 0,2-1 0,-1 0 0,1-2 0,-2 0 0,1-2 0,1 0 0,-1-3 0,0-3 0,0-2 0,-2-1 0,0 0 0,1-1 0,-2 0 0,2-3 0,4-3 0,3-4 0,-1-1 0,-5 1 0,-9 3 0,-3 0 0,0-2 0,6-5 0,1-3 0,-6 1 0,-2-4 0,-6-2 0,-6 1 0,-3-4 0,-2 1 0,-1-6 0,-3-2 0,-3 7 0,-2-2 0,-4 0 0,-7 0 0,-5 0 0,-2 3 0,4 8 0,-1 1 0,-2 0 0,-6-7 0,-2-1 0,-1 5 0,-5 1 0,-4 3 0,2 6 0,-3 1 0,1 2 0,-5-2 0,-1 3 0,7 3 0,-2 1 0,3 2 0,0 3 0,2 1 0,2 1 0,1 1 0,3 0 0,-1 0 0</inkml:trace>
  <inkml:trace contextRef="#ctx0" brushRef="#br0" timeOffset="256240">14132 9873 3200,'-42'9'0,"0"0"0,0 0 0,0 0 0,-2 1 0,2 0 0,-2 2-625,2-1 0,-1 1 1,-1 1-1,0 2 625,0 2 0,-1 2 0,1 1 0,2 0-176,8-4 1,1 0 0,1 1 0,-2 1 175,1 0 0,-1 0 0,-1 1 0,0 2 0,2 1 0,0 1 0,1 3 0,0 0 0,2 0 0,1 0 0,0-1 0,1 0 0,1 1 0,-1 1 0,2 0 0,-2 2 0,0 0 0,2 1 0,3-2 0,-4 6 0,4-1 0,2 2 0,4 0 0,0 2 0,3 0 0,1-1 0,2 0 0,2-1 0,2 2 0,0 8 0,4 2 0,4-4 0,10 2 0,7-5 0,5 0 0,5-2 0,-6-14 0,1 0 0,3-2 0,1 0 0,3-2 0,1 0 0,2-2 0,1 0 0,4-2 0,3-1 0,5-2 0,1-1 0,-3-1 0,-7-2 0,-2-2 0,1 0 0,2-1 0,0 0 0,2 0 0,2-1 0,-2-1 0,-2-2 0,11 0 0,-2-3 0,0-2 0,1 0 0,-1-1 0,1-1 0,-3 0 0,0-1 0,4-5 0,-8-1 0,4-4 0,3-2 0,0-1 0,-3-2 0,-3 1 0,-7 0 0,-2 0 0,-2-2 0,0 0 0,2-1 0,4 0 0,3-1 0,2-1 0,-3 0 0,-3-1 0,-7-1 0,3-13 0,-9-2 0,-5 1 0,-7 10 0,-2 0 0,-3-2 0,-2-12 0,-3-2 0,-2 1 0,0 11 0,-2 1 0,-2-1 0,-2-8 0,-3-2 0,-1 4 0,-5-1 0,-4 2 0,-1 5 0,-3 0 0,1 1 0,-5-3 0,-1 1 0,5 7 0,-3 0 0,0 1 0,0 5 0,-1 2 0,2 1 0,-6-3 0,1 1 0,4 5 0,0-1 0,0 0 0</inkml:trace>
  <inkml:trace contextRef="#ctx0" brushRef="#br0" timeOffset="265717">15184 10654 5734,'3'2'0,"-1"1"0,-1-1 0,-1-1 0,0 1 0,1-1 0,-1 0 0,2 0 0,0 1 0,1 0 0,0 1 0,9 9 0,-4-3 0,12 11 0,-9-10 0,4 6 0,-3-6 0,8 7 0,-4-5-212,5 4 212,-6-5 0,0 1 0,-1-1 0,0 0 0,0 0 0,4 4 0,-5-4 0,2 2 0,-3-2 0,-4-5 0,1 3 0,-4-5 0,1 1 0,-3-1 212,3-1-212,-3-1 0,3 2 0,-1-1 0,0 2 0,-1-2 0,0 0 0,0 0 0,2 1 0,-3-2 0,2 1 0,-3-2 0,1-2 0,-2 0 0,-3-1 0,-3 0 0,-2-2 0,1-1 0</inkml:trace>
  <inkml:trace contextRef="#ctx0" brushRef="#br0" timeOffset="266533">15469 10554 5734,'-5'5'0,"1"1"0,2-2 0,0 3 0,-1 1 0,-3 8 0,0-2 0,-1 6 0,0-3-243,-2 1 243,0 2 0,-1 2 0,0 0 0,-5 11 0,4-8-604,-3 8 604,4-11-183,-4 11 183,2-8 0,-1 6 0,0-3 0,4-7 0,-1 3 0,5-9 0,0-1 0,1-3 0,1-1 224,0-1-224,1-2 606,0-2-606,1-2 200,-1 0-200,2-2 0,-2 3 0,1-3 0,0 3 0,1-3 0,0 1 0,2-5 0,-2 2 0,2-3 0,-1 3 0,0 1 0,0-2 0,1 1 0,-2-2 0,-1 0 0,-2-1 0,-1-2 0,0-3 0,-1-1 0</inkml:trace>
  <inkml:trace contextRef="#ctx0" brushRef="#br0" timeOffset="271831">6335 11099 5734,'-6'0'0,"1"1"0,1-1 0,-1 1 0,1 0 0,-1 1 0,2-2 0,-1 1 0,1-1 0,-1 0 0,1 0 0,-1 0 0,2 0 0,-1 0 0,1 0 0,-2 0 0,1 0 0,-1 1 0,1 0 0,-1 1 0,0-1 0,1 0 0,0-1 0,1 1 0,-2 0 0,1 0 0,0 1 0,1 0 0,1-2 0,0 1 0,0 1 0,0 0 0,-1 2 0,0-1 0,-2 2 0,1 0 0,0 1 0,0-2 0,-1 3 0,0 1 0,0 0 0,0-1 0,2-3 0,0 1 0,1-2 0,-1 3 0,1-2 0,-1 1 0,1-1 0,0 1 0,1 0 0,0 0 0,0-1 0,0 0 0,0 0 0,0-1 0,0 0 0,0 0 0,1 0 0,0 0 0,0-1 0,-1-1 0,1 0 0,2 1 0,-2 0 0,2-1 0,-2 1 0,1 0 0,1 1 0,0-1 0,0 1 0,-2-1 0,1 2 0,0-1 0,1 0 0,-1-1 0,1-1 0,-1 2 0,2-1 0,3 1 0,-1 0 0,0-1 0,-2 0 0,-1 0 0,1-1 0,-2 1 0,1 0 0,-1-1 0,1 2 0,0-1 0,0 0 0,0-1 0,2 0 0,-3-1 0,2 0 0,-2 1 0,3-1 0,-2 0 0,2 0 0,0 0 0,0 0 0,2 0 0,-1 0 0,7 0 0,-5-1 0,4 0 0,-3-1 0,-2 0 0,2 0 0,0-1 0,-3 1 0,3-1 0,-6 1 0,4 0 0,-4 1 0,3-2 0,-4 1 0,1 0 0,1-1 0,1-2 0,-1 1 0,1-3 0,-2 2 0,0 0 0,0 1 0,0 0 0,-1 1 0,2-3 0,-2 2 0,2-2 0,-2 0 0,0 1 0,-1-1 0,0-2 0,-1 2 0,0-1 0,0 2 0,0-2 0,-1 2 0,0 0 0,0 2 0,-1 1 0,1 0 0,0 0 0,1-1 0,-2-1 0,1 1 0,-2-2 0,1 2 0,0-1 0,-1 1 0,1-1 0,0 0 0,-1-1 0,2 2 0,-3-2 0,-2-1 0,1 1 0,-2-1 0,5 4 0,-1-1 0,0 1 0,-1-1 0,2 1 0,-1 0 0,1 0 0,-2-1 0,2 2 0,0-1 0,1 0 0,-1 1 0,0-1 0,0 0 0,-1 1 0,1 0 0,-1 0 0,2 0 0,-2-1 0,1 1 0,-1 0 0,0-1 0,1 0 0,0 1 0,0 1 0,1 0 0,-1 0 0,-1 0 0,1 0 0,-5-1 0,3 1 0,-3-1 0,5 1 0,-1 0 0,1 0 0,0 0 0,0 0 0,0-1 0,0 1 0,1-1 0,-2 2 0,-1 3 0,1-1 0,-2 3 0,2-4 0,1 0 0,-1 0 0,1-1 0,-1 0 0,2 1 0,-1-1 0,1 0 0,-2 1 0,2-1 0,-1 1 0,1 0 0,-1 1 0,0-1 0,-1 1 0,2-2 0,-2 2 0,1-1 0,0 1 0,0-1 0,0 1 0,1-1 0,-1 3 0,-1 0 0,0 2 0,1-2 0,0-1 0,1-1 0,-1 1 0,1-1 0,0 0 0,-1 0 0,1-1 0,1 2 0,-2-2 0,1 4 0,0-3 0,-1 2 0,2-2 0,-1 0 0,1-1 0,0 2 0,0-1 0,0 0 0,0-1 0,0 1 0,0-1 0,0 1 0,1-1 0,-1 1 0,0 0 0,1 0 0,0 2 0,-1 0 0,2-1 0,-1 1 0,0-3 0,0 1 0,-1-1 0,1 2 0,0-2 0,0 2 0,0-3 0,1 2 0,-1-1 0,0 1 0,1 3 0,0 0 0,1 0 0,-1-3 0,-1 0 0,0-1 0,-1 0 0,0 0 0,1-1 0,0 0 0,0 1 0,1 0 0,-1-1 0,2 2 0,-2-2 0,2 2 0,-1-2 0,-1-1 0,2 1 0,-1-1 0,2 2 0,-1-1 0,1 1 0,-1 0 0,2-1 0,-2-1 0,1 1 0,-1-1 0,-1 0 0,1 0 0,2-1 0,-1 1 0,2-1 0,-1 1 0,0-2 0,0 0 0,0-1 0,0-1 0,1-1 0,-1-1 0,2-2 0,-2 2 0,-1-1 0,-1 2 0,1-2 0,-2 1 0,4-3 0,-4 3 0,1-3 0,-2 3 0,-1-2 0,1 3 0,-1-2 0,1 2 0,-1-2 0,1 3 0,-1-1 0,1 1 0,0-3 0,0 4 0,0-3 0,0 3 0,0-1 0,-1-2 0,1 2 0,-1-1 0,0 1 0,0 0 0,0 0 0,1 1 0,0-1 0,-1 0 0,0 0 0,-1 0 0,0 0 0,-1-2 0,1 2 0,-1-1 0,0-1 0,0 2 0,1-1 0,0 1 0,-1 0 0,1 1 0,0 0 0,-1 0 0,1 1 0,-1-1 0,1 1 0,-3-1 0,0 0 0,-2 0 0,1 0 0,-1 0 0,0 2 0,1-1 0,1 1 0,-4 0 0,3-1 0,-2 0 0,3 1 0,0 1 0,1 0 0,-1 0 0,-2-2 0,0 1 0,-1 0 0,0 2 0,3 2 0,-3 1 0,3-1 0,-2-1 0,1 1 0,1-1 0,-2 1 0,3 0 0,-3 2 0,2-1 0,-3 5 0,3-4 0,-2 2 0,2-3 0,0 0 0,1-1 0,0 1 0,1 1 0,0 0 0,-1 0 0,0 0 0,2 0 0,-2 2 0,2-2 0,-2 2 0,2 2 0,0 1 0,0 0 0,2 0 0,0-4 0,0 3 0,0-3 0,1 2 0,0-2 0,0 2 0,1-3 0,3 6 0,-1-5 0,2 5 0,-4-8 0,2 2 0,-1-2 0,1 1 0,-2-2 0,0 1 0,0-1 0,2 1 0,-1-1 0,1 1 0,-2-2 0,0 0 0,-1 0 0,3 1 0,-2 0 0,1-1 0,-1 0 0,1-1 0,-1 0 0,1 0 0,1-1 0,-1 0 0,1 0 0,3-2 0,-3 2 0,2-3 0,-2 2 0,6-5 0,-4 2 0,6-4 0,-7 6 0,2-2 0,-1 1 0,-2 1 0,1-3 0,-2 2 0,-1 0 0,0 1 0,1-1 0,2-4 0,-1 1 0,1-1 0,-4 3 0,1 0 0,0-2 0,-1 2 0,0-4 0,-1 3 0,0-2 0,-1 3 0,0 0 0,0 0 0,0 0 0,-1 1 0,0 0 0,0 1 0,-2-3 0,1 2 0,-2-1 0,1 1 0,0 0 0,0 1 0,0-1 0,1 0 0,0 0 0,-2 0 0,1 1 0,-3-1 0,0 2 0,-1-1 0,-1 0 0,-8-1 0,6 1 0,-12-1 0,4 2 0,4 0 0,-1 1 0,9 1 0,0 0 0,1 0 0,0 0 0,1 0 0,0 1 0,1 0 0,-5 2 0,5 0 0,-7 7 0,4-4 0,-6 4 0,2-2 0,-3-1 0</inkml:trace>
  <inkml:trace contextRef="#ctx0" brushRef="#br0" timeOffset="278907">19845 10703 5734,'-8'1'0,"0"2"0,3-1 0,1 2 0,0-1 0,0 0 0,-1 2 0,1-3 0,-1 2 0,2-1 0,0 0 0,1-1 0,-2 2 0,2-1 0,-1 1 0,1-2 0,-2 2 0,1-1 0,0 0 0,0-1 0,0 0 0,-1 4 0,2-2 0,-2 2 0,2-3 0,0 1 0,0 1 0,-1-1 0,1 1 0,0-1 0,-2 2 0,2-1 0,-3 4 0,1-2 0,1 0 0,0-2 0,0 2 0,1-3 0,-2 5 0,1-4 0,2 0 0,-1-1 0,2 1 0,-1 0 0,0 0 0,0 0 0,1 0 0,-1 0 0,1 0 0,0 0 0,0 2 0,0-3 0,-1 4 0,1-5 0,-1 2 0,1-1 0,-1 0 0,0 2 0,0-1 0,1 0 0,-1 0 0,2 0 0,-1 1 0,1 0 0,0-1 0,-1-1 0,1-1 0,0 0 0,0-1 0,0 2 0,1-2 0,1 1 0,-1 0 0,0 1 0,0 0 0,3 1 0,-1-1 0,0 4 0,-3-3 0,-1 1 0,0-3 0,1-1 0,1 1 0,0-1 0,2 2 0,-1-2 0,0 1 0,0 0 0,1-1 0,-1 0 0,1 0 0,-2-1 0,1 0 0,-1 1 0,1-1 0,1 0 0,2 1 0,-2-1 0,3 1 0,-1-1 0,-2 0 0,17 1 0,-14-2 0,12 0 0,-12 0 0,1-1 0,-1 1 0,0 0 0,-2 0 0,1 0 0,-2 0 0,1 0 0,2-2 0,-1 1 0,1-2 0,0 1 0,-2 0 0,2-1 0,-2 0 0,3 0 0,-3 0 0,2 0 0,-2 1 0,3-2 0,-3 2 0,0 0 0,0-1 0,1-1 0,-1 1 0,-1-1 0,0 0 0,-2 1 0,2-1 0,-1 0 0,2-1 0,-2 0 0,2 1 0,-2 0 0,-1 2 0,2-1 0,1-3 0,3-3 0,-1-2 0,1 2 0,-5 3 0,-1 3 0,1-2 0,-1 1 0,1-1 0,-1 1 0,0 0 0,-1-1 0,2-7 0,-1 5 0,0-6 0,-1 8 0,0-1 0,-1-1 0,2 2 0,-1-3 0,1 3 0,-1-3 0,-1 3 0,-2-1 0,2 0 0,-1 2 0,1-2 0,-1 2 0,0 0 0,0 0 0,1 1 0,-2-1 0,1 0 0,-1 1 0,0-3 0,0 2 0,0-2 0,-3-3 0,1 2 0,-3-3 0,3 1 0,1 5 0,-1-4 0,1 5 0,-2-4 0,1 3 0,-1-2 0,1 1 0,-4-2 0,3 3 0,-3-3 0,4 5 0,0 1 0,0-1 0,0 1 0,0 0 0,-2 0 0,0 0 0,0 1 0,-1 1 0,-1 0 0,0 0 0,0 1 0,-6 1 0,4 1 0,-5 1 0,5-2 0,-3 4 0,3-2 0,-3 2 0,4-2 0,0 0 0,1 0 0,0 0 0,1 0 0,-3 3 0,4-2 0,-8 8 0,5-3 0,-1 1 0,2-1 0,4-4 0,-2 4 0,5-5 0,-2 3 0,1-3 0,2 5 0,0-3 0,0 2 0,2-2 0,1 7 0,-4-3 0,2 2 0,-4-6 0,1-4 0,0-1 0</inkml:trace>
  <inkml:trace contextRef="#ctx0" brushRef="#br0" timeOffset="280633">19871 10987 5734,'-6'-3'0,"2"0"0,-1-3 0</inkml:trace>
  <inkml:trace contextRef="#ctx0" brushRef="#br0" timeOffset="392939">5757 12400 5734,'7'16'0,"1"1"0,0 5 0,4 20 0,-3-8-1639,-2-2 1,0 1 1627,1 7 11,-3-14 0,-1 0 816,2 9-816,1 10 0,-2-14 116,1 7-116,-3-19 0,0 2 0,-1-8 1684,0-1-1684,-1-7 131,-1-4-131,0-5 541,-1-7-541,-2-18 0,1 0-463,-3-15 463,3 14 0,0 1-795,1 5 0,0-1 795,1-7 0,-1-1 0,3-14 0,2 2 0,1 2 0,8-3 0,1 0 0,1 3 0,-1 3 0,3 5 0,2 21-73,-4 7 73,6 5 0,-1 14 0,-4 2-296,3 8 296,-9-1 0,-5 6 0,-2 3 0,-1 5-329,-3-4 1,-1 0 328,-8-1 0,-11 11 0,2-10 0,-7 6 557,5-15-557,0-2-284,0-5 284,1-2 0,1-3 112,-5-3-112,7-3 0,-3-3 1083,9-1-1083,-1-3 932,4 1-932,0-1 454,6 2-454,1 1 225,9 3-225,2 1 0,18 9 0,-4-1-853,9 6 853,-7-1 0,0 0 0,2 1 0,-3-1 0,1 0 0,6 3 0,-7-5 0,0 0 0,-1-3 0,7 1 0,-8-5-447,13-2 447,-17-7 0,12-11 0,-13 0 0,3-7 0,-8 2 0,-2-3 0,-1-2 0,-4-7 0,-1-2 0,0-2-398,-1 3 0,-1 1 398,-2 8 725,0-1-725,0 8 443,-1 1-443,0 8 0,-1 5 0,1 3 910,-1 15-910,1 0 0,-1 11-584,2-4 584,1 2 0,1 1 0,3 10 0,-1-11 0,4 8 0,-2-16-191,5 4 191,-1-9 0,2 0 0,3-10 0,-3-6 0,12-14 0,-11-1 145,3-9-145,-9 4 0,-2-2 0,-4-2 0,-9-6 0,-3-1 0,-1-2-437,-1 2 1,-1 3 436,1 11 0,-2 2-10,2 3 10,0 4 0,2 3 0,1 3 404,2 2-404,4 4 0,5-1 0,4 3 0</inkml:trace>
  <inkml:trace contextRef="#ctx0" brushRef="#br0" timeOffset="393155">6764 12446 5734,'-8'10'0,"-1"3"0,-14 29 0,7-10-579,3-5 1,0 3 578,3-3 0,2 0 0,-5 15 0,5-7 0,1 0 0,2 4 371,4 9-371,17-17 0,6-2 0,4-3-545,0-1 0,3-4 545,3-19 0,1-3-323,3-4 323,-1-3 0,1-3 0,-1-3 0</inkml:trace>
  <inkml:trace contextRef="#ctx0" brushRef="#br0" timeOffset="393455">7365 12662 5734,'4'2'0,"1"0"0,0-2 0,8 2 0,12 0 0,-4-1 0,7 0 0,-13-2 0,-1 0 0,4-2 0,-6 1 0,0 0 0,-7 2 0,-4 1 0,-2 0 0</inkml:trace>
  <inkml:trace contextRef="#ctx0" brushRef="#br0" timeOffset="393588">7325 12841 5734,'30'-3'0,"-10"2"0,19-7-485,-12 3 0,5-1 1,3-1-1</inkml:trace>
  <inkml:trace contextRef="#ctx0" brushRef="#br0" timeOffset="394045">8211 12158 5734,'6'18'0,"0"3"0,-2 5 0,-1 1 0,1 11-1093,0-5 1,0 5 0,0-4 360,-1-8 0,0 0 732,2 14 0,1 2-212,-1-9 0,0-3 212,2 17 312,-3-17 0,1 0-312,-1-3 0,0-1 0,1 11-513,1 8 513,-3-21 1891,-2 4-1891,-3-8 0,0-2 0,-3-10 0,1-8 0</inkml:trace>
  <inkml:trace contextRef="#ctx0" brushRef="#br0" timeOffset="394584">8447 12490 5734,'17'-11'0,"1"0"0,0 2 0,3-1 0,0 2 0,12-2 0,-8 4-432,6 0 432,-12 4 55,2 7-55,-7 2 0,0 6 0,-9 4 0,-5 4 0,-4 4 0,-4 3-950,-3 3 950,-3 2 0,-2 0 0,-1 2 0,0 0 0,7-12 0,-1 0 0,-3 10-125,4-3 1,2-1 124,3 3 0,3 5 0,13-17 0,0-12 0,16-4 0,-7-7 0,8-4 0,-9-2 0,-3-1 0,-2-2 284,-5-2-284,-1 0 0,-2-2 0,0 0 0</inkml:trace>
  <inkml:trace contextRef="#ctx0" brushRef="#br0" timeOffset="394945">9062 12225 5734,'1'36'0,"0"1"0,-1-2 0,1-2 0,0 10-3151,1 4 3151,-1-23 0,0 1 0,0 12 0,1-1 0,0-8 0,-1 0 0,1 8 0,-1-1 0,1 11-442,-1-3 442,0-3 0,0-5 720,0-3-720,-7 5 0,0-14 0,-9 3 0,2-14 0</inkml:trace>
  <inkml:trace contextRef="#ctx0" brushRef="#br0" timeOffset="395461">7317 12521 5734,'9'1'0,"0"-1"0,2-1 0,11-1 0,-6 1 0,19-2 0,-14 1 0,9-1 0,2-1 0,-7 2 0,6-1 0,1 1 0,-16 1 0,7-1 0,-16 0 0</inkml:trace>
  <inkml:trace contextRef="#ctx0" brushRef="#br0" timeOffset="395825">7477 12297 5734,'11'5'0,"1"0"0,4 5 0,-2-1 0,6 5 0,1 6 0,-6-3-618,3 9 618,-8-5 0,0 17 0,-6 9 0,-3-23 0,0 1-485,-3 0 0,-1 0 485,-5 12 0,-3 0-323,-1 1 323,2-13 0,1 0 0,-6 11-446,6-12 0,1-2 446,-2 6-186,-1 5 186,4-10 0,1 3 235,5-11 0,4-6 0,2-1 0</inkml:trace>
  <inkml:trace contextRef="#ctx0" brushRef="#br0" timeOffset="396716">8521 12731 5734,'7'-1'0,"0"-1"0,10-4 0,-7 3 0,8-2 0,1 3 0,-6-1 0,9 2 0,-9-1 0</inkml:trace>
  <inkml:trace contextRef="#ctx0" brushRef="#br0" timeOffset="397502">9379 12418 5734,'-5'1'0,"1"-1"0,3 1 0,5 0 0,-1 0 0,2 1 0,-2 0 0,1-1 0,0 2 0,7 1 0,-3-1 0,4 2 0,-2-2 0,1 1 0,0 0 0,21 5 0,-16-4 0,17 4 0,-21-6 0,1 0 0,-1 1 0,0 0 0,3 1 0,-5-1 0,2 1 0,-6-2 0,-1 14 0,-6-6 0,-2 12 0,-5-7 0,-10 8 0,3-4-647,-7 7 647,5-8 0,-9 8 0,6-7 0,-5 5 0,9-10-168,-2 2 168,6-6 0,-2 0 0,5-4 0,5-4 0,1 1 0,6-3 0</inkml:trace>
  <inkml:trace contextRef="#ctx0" brushRef="#br0" timeOffset="398323">10002 12187 5734,'-4'-1'0,"-1"0"0,5 2 0,0 3 0,2 0 0,1 14 0,-2-3 0,1 11-590,-1-2 590,0 3 0,1 4 0,-1-5 0,1 1 0,0 16 0,0-13 0,1 1 0,0 2 0,-1 0 0,0-8 0,0 1 0,2 18 0,-1-1-436,0-18 1,-1-1 435,0 7 0,1-1 0,-1-2 0,1-2 0,1 13 0,0 8 0,-2-18 0,1 3-331,0-10 331,0 2 0,-1-12 0,-1-2 516,0-4-516,0 0 890,-1-2-890,0-2 386,-1-10-386,0 3 0,0-8 0,-1 2 0,0 0 0</inkml:trace>
  <inkml:trace contextRef="#ctx0" brushRef="#br0" timeOffset="399152">10353 12509 5734,'-7'0'0,"0"1"0,0 1 0,-4 4 0,3 1 0,-8 8 0,6-3 0,-2 5 0,4-2 0,1 2 0,-1 8 0,4-4 0,-1 5 0,3-1 0,2-8 0,2 5 0,0-10 0,1 0 0,1-3 0,0-1 0,2-3 0,3-3 0,0-3 0,3-3 0,0-2 0,6-8 0,-5 2 0,4-7 0,-7 3 0,3-10 0,-3 4-410,2-7 410,-6 8 0,2-20 0,-4 21 0,2-14 0,-5 26 0,-1 2 0,0 2 0,-1 5 0,-2 7 0,0 2 410,-1 17-410,0 17 0,2-6-113,1-14 0,1 1 113,5 14-853,-1-10 853,2 8 0,-1-14-392,2 6 392,-2-9 0,1 3 0,-3-10 0,1-1 198,-3-4-198,2 0 834,-3-3-834,1-2 109,-1-3 1,2-5 0,0-3 0</inkml:trace>
  <inkml:trace contextRef="#ctx0" brushRef="#br0" timeOffset="399596">10731 12140 5734,'-2'6'0,"0"2"0,2 2 0,1 3 0,-1 5 0,1 2 0,0 6 0,-1 13 0,1 9 0,1-14 0,0 4 0,0 1 0,0-2-1093,-1 5 1,1-1 0,0 1 1063,0-6 0,0 2 0,1-1 1,0-4 28,2 3 0,0-4-521,-1-8 0,-1 1 521,2 5 0,0-1-151,-1-3 1,1-3 150,1 11 0,-1-8 0,0-1 0,1-4 0,-4 7 0,-3-24 681,-5-2 1,0-8 0,0-3 0</inkml:trace>
  <inkml:trace contextRef="#ctx0" brushRef="#br0" timeOffset="414254">16954 7086 5734,'-2'-3'0,"0"1"0,2 1 0,0 0 0,-1 4 0,0 1 0,-3 11 0,1-1 0,-5 8-583,0 1 583,-2 3 0,-2 4 0,4-7 0,-2 3 0,-1 2 0,0 0-774,0 1 0,0 0 774,1-1 0,0-2 0,-4 10-578,6-12 0,-1 1 578,-2 9-394,2-7 1,1-2 393,1 1 372,-1 3-372,3-8 0,2-7 1248,-1 3-1248,3-9 1294,-1-1-1294,0-4 0,2-3 0,-1 0 0</inkml:trace>
  <inkml:trace contextRef="#ctx0" brushRef="#br0" timeOffset="414578">17283 6959 5734,'-3'10'0,"-2"3"0,0 6 0,-3 6 0,-2 6-2418,-2 5 2418,-2 6 0,1-7 0,0 2 0,2-6 0,0 0-1028,-6 11 1,1 2 1027,2-10 0,0-1-471,-1 3 1,0 1 470,-1 1 0,0 1 0,-1 2 0,0 0 0,0 0 0,-1 3 0,2-5 0,-1 3 0,1-2 0,4-9 0,0-2 0,-1 1 0,-1 7 0,-2 1 0,1-1 0,2-5 0,1-1 0,0-2 0,-1 4 0,0-1 0,-3 8 0,1-2-201,0 6 201,5-19 0,2-1 0,-4 10 0,0 1 0,7-18 0,1-6 0,4-5 0,0-4 0</inkml:trace>
  <inkml:trace contextRef="#ctx0" brushRef="#br0" timeOffset="414908">17624 7279 5734,'-13'28'0,"-3"4"0,2-1 0,-1 2-1639,3-6 1,-1 2 1044,-4 10 0,-2 4 594,3-9 0,0 2 0,-2 3 0,1-6 0,0 3 0,-2 1 0,0 1 0,0 0 0,-1 2 0,0 0 0,0 1 0,-1 0 0,0 0-254,0 0 0,-1 1 0,1 0 0,-1-1 1,2-2 253,-1 2 0,1-1 0,0-1 0,0 0 0,1 0 0,-1 1 0,2-1 0,0-1 0,-1 1 0,1-1 0,0 1 0,2-3 0,-1 2 0,0-1 0,2-3 0,1-3 0,2-2 0,0 1 0,-3 5 0,1 2 0,0-2 0,0 1 0,0 0 0,-2 6 0,2-3 0,1 2 0,9 7 0,8-31 0,10 2 0,4-32 0</inkml:trace>
  <inkml:trace contextRef="#ctx0" brushRef="#br0" timeOffset="415253">18069 7139 5734,'-9'23'0,"0"0"0,-1 2 0,0 1 0,-2 4 0,-1 1-1639,-1 3 1,-2 3 1576,-3 3 1,-1 5-1,0-1-682,3-7 1,0-1 0,0 2 743,-1 0 0,-1 3 0,-1-1 0,2-1-14,-2 3 0,1-2 0,-1 4 14,2-7 0,-1 2 0,-1 2 0,0-1 0,2-1 0,-1 0 0,0-1 0,1 0 0,-1 2 0,0 0 0,-2 2 0,1 0 0,-1 0 0,3-3 0,0-2 0,1-3 0,1 0 0,-1 3 0,-1 0 0,-1 3 0,0 0 0,0-1 0,1-1 0,1-2 0,0-1 0,1-1 0,-1 2 0,-3 7 0,-1 1 0,0 1 0,1-2 0,4-6 0,-1 0 0,2-1 0,0-2 0,0 0 0,2-1 0,-1 1 0,-3 6 0,1 2 0,1-5 0,3-3 0,1-2 0,0 5 0,1-2 0,-2 12 0,7-22 0,1-2 0,5-3 0,5-9 0,3-10 0,5-10 0,1-6 0</inkml:trace>
  <inkml:trace contextRef="#ctx0" brushRef="#br0" timeOffset="415577">18306 7173 5734,'-8'35'0,"0"0"0,-3 4 0,-2 3 0,1 0-1093,1-7 1,0-1 0,-2 3 496,1-1 0,-1 2 0,-1 1 0,-1 1 596,0-3 0,0 2 0,-2 0 0,1-1 0,0 0-19,-1 1 1,1-1 0,0 0 0,-2 3 18,0-1 0,0 3 0,-1 0 0,-1 1 0,0 0 0,3-6 0,-2 2 0,1-1 0,-1 0 0,1 0 0,1-2 0,-1 0 0,2-2 0,-1 0 0,1 0 0,-2 2 0,0 1 0,-1 1 0,-1 2 0,1-1 0,0-1 0,1-3 0,-2 4 0,2-4 0,0 2 0,-3 5 0,4-8 0,-3 4 0,0 3 0,-2 2 0,0 1 0,1 0 0,0-2 0,1-3 0,3-4 0,-2 4 0,2-5 0,1-2 0,-1 2 0,-1 4 0,-1-1 0,-1 4 0,-1 3 0,-1 0 0,0 1 0,1-3 0,3-4 0,2-4 0,-3 9 0,3-6 0,1-2 0,-2 5 0,0-1 0,4-9 0,0 1 0,2-4 0,2-3 0,0-2 0,0 1 0,1 0 0,-2 6 0,1-1 93,18-35 1,-1-3 0,11-19 0</inkml:trace>
  <inkml:trace contextRef="#ctx0" brushRef="#br0" timeOffset="415902">18532 7597 4153,'-11'32'0,"0"-1"0,0 1 0,0 0 0,0 0 0,-2 7 0,-1-3 0,-1 7 0,-3 4 0,0 3 0,0-1 0,1-3 0,2-3-656,0-4 1,2-2-1,0-2 1,-1 1 0,-1 5 545,0-2 1,-1 4-1,-1 3 1,-1 1-1,0 0 1,1-2-1,1-3 1,1-4 109,-3 7 0,2-4 0,1-2 0,-1 1 0,-1 1 0,0 1 0,0 0 0,0-1 0,1 1 0,-1-1 0,0 0 0,1 1 0,-1-1 0,0 1 0,0-1 0,1 0 0,-1 0 0,1-1 0,0 0 0,0 0 0,0-1 0,0-1 0,0 0 0,0 3 0,-1-1 0,0 1 0,0 1 0,-1 0 0,1 0 0,0-1 0,-1-1 0,1 0 0,0 1 0,0-1 0,1-1 0,-1 0 0,0 0 0,1 0 0,0-2 0,-2 5 0,1-1 0,0-1 0,2-4 0,1-3 0,2-2 0,-1 0 0,-1 5 0,0 1 0,0-2 0,1 1 0,0-1 0,-2 5 0,3-3 0,3-5 0,6-11 0,7-16 0,4-8 0</inkml:trace>
  <inkml:trace contextRef="#ctx0" brushRef="#br0" timeOffset="416234">18913 7706 5095,'-15'42'0,"0"0"0,0 0 0,2-7 0,0 2 0,0 1 0,0-1 0,0-2-1093,-2 9 1,0-2 0,-1 3 728,4-10 0,-1 1 1,0 2-1,0 0 1,-1 0 363,-2 5 0,0 1 0,0 1 0,0-2 0,1-1 0,-1 2 0,1-2 0,-1 0 0,0 2 0,2-8 0,0 1 0,0 2 0,-1 0 0,1 0 0,-1-1 0,0 1 0,0-1 0,0 1 0,0 0 0,0-2 0,1-1 0,-4 9 0,1-3 0,0 0 0,-1 2 0,1-1 0,-1 2 0,0 1 0,0-2 0,1-2 0,2-5 0,1-3 0,0 0 0,-1 2 0,1-1 0,-1 2 0,-1 1 0,1-2 0,1-1 0,-4 9 0,0-2 0,0 1 0,2-4 0,0 2 0,0-2 0,1-2 0,2-5 0,1-2 0,1-1 0,-5 12 0,1-2 0,1-4 0,1-1 0,2-5 0,0-2 0,2-3 0,0-1 0,-3 3 0,1-3 0,-1-7 0,-2-2 0,13-34 0</inkml:trace>
  <inkml:trace contextRef="#ctx0" brushRef="#br0" timeOffset="416437">19169 8282 5734,'-15'32'0,"0"0"0,0 1 0,-2 2 0,-1 4 0,1 0 0,0-1-1093,-1 2 1,0 0 0,0 1 496,2-2 0,-2 2 0,1 1 0,0 0 596,1 0 0,0 0 0,1 0 0,1-2-25,-1 3 1,1-1 0,0 1 24,1-3 0,0 2 0,0 0 0,2-3 0,0-1 0,2-2 0,1-1 0,0 0 0,1 0 0,1 0 0,0-1 0,0 0 0,1-1 0</inkml:trace>
  <inkml:trace contextRef="#ctx0" brushRef="#br0" timeOffset="421659">18669 9517 5734,'-2'-3'0,"1"0"0,0 5 0,-2 5 0,-3 12 0,-3 5 0,0 3 0,-1 1-814,0-4 814,-2 4 0,-2 6-1484,-1 7 1484,6-19 0,0 2-747,0 2 0,-1 0 747,0 2 0,0 1 0,0 1 0,-1 2 0,0-1 0,0 3 0,0-1 0,-3 6 0,1 1-648,1-5 1,0 2 0,1-2 647,-2 5 0,1-2 0,0 2 0,0 0 0,0 1 0,1 0 0,-1-1 0,0 1 0,2-2 0,-2 3 0,2-6 0,0 3 0,0-2 0,-2 5 0,1 0 0,2-6 0,-1 1 0,1-2 0,-1 1 0,1-1 0,0-4 0,0 3 0,1-3 0,-2 5 0,1 0 0,-4 8 0,0 1 0,2-4 0,0-2 0,2-10 0,1 1 0,-4 15 0,1 0 0,3-15 0,0 0 0,0 10 0,-1-2 0,-1 5 1234,3-5-1234,4-30 2843,1-3-2843,0-2 310,-1-1 1,2-5 0,0 0-1</inkml:trace>
  <inkml:trace contextRef="#ctx0" brushRef="#br0" timeOffset="422872">17747 10568 5734,'-9'32'0,"1"1"0,0 0 0,-4 13 0,1-2 0,4-17 0,1-2-1639,0 4 1,-1 0 1435,0 2 1,0 0 202,-1 2 0,0 0 0,-1 2 0,0 0 0,0 2 0,0 0-829,-1 1 1,1 1 828,-1 1 0,0 1 0,1-3 0,-1 3 0,0 3-79,1-6 0,0 3 0,-1 2 0,0-1 0,1-3 79,0-1 0,1-2 0,-1-1 0,1 3 0,-3 9 0,-1 3 0,1-2 0,2-8 0,0-4 0,2-5 0,0 0 0,0-1 0,1-3 0,0-1 0,-3 22 0,1-7 0,2-4 0,1-6 198,0-5-198,2-6 0,-1-6 0,0-3 0</inkml:trace>
  <inkml:trace contextRef="#ctx0" brushRef="#br0" timeOffset="423402">17297 10745 5734,'-11'30'0,"0"0"0,0-1 0,0 3 0,0-2 0,-2 6 0,0 0-1020,2-5 1,-1 2 0,1-1 1019,-1 2 0,1-1-751,-1 1 1,1 0 750,-1 0 0,2 0 0,-1-1 0,1 2 0,1-4 0,0 1 0,1 0 0,-2 3 0,0 1 0,-2 9 0,1-2 0,3-14 0,1-2 0,0-1 0,0-2 0,1 0 0,-1 0 0</inkml:trace>
  <inkml:trace contextRef="#ctx0" brushRef="#br0" timeOffset="424082">18606 11347 5734,'-8'31'0,"1"-1"0,-1 2 0,0 2 0,-2 3 0,0 1-1639,-2 3 1,0 1 587,-1 3 1,-1 2 1050,4-16 0,-1 1 0,-1 5 0,-2 1 0,-1 7 0,-2 4 0,-1 0 0,2-2 0,1-4-89,0-2 0,2-5 0,0 1 0,-1 4 89,1-4 0,-1 4 0,-1 2 0,-1 0 0,2-1 0,0-3 0,2-4 0,-1 7 0,1-5 0,0-1 0,1 0 0,0 0 0,-1 2 0,2-3 0,0 1 0,-1 1 0,2-3 0,-1 1 0,1-1 0,0 0 0,-2 8 0,0 1 0,1-4 0,1-1 0,1-2 0,0-3 0,1 0 0,1-4 0,0-1 0,1-3 0,0 0 0,-3 16 5,1-6-5,1-6 462,1-6 0,1-7 0,1-4 0</inkml:trace>
  <inkml:trace contextRef="#ctx0" brushRef="#br0" timeOffset="424649">18935 11786 5734,'-6'9'0,"-2"2"0,-2 7 0,-2 6 0,-2 6-2602,-1 6 2602,-1 7 0,3-5 0,0 3 0,2-6 0,0 0-815,1-3 0,0 2 0,0 0 815,-2 7 0,1 0 0,-2 4 0,0 0-229,4-13 0,0 0 0,0 1 229,0 0 0,-1 0 0,0 3 0,0 2 0,-1 2 0,0 1 0,1-3 0,-1 4 0,0-2 0,0 1 0,1-1 0,-1 2 0,1 0 0,0-3 0,1-1 0,1-1 0,0-1 0,-1 1 0,2 0 0,-1-1 0,1-1 0,0 0 0,0 0 0,1-2 0,-1-1 0,1 3 0,-1 3 0,0 3 0,0 0 0,1 0 0,0 6 0,0 0 0,0 0 0,-1 1 0,0 0 0,2-4 0,0 6 0,1-9 0,0-11 0,0-8 0,0-8 0,2-8 0,2-6 0</inkml:trace>
  <inkml:trace contextRef="#ctx0" brushRef="#br0" timeOffset="425068">19310 12116 5734,'-6'27'0,"-1"3"0,-3 7-3191,-1 6 3191,4-18 0,1 1-592,-2 3 0,-1 0 592,1 2 0,-2 2 0,0 2 0,-1 2 0,1-2-678,-3 8 0,0 1 678,2-7 0,-1 3 0,0 0 0,0 1 0,-1 0 0,0-1-1,3-8 0,1-2 0,-1 2 1,-3 8 0,0 1 0,0 0 0,1-1 0,-1-1 0,1-1 0,-2 5 0,1-1 0,2-7 0,0 1 0,0-1 0,-3 11 0,2-4 0,3-11 0,1-1 0,-2 6 0,1-3 0,-1 3 0,3-6 0,0-7 0,0-5 300,0-3 0,3-11 1,0-3-1</inkml:trace>
  <inkml:trace contextRef="#ctx0" brushRef="#br0" timeOffset="425374">19551 12347 5734,'-12'44'0,"6"-21"0,0 2 0,-1 3 0,0 1-1639,0 3 1,-1 2 1121,0 2 1,-1 1 516,0 2 0,-1 3 0,-1-1 0,0 3 0,-2 4-285,2-10 0,-1 3 0,-1 2 0,1-1 1,0-2 284,-1 3 0,1-1 0,0 0 0,-1 1 0,1-3 0,0 1 0,-1 0 0,0 0 0,1-3 0,-1 0 0,1-2 0,0-1 0,1-2 0,-1 3 0,0-2 0,0 1 0,-3 7 0,0 2 0,0-4 0,2-2 0,0-1 0,-4 6 0,1-1 0,5-13 0,-1-2 0,-2 5 0,0-4 0,-1-3 0,0-10 0,2-7 0</inkml:trace>
  <inkml:trace contextRef="#ctx0" brushRef="#br0" timeOffset="426116">19453 9431 5734,'17'-30'0,"-1"1"0,2-2 0,-1-1 0,2-2 0,0-1-1639,1-2 1,0-1 720,1-3 1,0 1 917,0-3 0,1 0 0,-7 13 0,0 0 0,0 0 0,0 1 0,0 0 0,1-6 0,0 2 0,1-6 0,3-3 0,-1-2 0,1-1 0,-1 2 0,-1 4-125,-1-1 1,0 2-1,-1 1 1,1-1 0,0-3 124,1 0 0,1-3 0,0-1 0,1-1 0,-1 1 0,-1 2 0,-2 5 0,1-4 0,-2 4 0,-2 2 0,0 2 0,0-1 0,-1 2 0,-1 0 0,1-1 0,-1 1 0,0 0 0,0 0 0,-1 0 0,0 0 0,-1 1 0,1-1 0,-1 1 0,-1 0 0,1 1 0,-1-1 0,3-14 0,0 1 0,0 1 0,-1 0 0,-1 4 0,1-3 0,-1 1 0,1-4 0,-1 4 0,0 3 0,-1 1 0,0 3 0,0-3 0,0 5 0,-2 7 0,-2 3 0,4-9 0,-1-1 0,-5 17 1549,-3 11-1549,-3 5 3000,-3 11-3000,-2 7 0,-4 6 0,-1 5 0,-1 4 0</inkml:trace>
  <inkml:trace contextRef="#ctx0" brushRef="#br0" timeOffset="426621">20096 9695 5734,'14'-26'0,"0"0"0,0 1 0,0-2 0,2-4 0,2-2 0,-2 1-1639,1-3 1,0 0 942,1-2 1,2-3 0,-2 2 695,-1-1 0,-2 2 0,2-4 0,-1-1 0,1-2 0,1-2 0,-6 12 0,1-3 0,0 0 0,-1 2-124,2-4 0,-1 3 1,0-3 123,0 1 0,1-1 0,-1-1 0,0 3 0,-1 0 0,0 2 0,1-2 0,0 0 0,1-2 0,0-1 0,-1 3 0,1-2 0,-1 3 0,0-2 0,0 3 0,-1-1 0,1 1 0,0 0 0,2-7 0,-1 1 0,0 3 0,1-6 0,0 1 0,-3 8 0,1-1 0,-1 3 0,-2 2 0,0 1 0,2-5 0,-1 1 0,4-12 0,-6 20 0,-2 2 0,0 1 643,-2 4-643,-3 6 579,-2 4 1,-3 4-1,-2 4 1</inkml:trace>
  <inkml:trace contextRef="#ctx0" brushRef="#br0" timeOffset="427003">20526 9714 5734,'17'-27'0,"-1"0"0,1 0 0,1-3 0,0 0 0,1-3 0,0 0-1639,3-5 1,0-4 1480,-3 7 1,2-4 0,0-2 0,0-1 157,-2 4 0,-1-3 0,1 0 0,-1 1 0,0 0-457,2-3 0,-1 2 0,0 0 0,1-2 457,-3 2 0,2-1 0,0-1 0,-2 2 0,-1 4 0,0-2 0,-1 3 0,-1 1 0,1-1 0,0 1 0,0-1 0,-1 3 0,0-1 0,1-1 0,-1 2 0,1-2 0,0 0 0,-1 2 0,1 0 0,-2 1 0,2-1 0,2-7 0,1-1 0,0 3 0,-1 2 0,-1 1 0,-1 3 0,0 0 0,-1 4 0,1-1 0,0-1 0,1-2 0,-1 3 0,-4 5 0,0 2 0,7-17 0,-4 6 31,-12 23-31,-6 6 0,-6 14 0,-4 5 0</inkml:trace>
  <inkml:trace contextRef="#ctx0" brushRef="#br0" timeOffset="427350">20760 10073 5734,'18'-21'0,"-1"-1"0,6-7 0,3-6 0,2-1 0,-4 3-1093,-3 5 1,-2 2 0,2-3 496,5-8 0,4-4 0,0-1 0,-4 5 571,-7 8 1,-1 2 0,0-1 24,1-1 0,0-1 0,0-1 0,1 0 0,0-2 0,0 1 0,0-2 0,1 0 0,-1-1 0,1 0 0,0-1 0,-1 0 0,1-1 0,0 0 0,0-1 0,0 1 0,0-1 0,0 0 0,0 1 0,0-1 0,1 1 0,-2-1 0,1 1 0,0 0 0,-1 1 0,0 0 0,0-2 0,1 1 0,0-2 0,1-1 0,-2 2 0,1-1 0,0 1 0,-1-1 0,0 3 0,0-3 0,0 1 0,-1 3 0,-1 2 0,-2 1 0,1 0 0,5-11 0,0-1 0,0 2 0,-6 10 0,-1 2 0,1-1 0,3-6 0,0-2 0,-1 4 0,-2 2 0,-1 2 0,-2 3 0,0 2 0,-2 2 0,0 2 0,6-15 0,-4 8 0,-6 7 734,-4 8-734,-6 8 648,-5 9 1,-6 8 0,-3 6 0</inkml:trace>
  <inkml:trace contextRef="#ctx0" brushRef="#br0" timeOffset="427674">21151 10230 5734,'19'-24'0,"1"-1"0,0-1 0,2 0 0,2-4 0,1-1-1639,1-1 1,2-4 1545,-6 10 0,2-3 0,1 0 0,-2 1 93,2-1 0,-2 1 0,5-8 0,-6 7 0,4-5 0,2-5 0,2-2 0,1-1 0,0-1 0,-2 3 0,-2 2 0,-3 4-417,1-2 0,-4 5 0,0 1 0,0-2 0,3-3 417,-2 2 0,2-2 0,2-4 0,1-1 0,1 0 0,-2 1 0,-1 1 0,-2 3 0,-3 4 0,2-6 0,-3 4 0,-1 2 0,0-1 0,2-1 0,-1 0 0,1-1 0,-1 1 0,0 0 0,-1 0 0,1 1 0,0-1 0,-1 0 0,0 1 0,0 0 0,0 0 0,5-10 0,0 1 0,0 0 0,-1 1 0,0 0 0,0 1 0,-2 1 0,0 1 0,0-1 0,-1 3 0,0-2 0,1 0 0,-2 3 0,-1 0 0,0 1 0,0-1 0,1 0 0,0-3 0,1 1 0,-3 2 0,-3 2 0,-1 3 0,0 1 0,3-8 0,-3 3 0,-2-13 0,-19 43 0,-5 4 0</inkml:trace>
  <inkml:trace contextRef="#ctx0" brushRef="#br0" timeOffset="428208">21753 10986 5734,'24'-31'0,"0"0"0,-1 0 0,1 0 0,-1 1 0,-1-1 0,1 2 0,-3 1-1093,0 0 1,-1 2 0,0-1 297,2-1 1,-1-1-1,1-1 770,2-1 1,-1 0 0,1-1 24,2-1 0,-1 0 0,1-1 0,0 1 0,0-1 0,5-5 0,-8 10 0,4-5 0,1-3 0,2-1 0,0-1 0,0 1 0,-2 2 0,-2 3 0,1-3 0,-2 4 0,-1 1 0,2-2 0,1-3 0,-1 3 0,3-4 0,0-2 0,2-1 0,0 0 0,-1 1 0,-1 1 0,-2 3 0,0-2 0,-1 2 0,-1 1 0,0 2 0,-2-1 0,1 2 0,5-9 0,-1 2 0,0 1 0,1-3 0,-6 8 0,2-1 0,0-1 0,0 0 0,0 1 0,-1-1 0,4-4 0,0 0 0,-1 0 0,0 1 0,-2 2 0,1 0 0,-2 2 0,-1-1 0,2 0 0,-1 1 0,1-1 0,-1-1 0,0 1 0,-2 4 0,2-5 0,-1 3 0,-1-1 0,4-5 0,1-1 0,-2 2 0,1-2 0,0 1 0,-7 10 0,1-2 0,-2 4 0,-3 4 0,-2 3 0,8-14 0,-8 9 0,-8 8 1032,-9 9-1032,-7 11 0,-10 11 0,-4 7 0</inkml:trace>
  <inkml:trace contextRef="#ctx0" brushRef="#br0" timeOffset="428582">21986 11277 3897,'25'-37'0,"1"0"0,-1 0 0,1 0 0,0-1 0,-2 3 0,3-3 0,0-1 0,0 0 0,0 0 0,0 2 0,-2 1-656,3-4 1,-2 2-1,0 1 1,1-1 0,2-2 577,-4 5 1,2-2-1,2-2 1,0 0-1,0 0 1,-1 2-1,-1 2 1,-3 3 77,6-7 0,-3 6 0,0 0 0,1-2 0,1 0 0,1-1 0,0-1 0,0 1 0,-2 3 0,-1 2 0,-1 2 0,-1 1 0,0-1 0,0 1 0,1 0 0,-1 1 0,0-1 0,-1 2 0,0 0 0,0-1 0,2-1 0,0 1 0,0-2 0,2-1 0,-1 1 0,-2 2 0,8-9 0,-2 2 0,1-2 0,-2 4 0,0-2 0,1 1 0,-4 1 0,-2 3 0,-2 2 0,0 0 0,-1 0 0,-1 0 0,0 0 0,8-11 0,-1-1 0,-1 2 0,-2 0 0,-2 2 0,0 1 0,-3 2 0,-1-1 0,5-8 0,-2 2 0,-7 11 0,-1 1 0,3-5 0,-1 1 0,0-3 0</inkml:trace>
  <inkml:trace contextRef="#ctx0" brushRef="#br0" timeOffset="429315">21479 11971 5173,'-26'35'0,"0"-1"0,5-5 0,-2 2 0,0 2 0,1-2-1093,-3 4 1,1 0 0,-2 2 619,0-1 0,0 2 1,-2 2-1,0 0 472,4-5 0,-1 2 0,-1 0 0,1-1 0,2-1 1,-2 1 0,1-1 0,0 1 0,-1 1 0,0 0 0,-2 2 0,0 1 0,1-1 0,2-2 0,1-1 0,1-3 0,1 1 0,-2 2 0,0 2 0,-1 2 0,-1 1 0,1 0 0,1-3 0,0 0 0,2-1 0,0-1 0,-1 2 0,2-2 0,-1 1 0,-1 0 0,1 2 0,0 1 0,1-1 0,-1 3 0,1 0 0,1 1 0,0-3 0,2-4 0,-4 9 0,3-5 0,-2 4 0,2-4 0,-2 5 0,1 1 0,1-4 0,3-7 0,3-2 0,2-4 0,1-3 0,0 0 0,-4 15 0,3-9 191,5-11 0,6-11 1,4-8-1</inkml:trace>
  <inkml:trace contextRef="#ctx0" brushRef="#br0" timeOffset="429548">22055 11983 4986,'-25'38'0,"1"0"0,0 0 0,4-6 0,0 1 0,-1 2 0,0-1 0,2-3-1093,-4 9 1,1-2 0,-2 2 664,1 0 1,-1 3 0,-1 0 0,2-2 427,5-8 0,0 0 0,1-2 0,-1 1 0,0 2 0,0 0 0,0 0 0,0 0 0,0 1 0,0 0 0,0 0 0,0 1 0,0-1 0,1 0 0,-1 1 0,-1 2 0,0 2 0,-2 2 0,0 2 0,0-1 0,2-3 0,-1 1 0,2-2 0,-1 0 0,0 2 0,0-2 0,0 1 0,0 1 0,-1 1 0,1 0 0,1-4 0,1 1 0,-1 1 0,0 0 0,1-2 0,1-1 0,-1 0 0,2-1 0,0-2 0,0 1 0,0 1 0,-3 5 0,-1 3 0,0-1 0,2-2 0,1-3 0,-1 3 0,2-3 0,2-4 0,1-4 0,2-3 0,-3 16 0,4-7 0</inkml:trace>
  <inkml:trace contextRef="#ctx0" brushRef="#br0" timeOffset="429796">22546 12206 5734,'-31'37'0,"0"-1"0,1 0 0,4-5 0,2-1 0,-1 0-1093,-2 7 1,0 1 0,0-1 297,6-5 1,0-2-1,0 1 770,-1 3 1,-1 0 0,1 0 24,-2 2 0,0 1 0,1 0 0,-2 1 0,1 1 0,0-1 0,0 1 0,0 1 0,-2 2 0,6-9 0,-1 4 0,0 0 0,0-1 0,1-1 0,0 0 0,1-2 0,0 0 0,-1 2 0,1 0 0,-1 1 0,0 1 0,1-1 0,1-3 0,-4 8 0,3-2 0,-1-1 0,2-2 0,1 1 0,-2 2 0,4-4 0,-2 2 0,1 2 0,0-2 0,1-3 0,0 3 0,0-3 0,1 2 0,-1 2 0,-1 2 0,0-1 0,3-6 0,3-3 0,0-1 0</inkml:trace>
  <inkml:trace contextRef="#ctx0" brushRef="#br0" timeOffset="430055">23038 12174 5734,'-26'38'0,"1"-1"0,-1 2 0,0 1 0,3-2 0,0 2 0,0-1-1093,4-6 1,0 0 0,-1 1 496,1-1 0,-2 3 0,1 0 0,-1 0 596,-1 4 0,-1-1 0,0 2 0,0 3-13,3-7 1,-1 2 0,-1 2 0,1 0 0,0 0 0,1-2 12,-2 1 0,2-1 0,-1 0 0,1 0 0,-1 2 0,2-4 0,-1 3 0,0-1 0,1 0 0,1-2 0,1-4 0,-2 8 0,2-5 0,1 0 0,0-2 0,0 0 0,1 2 0,-3 6 0,1 3 0,1-4 0,0 3 0,1-2 0,4-8 0,0 1 0,0-1 0</inkml:trace>
  <inkml:trace contextRef="#ctx0" brushRef="#br0" timeOffset="430290">23805 12360 5119,'-21'37'0,"-1"0"0,0 0 0,0 0 0,1-1 0,0 0-840,4-8 1,1-1 0,-3 5 839,0 1 0,-4 6 0,-1 2 0,0 2 0,0-3 0,3-4-604,1-1 1,2-4 0,0 1 0,-2 2 603,-1 3 0,-3 4 0,0 2 0,-1-1 0,2-2 0,4-6-52,-1 1 0,4-4 0,-1 1 52,0-1 0,-1 2 0,1 0 0,1-2-11,-1 0 0,2-1 1,-1 1 10,-3 7 0,-1 0 0,3-3 0,1-2 0,3-4 0,0 0 0,0-1 0</inkml:trace>
  <inkml:trace contextRef="#ctx0" brushRef="#br0" timeOffset="430448">23504 13569 5734,'-25'35'0,"0"0"0,0 0 0,2-4 0,1 0 0,0 0 0</inkml:trace>
  <inkml:trace contextRef="#ctx0" brushRef="#br0" timeOffset="431979">11717 12945 5734,'-4'0'0,"1"0"0,2 0 0,5-1 0,-2 1 0,6-3 0,-2 1 0,15-4 0,0 1-1035,15-3 1035,1 2 0,-6 3 0,7-1 0,2 1 0,-3 0-1017,-4 1 1,-2-1 0,3 1 1016,9-1 0,5-1 0,2 1 0,-1-1 0,-1 1 0,0-1 0,0 1 0,-1-1-413,-6 1 1,-1 0-1,0-1 1,3 1 412,1-1 0,3 0 0,1 0 0,0 0 0,-3 0 0,3 0 0,-3 0 0,0 0 0,5 0 0,-11 0 0,4 1 0,1-1 0,1 0 0,0 0 0,-1 0 0,-1 0 0,-2 0 0,0 1 0,-2 0 0,1-1 0,0 1 0,3-1 0,2 0 0,2 0 0,2-1 0,0 1 0,0 0 0,-2-1 0,-2 1 0,5 0 0,-2 0 0,-1 0 0,0 0 0,0 0 0,1 0 0,0 0 0,0 0 0,0 0 0,0 0 0,0 0 0,-1 0 0,1 0 0,0 0 0,-1 0 0,-1 1 0,-1-1 0,0 0 0,2 0 0,4 0 0,-10 1 0,4-1 0,1 1 0,2-1 0,1 1 0,-1-1 0,-1 0 0,-2 1 0,-3 0 0,4 0 0,-4-1 0,-1 1 0,-1 0 0,2 0 0,3 0 0,0-1 0,3 1 0,2-1 0,1 0 0,-1 1 0,-2-1 0,-2 1 0,-6 0 0,8-1 0,-6 1 0,-2 1 0,3-2 0,-1 1 0,2 0 0,0-1 0,-1 0 0,-2 1 0,-2 0 0,-3 0 0,1-1 0,2 1 0,3-2 0,4 1 0,0-2 0,-2 1 0,-4 1 0,-2-1 0,-4 0 0,0 0 0,8-2 0,0 1 0,-1-2 0,-8 1 0,-1 0 0,-2 0 0,3-2 0,0 1 0,-2-2 0,3-1 0,-5 1 0,-5 1 0,-2 0 0,6-3 0,-1 1 0,5-5 0,10-5 0,-12 6 0,7-3 244,-13 8-244,-1 1 2353,-2 2-2353,9-1 0,-7 2 972,6 0-972,-9 3 0,9 0 0,-9 2 0,7 0 0,-7 1 0,-5 0 1103,11 1-1103,-17 0 705,4 0-705,-14 0 0,-2 1 0,-1-1 357,-3 2-357,2-2 0,-3 2 0,4-2 0,-2 1 0,2 0 0,-1 0 0,-1-1 0,2 0 0,-1-2 0,0 0 0,1 0 0,-1-1 0,-3-2 0,-2 1 0,-5-3 0,1 1 0,-11-2 0,5 1-264,-6-2 264,8 3 0,1 0 0,1 0 0,-4-2 0,7 2 0,-2-1 0,9 3 0,2-1 264,2 0-264,2-1 0,2 1 0,7-4 0,2 0 0,3 0 0,15-1 0,-10 9 0,7-2 0,-13 6 0,-6 2 0,-3 1 0,-3 8 0,-4-1 0,-4 7 0,-6-3 0,-16 12 0,2-6 0,-7 4 0,-3-1-1037,16-12 1,0 0 1036,-13 8 0,0 0 0,-2-1-1011,1-2 1011,3-1-56,3-3 56,-3 3 0,11-8 0,-2 1 0</inkml:trace>
  <inkml:trace contextRef="#ctx0" brushRef="#br0" timeOffset="432603">11599 12715 5734,'-3'10'0,"-1"1"0,0 11 0,1-7 0,4 10 0,1 1 0,2-8-491,6 20 491,-3-27 0,14 2 0,0-6 0,11 1 0</inkml:trace>
  <inkml:trace contextRef="#ctx0" brushRef="#br0" timeOffset="434319">17931 11566 5734,'-10'17'0,"-2"3"0,-2 17 0,0-2-822,5-10 0,0 3 822,-2 9 0,1-1 0,1-6 0,0 2 0,0 4 0,-3 5 0,0 2 0,2-4-1089,1-7 0,1-3 0,-1 3 1089,-1 4 0,0 2 0,-1 2 0,0-2 0,-2 9 0,0-2 0,1-1-275,2-9 1,0 0 0,0 1 274,0-2 0,-1 2 0,1 0 0,0-3 0,0 0 0,1-2 0,-1 2 0,-3 11 0,-1 3 0,1-3 0,2-9 0,2-2 0,-1 1 0,-2 8 0,-1 2 0,1-1 0,0-3 0,0 0 0,2-3 0,-3 6 0,2-1 0,0-6 0,1 0 0,0-3 0,0 0 0,1-3 0,0-1 0,1-1 0,-1-2 0,1-1 0,-7 21 0,1-5 0,5-17 0,0 0 0,-4 9 82,-3 5-82,7-18 1965,0 2-1965,2-8 1604,1 0-1604,3-8 1378,2-4-1378,2-8 176,2-1 0,1-7 0,-1 3 1</inkml:trace>
  <inkml:trace contextRef="#ctx0" brushRef="#br0" timeOffset="440729">21658 10212 5734,'15'-23'0,"1"0"0,0-2 0,0 0 0,0 1-906,-3 5 906,2-2 0,-1 1 0,1-1 0,1 1 0,-1-2 0,1 2 0,-1 0 0,1 0 0,-2 0 122,12-14-122,-5 5 0,4-5 0,-4 4 0,-8 12 0,3-6 0,-5 7 0,0 0 0,0 0 0,6-9 0,-4 6-243,5-7 243,-5 9 0,5-11 0,-5 8 0,9-16 0,-9 17 0,3-6 0,-1 1 0,-3 5 0,2-5 0,-3 7 0,4-7 0,-2 5 0,1-1 0,10-17-284,-10 18 0,0 0 284,3-3 0,-5 6-102,1 0 102,-1 0 0,1-2 0,0 0 0,2-1 0,-1-2 0,2 0 0,7-10 0,3-2 0,0 0 0,-10 13 0,0 0-313,2-4 313,5-7 0,-6 8 0,-2 1 0,1-1 0,5-11 0,-4 8 0,5-8 0,-6 9 0,9-12 0,-7 8 0,8-11 0,-12 19 0,-1 1 0,9-13-564,-7 11 1,-1 1 563,8-10 0,-7 8 0,0 0 0,9-14 0,-9 13 0,1 0 0,5-10 0,1-1 0,0 2 0,0 0 0,-8 12 0,0 1-223,9-13 1,-1 1 222,2-1 0,1-1 0,-8 12 0,1-1 0,11-12 0,-11 12 0,0 1-113,9-8 113,-9 8 0,2 0 0,9-12 0,-9 12 0,3-4 0,-3 4 0,-3 3 0,-1 2-244,10-12 1,-2 2 243,2-2 0,-2 1 674,0 1-674,-2 1 0,0 1 713,-3 3-713,-1 2 0,-3 1 322,-2 2-322,2-3 0,-5 5 0,2-2 1354,-6 7-1354,3-4 389,-3 4-389,3-3 730,-3 5-730,-1 0 0,0 1 0,1-3 0,-2 4 0,0-1 0,-2 5 0,-1 0 0,0 2 0,0 0 0,-6 2 0,1 1 0,-4 1 0,2-1 0</inkml:trace>
  <inkml:trace contextRef="#ctx0" brushRef="#br0" timeOffset="442331">22295 7366 5734,'10'-22'0,"-2"6"0,1-5 0,0 1 0,-1 6 0,2-6 0,-3 8 0,1-5 0,-3 6 0,3-4 0,1 2 0,-3 4 0,0-1 0,-4 7 0,-2 1 0,1 1 0,0-1 0</inkml:trace>
  <inkml:trace contextRef="#ctx0" brushRef="#br0" timeOffset="443238">21638 7450 5734,'7'-14'0,"3"-4"0,1-1 0,1-3 0,-3 6 0,-2 2 0,-2 6 0,0 0 0,0 2 0,-1 0 0,2-1 0,-1 2 0,2-1 0,0 1 0,0 0 0,3 0 0,14-9 0,-10 6 0,11-6 0</inkml:trace>
  <inkml:trace contextRef="#ctx0" brushRef="#br0" timeOffset="444105">21026 7377 5734,'15'-28'0,"-2"3"0,-4 8 0,0 1 0,1-5 0,-2 7 0,1-5 0,-5 9 0,0 0 0,0 3 0,-2-1 0,-1 3 0,1 2 0,-1 3 0</inkml:trace>
  <inkml:trace contextRef="#ctx0" brushRef="#br0" timeOffset="465922">21378 11074 5734,'20'-16'0,"1"-1"0,-2 2 0,-1-1 0,-2-3 0,-1-1-2233,8-11 2233,-10 9 0,-1 1 0,2-12 0,-2-1 0,-4 0 0,-1-2 0,-3 0 0,-3 10 0,-1 1 0,-2-13 0,-4-10 0,-1 18 0,-12-10 0,2 12 0,-9-7 0,4 13 98,-15-4-98,7 8 0,-11-2 0,-5 8 0,10 7 0,11 2 0,1 0 0,-10 3 0</inkml:trace>
  <inkml:trace contextRef="#ctx0" brushRef="#br0" timeOffset="496628">23387 10829 5734,'-3'11'0,"1"2"0,-3 13 0,2-10 0,-3 16 0,2-10 0,1-1 0,0-4 0,1-9 0,1-4 0,-2-3 0,2-3 0,0-2 0,-1-2 0,-2-13 0,1 5 0,-2-15 0,2 13 0,-1-20 0,2 17 0,0-17 0,2 20 0,1-3 0,-1 8 0,2-1 0,-2 5 0,0-1 0,0 4 0,1 1 0,0 2 0,2 6 0,1 4 0,2 8 0,-1-2 0,4 12 0,-5-11 0,2 6 0,-3-9 0,0 3 0,-1-5 0,1 3 0,-2-6 0,1 0 0,-2-2 0,0-1 0,-1-4 0,-3-6 0,1-2 0,-2-4 0,0 1 0,-2-7 0,1 3 0,-1-4 0,1 4 0,0 2 0,1-1 0,-1-5 0,2 6 0,0-4 0,3 7 0,-1-1 0,1 3 0,-1 0 0,2 2 0,-1 1 0,0 0 0,0 0 0,1 2 0,0 0 0,0 1 0,-1 0 0,-2 2 0,2-1 0,0 0 0,1 3 0,0 0 0,0 3 0,1 1 0,2 0 0,-1 3 0,2-1 0,2 3 0,-1-3 0,4 4 0,-4-6 0,2 1 0,-1-3 0,-2-2 0,1 1 0,-2-1 0,1 2 0,0-1 0,0 2 0,0-1 0,0-1 0,-1 2 0,1 1 0,-1-1 0,2 4 0,-3-5 0,2 3 0,-2-4 0,-1 1 0,0-3 0,-1 0 0,-4-4 0,-7-6 0,1 1 0,-3-5 0,5 6 0,0-1 0,-2-2 0,2 2 0,-2-4 0,4 6 0,0-2 0,2 2 0,1 1 0,0-1 0,2 2 0,1-1 0,0 3 0,3 4 0,1-1 0,8 10 0,-2-3 0,6 5 0,-4-2 0,3 1 0,-1 1 0,8 5 0,-5-3-320,5 3 320,-7-6 0,-1-1 0,7 6 0,-8-7 0,3 4 0,-11-10 0,-1-1 0,0-1 0,-1 0 320,0-1-320,-1 0 0,-2-1 0,-6-5 0,0 0 0,-21-16 0,12 7-501,-13-10 501,12 8 0,-1 1 0,-7-8 0,6 6 0,-11-8 0,14 11 0,-4-3 0,4 4 0,4 2 0,-1-1 0,5 4 0,1 1 0,-1 1 501,2-2-501,1 3 0,1-1 0,3 3 0,-1 0 0,4 5 0,1 1 0,3 5 0,1 1 0,1 3 0,5 8 0,-1-4 0,10 13 0,-7-11 0,5 5 0,0 1 0,-4-6 0,4 5 0,-7-9 0,0 0 0,-2-2 0,-2-1 0,-1-2 0,-2-1 0,0-1 0,-2-2 0,-1-1 0,-1-1 0,-2-1 0,-3-3 0,-2-2 0,-5-4 0,-1-1 0,-9-8 0,2 2-451,-7-6 451,6 6 0,-2-1 0,0 1 0,-9-5 0,8 4 0,-7-2 0,10 4 0,3 2 0,0-1 0,-2-3 0,5 3 0,-3-4 0,7 5 0,-2-5 0,4 3 0,-1-3 451,5 5-451,-1-1 0,2 3 0,0 0 0,0 4 0,1 0 0,1 2 0,0 2 0,5 4 0,0 2 0,5 3 0,-2 1 0,6 5 0,-3-2 0,4 3 0,-6-5 0,1 0 0,-1-1 0,8 7 0,-8-6 0,6 3 0,-9-7 0,0-2 0,0 1 0,-1-2 0,3 1 0,-5-4 0,2 1 0,-2-3 0,-1-1 0,1-5 0,-3 0 0,0-3 0,-2 0 0,-4-9 0,0 5 0,-4-8 0,-3-1 0,3 5-235,-6-6 235,6 9 0,-2-1 0,2 1 0,-2 0 0,2 1 0,-2-1 0,2 2 0,-1-1 0,-2-3 0,-1-2 0,1 2 0,4 4 235,4 8-235,5 6 0,1 3 0,3 4 0,1 3 0,3 2 0,2 3 0,2 1 0,7 7 0,0 1 0,3 3-681,-1-2 1,-1-1 680,-2-3 0,0-1-685,6 6 685,-6-8 0,3 4-160,-9-9 160,-1-3 0,-3 0 0,0 0 1231,-3-3-1231,-2 0 774,-2-5-774,-3-1 201,-2-4-201,-8-7 0,0-1 0,-9-6 0,2 0 0,-15-12-1409,6 3 1409,10 9 0,-2-2 0,1 0 0,0-2-60,-6-5 0,0-1 60,2 2 0,2 1 0,0 1 0,2 3 0,3 1 0,10 13 0,1 1 0,3 1 1391,2 2-1391,2 3 138,4 4-138,2 3 0,18 20 0,-8-8-983,12 15 983,-12-14 0,9 10 0,-6-9 0,7 7 0,-10-11-601,6 5 601,-7-8 0,3 3 0,-11-9 0,0-3 0,-3-1 0,0-2 919,-3-3-919,-2-2 665,-4-4-665,-2-2 0,-1-4 0,0-4 0,0-2 0</inkml:trace>
  <inkml:trace contextRef="#ctx0" brushRef="#br0" timeOffset="497393">23516 10523 5734,'1'10'0,"0"0"0,-2 5 0,-1 2 0,-6 18 0,-1-4-292,-6 14 292,0-9 0,-1 1-968,5-14 1,0 1 967,-7 15 0,-1-1 0,-2 4-611,-1-1 611,1-1 0,1-2 0,7-12 0,1 0 0,-6 11-367,7-15 1,2 0 366,-3 3 0,4-4 132,0-3-132,4-4 1704,-1-3-1704,1-1 702,4-9-702,4-11 0,3-5 0,3-9 0,1 1 0,5-18-511,-2 7 511,-4 10 0,-1-1 0,6-12 0,-4 8 0,1 0 0,-4 6 0,1 1 0,3-7 0,0-1 0,0 2 0,-1 1 0,2-4 0,1 0 0,-3 6 0,-1 0 0,1-1 0,-1 3 17,-4 9-17,-2 1 0,-4 10 0,-9 14 0,-2 4 0,-7 14-1002,1 0 1002,-2 6 0,-2 4-99,-1 3 99,1 1 0,6-13 0,0 1 0,5-8 0,-1-1 0,-2 7 0,1-1 0,-3 7-642,3-4 642,1-4-313,1 0 313,3-8 866,0 0-866,6-14 1432,8-20-1432,6-27 0,1-2-640,-4 5 1,-1 0 639,1-7 0,-4 15 0,0 0-568,3-11 568,-2 4 0,-1 5 0,1-1 0,-7 23 0,-1 6 0,-6 25 0,-6 24 0,1-7 687,4-11 0,0-1-687,-2 12 77,0 0-77,1-4 0,1 11 0,3-15-376,1 5 376,4-17 0,2 1 0,3-9 556,2-1-556,2-9 1052,8-12-1052,-3 0 0,5-10-214,-7 2 214,1-4 0,-3-4 0,1-2-1088,-1-5 1088,0-1 0,0 0 0,-1 0 0,-1 0 0,1-2 0,-2 7 0,-1 4 0,-2 14 0,-5 6 0,0 8 0,-4 8 587,-2 7-587,-8 22 0,1-4-106,4-10 0,0 1 106,-6 12 0,3-3 0,1 1 0,-5 8 0,7-10 0,-1-2 0,-1 7-507,4-13 507,-1 1 0,6-14 0,5-8 0,1-2 0</inkml:trace>
  <inkml:trace contextRef="#ctx0" brushRef="#br0" timeOffset="498077">23750 10378 5734,'-10'-20'0,"-3"3"0,5 13 0,-6 1 0,2 6 0,-3 1 0,0 3 0,-3 3 0,-1 3-441,0 2 441,0 1 0,0 1 0,1 2 0,3 0 0,-2 10 0,6-7 0,1 6 0,7-11 0,3-2 0,0-2 0,4 3 0,1-7 0,2 0 0,4-10 441,-2-2-441,4-6 0,-5-1 0,3-10 0,-2-5 0,2-12 0,-6 12 0,-1 0 0,-2 14 0,-1 6 0,0 2 0,1 21 0,-1-1 0,2 16 0,0-7 0,0 2-756,1 1 756,1 0 0,1-5 0,1 0 0,1 5-483,7 16 483,-9-33 0,0-1 0,-4-13 0,-2-6 0,0-4 0</inkml:trace>
  <inkml:trace contextRef="#ctx0" brushRef="#br0" timeOffset="516163">3412 17457 5734,'-4'-2'0,"1"-1"0,1 2 0,1 0 0,0 0 0,1 0 0,3 0 0,-2 1 0,4 0 0,2 0 0,15-1 0,-3 0 0,12-2 0,-10 1 0,2 0 0,4-1 0,3 0-402,-5 0 1,2 1 401,16-4-864,-13 2 1,1 0 863,-6 1 0,-1-1 0,1 0 0,3-1-590,13-3 0,1 0 590,-9 1 0,1-1 0,11-2 0,0-1-799,-12 2 1,-1-1 798,1 1 0,0-2 0,-1 1 0,1-2-214,-1 2 1,0-1 213,-2 1 0,2-1 0,8-3 0,-1-1 0,-10 5 0,0 0 0,6-3 0,-2 1 462,7-3-462,-16 7 0,-1 0 0,9-3 0,-6 2 0,-2 1 0,-5 1 0,7-2 898,-18 6-898,0 1 1900,-3 1-1900,2-1 2151,-5 1-2151,1-1 80,-9 4 1,2-3 0,-4 3 0</inkml:trace>
  <inkml:trace contextRef="#ctx0" brushRef="#br0" timeOffset="518015">8648 16355 5734,'6'-4'0,"14"-3"0,-9 5 0,13-4 0,-5 1 0,-3 1 0,6-2 0,5 1 0,-6 1 0,9-2 0,2 0 0,-7 1 0,3 0 0,0-1 0,1 1-1027,17-4 1027,-24 7 0,-1-1-135,7 3 135,-7 0 0,5 1 0,-10 0 0,8 1 0,-7 0 0,5 0 0,-7-2 0,3 1 749,-3-1-749,9-1 0,-9 0 0,5-1 413,-5 1-413,9-1 0,-5 0 0,6 1 0,-9 0 0,1-1 0,-1 2 0,1-1 0,-1 1 0,10-1 0,-7 0 0,14 0 0,-6 0 0,-1-2 0,1 0 0,6 0-677,10-3 677,-25 4-322,8-2 322,-6 2 0,14-3 0,-13 3 0,15-1 0,-11 3 0,-1-1 0,11 0-776,12 1 776,-26-1 0,0 0 0,11-1 0,-7 0 0,9 1 108,-11-1-108,1 0 0,1-1 0,-1 1 0,11-2 0,-8 1 0,16-3 0,-17 3 0,7-1 0,-11 1 0,-1 1 93,1-1-93,-2 1 0,1 0 0,9 0 0,-7 0-428,9 1 428,-9 0 0,12 1 0,-7 0 0,8 0 0,1 0 0,-1-1-139,-5 1 1,0 0 138,-4 0 0,0 1 455,1-1-455,10 2 0,-9 0 0,18 0 0,-19 0 0,-1-1 0,12 1-109,-14 0 0,0-1 109,4 0 0,-6-1 0,7 0 0,-9 0 0,11-1 0,-8-1 0,9 0 0,-9 1 0,11 0 0,-8 0 0,8 1 0,-10 0 0,11 0 0,-8 0-169,9 0 169,-12 0 0,2 0 0,-1 0 0,15 0 0,-11 0 0,11 0 0,-13 0 0,3-1 0,1 1 0,3-1 21,-4 1 1,-1-1-22,-4 1 0,-1 0-396,1 0 396,0 0 0,1 0 0,12-2 0,-9 2-251,9-1 251,-12 0 0,12 1 0,-10-1 0,-3 0 0,1 0 0,3 0 0,0 0 0,-4 0 0,0 1-206,5-1 1,-1 0 205,5-1 0,1 0 0,2-1 0,-10 2 0,1-1 0,15-1 0,-5 0 0,0 0 0,7 0-256,-15 0 1,0 0 255,12-1 0,-10 1 0,0 0 0,-6 0 0,-1 1 0,9-2 0,0 1 0,-10 0 0,1 1 0,11-2 0,0 1 0,-9 1 0,0-1 0,9 0 0,0 0 0,-12 2 0,-1-1 0,1 0 0,0 1-581,22-2 581,1 1 0,-3 0 0,0-1 0,-1 1 0,-1-1 0,-12 1 0,0-1 0,17 0-284,-16 0 0,-2 0 284,13 0 0,-14 1 0,0 0 0,14 0 0,-7 0 0,-2 0 0,5 1 0,-14 0 0,-1 1 322,8-1-322,-2 1 0,-2 1 0,8-1 0,-11 1 0,5 0 1131,-12-1-1131,-3 0 1053,-2 0-1053,0 0 1586,-4 0-1586,-3-2 688,-9 2-688,-7-1 0,-7 0 0,-6-1 0,-2-1 0</inkml:trace>
  <inkml:trace contextRef="#ctx0" brushRef="#br0" timeOffset="519614">7790 17367 5734,'4'-1'0,"0"0"0,-1 0 0,4 0 0,0 1 0,4 0 0,-1 0 0,1 0 0,2 0 0,1-1 0,0 1 0,2-1 0,1 1 0,1-2 0,11 2 0,-3 0-842,10 0 842,-5 0 0,5-1 0,3-1 0,5-2 0,-9 0 0,9-1 0,2 0 0,-6 0-1224,6 0 0,1-1 1224,-3 1 0,7-1 0,-1 0 0,-6 1-1113,3 0 0,-4 0 1113,-11 2 0,1-1 0,0 1 0,1 0 0,1 0 0,2 0-55,4 0 1,3 0-1,0 0 1,-1 0 54,4 0 0,-2 1 0,2-1 0,-1 1 0,3 0 0,0 0 0,-3 1 0,3-1 0,-2 1 0,-1 1 0,-9 0 0,0-1 0,-1 1 0,1 0 0,0 1 0,-1-1 0,1 0 0,5 1 0,-5 0 0,5 1 0,2 0 0,1-1 0,0 1 0,-2 0 0,-4 0 0,11 0 0,-4 0 0,0 0 0,3 1 0,-9-1 0,2 0 0,1 0 0,2 1 0,-1-1 0,-2 1 0,-1-1 0,5 1 0,-2 1 0,-1-1 0,-1 0 0,-1 0 0,0 0 0,-2 0 0,0-1 0,3 1 0,-2 0 0,4 0 0,1 0 0,1 0 0,-3 0 0,-5 0 0,11-1 0,-4 0 0,1 0 0,-4 0 0,2 0 0,-1 0 0,-3-1 0,-4 0 0,-2-1 0,-1 0 0,14 0 0,-1-1 0,-5 0 0,0-1 0,-3 1 0,-2-1 0,-4-1 0,-1 1 0,-3-1 0,-1 0 0,18-2 0,-8-1 0,-7-1 0,-7-4 0,-8-2 0,-4-2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6-29T01:48:59.4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18062 3516 5734,'11'2'0,"3"-1"0,27 1 0,-9-2-618,5-1 0,4-1 618,7-3 0,0 0-1434,-8 0 1,1 1 1433,-8 0 0,1 0 0,-3 0 0,-4 1 0,-2 0-285,10 0 1,1-1 284,-10 1 0,0 0-143,7 0 0,0 0 143,-4 0 0,-2 0 0,13 0-195,8 0 195,-22 2 1633,3-1-1633,-9 0 1698,1-1-1698,-11 2 456,-2 0-456,-1 1 950,-2 1-950,-2-1 416,-2 0-416,-6-1 0,-1 2 0,-5-1 0,1-1 0,-1 0 0</inkml:trace>
  <inkml:trace contextRef="#ctx0" brushRef="#br0" timeOffset="259">18754 3408 5734,'19'5'0,"1"0"0,1 2-796,1 3 796,1 1 0,-1 2 0,-2 2 0,-1 1 0,-3 2 0,-3 0 0,-2 1 0,-3 9 0,-3-6 0,-3 6 0,-4-9 0,-2 0 139,-2-1-139,-1 0 0,0-2 160,-5 5-160,2-6 0,-1 2 0,2-8 0,2-1 0</inkml:trace>
  <inkml:trace contextRef="#ctx0" brushRef="#br0" timeOffset="1150">19809 3174 5734,'-2'17'0,"1"9"0,1-7 0,0 9 0,2 2 0,0 1 0,1 4-758,0-3 1,0-1 757,1-5 0,-1-1-191,2 7 191,-2-9 0,2 4 0,-3-11 0,0 3 0,1-7 0,-2 2 1089,1-6-1089,-2-4 617,0-1-617,0-9 0,0 0 0,-2-7 0,1 1 0,0-3 0,0-3 0,1-2 0,1-2 0,1-2-497,0-1 497,2-1 0,0-1 0,5-9 0,-2 9 0,7-16 0,-5 21 0,5-5 0,7 4 0,-3 11 0,4-1 0,-6 12 0,-5 7 0,0 2 0,0 4 0,-2 2 0,4 13 0,-5-4-88,4 9 88,-4-7 0,-1 0 0,2 0 0,-2-1 0,2 1 0,1 1 0,-1 1-287,0-4 0,-1-1 287,-1-7 0,-1-1 0,-1-2 0,-2-1 137,1 1 1,-2-5-1,2 1 1</inkml:trace>
  <inkml:trace contextRef="#ctx0" brushRef="#br0" timeOffset="2478">20798 2996 5734,'-7'0'0,"2"0"0,-4 4 0,-8 7 0,1-1-299,-6 7 299,8-6 0,-1 2 0,-1 0 0,-1 2 0,0 1 0,-1 1 0,1 0 74,0 0-74,-7 9 0,6-8 0,-4 7 0,3-3 0,-2 6 0,4-7 0,2 1 0,8-13 0,2-1 0,1-1 225,1-1-225,1-1 0,-1-1 0,1 0 0,1-1 0,-1-1 0,1 1 0,0-1 0,-1 0 0,0 0 0,1-1 0,0 0 0,1 1 0,-1-2 0,0 2 0,1-1 0,-2 1 0,0-1 0,-1 0 0,1 0 0,1-1 0,0 1 0,0-1 0,0 1 0,-2 0 0,2 0 0,-2-1 0,2 0 0,0 0 0,-1 0 0,1 1 0,-1 0 0,1 0 0,4 0 0,-2-1 0,5 0 0,-5 0 0,2 0 0,1 2 0,2 0 0,2 2 0,0-1 0,8 4 0,16 1 0,-5 1 0,9 0 0,-2-1-877,-7-2 877,10 4 0,-11-3 0,-1 2 0,-1-1 0,10 6 0,-10-4-403,7 3 403,-13-5 0,-1 0 0,-2-1 0,-1 0 839,-2-2-839,-2 1 0,-1-2 0,-2-1 441,-1 0-441,-2 1 0,-1-1 0,-2 1 0,-2-1 0,-5 0 0,0-1 0,-5 1 0,1-2 0,-2 0 0</inkml:trace>
  <inkml:trace contextRef="#ctx0" brushRef="#br0" timeOffset="3811">21427 3112 5734,'-23'14'0,"8"-5"0,-19 20 0,16-10 0,-4 9 0,0 10 0,7-6 0,2 2 0,1 2-2532,2 3 2532,4-11 0,1 2 0,6 12-322,3-11 322,4 7 0,7-8 0,0-9 628,7 2-628,12-11 0,-5-6-831,13-4 831,-7-9 0,-8-2 0,1-1 0,14-10-191,-13 5 1,-1-1 190,8-12 0,-2-4 153,-5-3-153,-4-4 0,-4-2 0,-13 1 0,-3-7 0,-1 5-905,-1 9 1,-2 1 904,1-10 0,-2-5 0,-2 9 0,-11-1-74,-2 4 74,-1 3 775,-12-6-775,6 12 0,-7-3 0,7 16 0,0 5 0,-2 4 0,-1 5 0,-1 4 0,-1 5 0,1 1 0</inkml:trace>
  <inkml:trace contextRef="#ctx0" brushRef="#br0" timeOffset="4340">20086 4001 5734,'32'4'0,"0"0"0,2-1 0,6 0 0,1 0 0,-5-1-1639,6 0 1,-1 0 1042,-4 0 0,4-1 0,0 1 0,-5-1 559,4 0 1,-3-1 36,1 1 0,2 0 0,-3 0 0,2 0 0,-2 0 0,5 1 0,0 0 0,-6 0 0,0 0 0,1 0 0,-4 1 0,1 0 0,-3 0 0,5 1 0,0 0 0,9 2 0,-2 0 0,-15-2 0,-1 0 0,15 4 0,-1 1 0,-16-4 0,-1 0 0,12 3 0,-3-1 0,-6-1 0,0-1 0</inkml:trace>
  <inkml:trace contextRef="#ctx0" brushRef="#br0" timeOffset="4520">22244 4102 5734,'0'0'0</inkml:trace>
  <inkml:trace contextRef="#ctx0" brushRef="#br0" timeOffset="32540">3312 6284 5734,'-5'-4'0,"0"0"0,1 0 0,-2-1 0,0 1 0,-2-2 0,2 2 0,-1-1 0,0 0 0,0 0 0,-9-3 0,1 1 0,-4-2 0,4 4 0,5 1 0,-2 1 0,1 1 0,-6-2 0,3 1 0,-5 0 0,-2 0 0,5 1 0,-6-2 0,8 1 0,-8-1 0,6 0 0,-4-1 0,1 1 0,5 1 0,-4-1 0,-1-1 0,5 1 0,-10-3 0,10 4 0,-4-2 0,6 1 0,-1 0 0,0 0 0,-25-4 0,11 3 0,-13-2-410,18 3 410,6 1-160,-6-1 160,3 2 0,-5 0 0,7 3 0,-8 1 0,-7 0 0,4-1 0,0 1 0,6 0 0,5-1 0,-4 2 403,6-2-403,-5 3 0,6-1 167,-5 0-167,8 0 0,0 0 0,-5 1 0,3 0 0,-3 1 0,4-2 0,-5 3 0,3 0 0,-5 2 0,-1 2 0,3-2 0,-4 4 0,3-2 0,2 0 0,-2 0 0,-5 3 0,-1 1 0,-7 4-438,7-4 0,1 0 438,2-2 0,7-4 0,0 0 0,-5 4 0,3-2 0,-4 3 0,1 2 0,5-3 0,-15 13 0,14-10-218,-6 7 218,11-10 0,0 1 854,-3 7-854,3-4 0,-2 6 0,0 1 0,3-5-229,-2 6 229,3-7 0,1-1 0,-1 1 0,2 0 0,-1-1 0,-1 7 0,3-5 0,-2 5 0,3-6 0,1-2 0,-1 2 0,-1 6 0,1-5 0,-1 5 0,3-7 0,-2 0 234,2-1-234,-2 0 0,1 0 0,-1 8 0,2-5 0,0 4 235,-2 9-235,0 5 0,-1-1-539,3-2 539,2-16-179,0 7 179,1-6 0,0 5 0,0-8 0,0 0 0,1-2 0,1 7 0,7 14 0,-4-10 528,5 8-528,-6-13 0,0-4 190,0 2-190,1 0 0,-2-5 0,3 3 0,-1-5 0,-1 0 0,2 1 0,1 5 0,0-4 0,2 3 0,-3-5 0,1 0 0,0 0 0,-1-1 0,1 0 0,-1 0 0,1-1 0,-1 0 0,0-1 0,5 2 0,-3-2 0,11 7 0,-6-5 0,4 3 0,-5-5 0,-4-2 0,6 2 0,-4-1 0,4 1 0,-5-3 0,6 2 0,-4-2 0,5 1 0,-5 0 0,1-1 0,10 4 0,-3-2 0,5 1 0,-7-2 0,-5-2 0,0 0 0,0 0 0,5 1 0,-4-1 0,5 0 0,-6-1 0,1-1 0,-1 0 0,1 0 0,-1 1 0,9-2 0,-5 1 0,5-1 0,-8 0 0,1 0 0,0 0 0,7 1 0,-5 0 0,4 0 0,-5-1 0,-2 0 0,0 0 0,0 0 0,-1 0 0,2-1 0,-1 1 0,2-2 0,-1 2 0,10-2 0,22-4 0,-2 1-203,-19 1 0,0 1 203,-1-1 0,-2 1-861,7-3 861,12-3 0,-11 1 0,1 0 0,2-1 0,-9 2 0,0-1 0,13-4 0,1-2 0,0-2 0,2-4-763,-10 5 0,0-1 763,2-5 0,2-3 0,-10 5 0,0-1 0,-5 4 0,-1 0 0,7-6 0,-1 1 0,10-12 0,-11 8 0,-1 0 0,-5 4 0,-1 0 0,5-6 0,-1-2 0,-2-5 0,-2 0 0,-4 7 0,-1-1 0,3-8 0,-2-3 0,-4-4 0,-2 0 0,-3 9 0,0-1-902,-1-11 0,-1 0 902,-2 13 0,-3 0 0,-4-13 0,-1-1 0,0 13 0,0-1 0,-3-7 0,-3-1 0,-3 4 0,-1 4 0,4 8 0,0 2-97,-5-7 1,-2 1 96,-1 5 0,0 3 0,-13-10 0,5 9 0,0 2 0,-4 0 261,5 5 1,-1 0-262,-9-2 0,7-2 0,13 9 0</inkml:trace>
  <inkml:trace contextRef="#ctx0" brushRef="#br0" timeOffset="41079">11665 8044 5734,'-4'-4'0,"1"-1"0,-2 0 0,0 0 0,-4-2 0,-16-5 0,7 5-400,-14-6 400,13 7 0,-2-1 0,-2 1 0,-16-4 0,8 3-1020,-13-1 1020,11 4 0,6 1 0,0 0 0,-16 0-702,14 1 0,-1 0 702,-12-1 0,-1 1 0,-2-1 0,1 1 0,-2-1 0,1 1 0,-3-1 0,2 1 0,22 1 0,-1 0 0,-9 0 0,-2 0 0,9 1 0,-1 0 0,-19 1 0,-1 1 0,19 0 0,0 0-724,-9 1 1,0 0 723,10 1 0,1-1 0,-1 1 0,0 0 71,1 0 0,-3 0-71,-9 2 0,-6 2 0,4-2-594,6 0 1,0 0 593,-4 0 0,-3 1 0,3-1 0,5 0 0,3 0-2,7-2 1,0 0 1,-7 1 0,1 0 994,-8 1-994,11-2 0,1 0 0,-13 2 0,13-2 0,1-1-425,-8 3 425,-1-1 0,-4 1 0,-2 0 0,-5 0 0,5 0 0,0 0 0,14-1 0,2-1 0,-15 3 0,6-1 0,0 0 0,-5 2 0,13-3 0,-1 0 0,2 1 0,0 0 0,-14 3 582,14-2 1,0 0-583,-10 1 0,0 2 1061,0-2-1061,10-2 0,0-1 0,-12 3-311,12-3 1,0 0 310,-8 1 0,1-1 179,2 0-179,2 0 0,2-1 0,-7 0 0,9 0 0,-6-1 1035,11-1-1035,-9-2 0,7 0 0,-5-2 0,9 1 0,-25-2 0,17 1 220,-18 0-220,11-1 0,8 2 621,-9-2-621,9 2 0,-10-1 0,6 1 0,-7-1 0,10 2 0,0-1 472,-19 0-472,7 0 0,-7 0-506,15 1 506,10 0 0,2 0 0,1 0 0,-6-1 0,6 0 0,-6 0 435,8 0-435,0-1 151,1 1-151,-4-1 538,6 1-538,-2-1 0,5 1 0,-1 1 0,2-2 0,-1 2 0,3-2 0,1 2 0,0-1 0,1 1 0,-2-1 0,1 0 0,-1 1 0,0-2 0,0 1 0,0-1 0,2 1 0,0 0 0,-3-2 0,-1 1 0,0-1 0,2 2 0,2 1 0,0 0 0,-1 0 0,-1 0 0,2 0 0,-2 0 0,1 0 0,-1 0 0,0 0 0,1 1 0,1-2 0,0 2 0,1-2 0,0 2 0,-2 2 0,1-1 0,-1 3 0,1-2 0,-1 1 0,0 1 0,-2 5 0,1 0 0,-1 4 0,2-1 0,0 0 0,0 2 0,-2 6 0,0-4 0,0 3 0,1-1 0,0-6 0,0 3 0,3-7 0,-1-1 0,0 3 0,-1-5 0,2 3 0,0-6 0,0-1 0,1 0 0,-1-1 0,1 1 0,1-1 0,-2 1 0,1 0 0,-1 0 0,-1-1 0,1 0 0,-1 1 0,1-2 0,1 1 0,-1 1 0,0-1 0,0 1 0,0 1 0,0-1 0,-1 2 0,1 0 0,-1 0 0,1 0 0,-1 0 0,1-1 0,-1 1 0,1-1 0,-1 1 0,0-2 0,1 1 0,0 0 0,1-1 0,-1 0 0,2-1 0,-1 1 0,0-2 0,0 2 0,0 0 0,-1-1 0,0 2 0,-1 3 0,0-1 0,1 2 0,-1-1 0,1 11 0,-1-7 0,1 9 0,-1-9 0,2 7 0,-2-2 0,2 5 0,-1-4 0,-2 11 0,0-6 0,-2 9 0,-1 5 0,1-8-725,-1 11 725,3-12 0,0 2 0,0-2 0,-1 0 0,0-1 0,-2 8 0,1-9 0,0 4 0,2-10 0,0-2 0,1-1 0,0-3 725,0 0-725,1 2 0,1-4 0,0 4 0,0-7 0,4 11 0,0-5 0,1 5 0,-1-7 0,-1-2 0,-1 0 0,1 1 0,1 4 0,-1-3 0,2 3 0,-2-4 0,6 12 0,-4-8 0,3 8 0,-4-12 0,-1 4 0,1-3 0,0 3 0,-2-4 0,3 5 0,-2-4 0,2 4 0,-2 1 0,1-4 0,-1 4 0,0-5 0,1 5 0,-1-4 0,2 4 0,-2-4 0,-1-1 0,1 0 0,0 5 0,0-3 0,0 3 0,1 0 0,-1-3 0,2 3 0,-2-5 0,2 4 0,1 17 0,-1-11 0,-2 10 0,-1-15 0,-1-3 0,1 3 0,0-5 0,-1 1 0,0 0 0,1 6 0,0-4 0,1 10 0,-1-4 0,0 1 0,0-2 0,0 0 0,0-6 0,0 9 0,0-10 0,0 4 0,-1-6 0,1 4 0,-1-4 0,1 3 0,-1-5 0,0 0 0,1-1 0,-1 0 0,0-2 0,0-1 0,-1 1 0,1-2 0,-1 1 0,1-2 0,-1 0 0,0 0 0,0-1 0,1 2 0,-1-1 0,2 0 0,-2 1 0,2 0 0,-1 0 0,1 3 0,-1-2 0,1 0 0,-1-2 0,-1-1 0,1 1 0,-1 0 0,2 0 0,-2 2 0,2-1 0,-2 0 0,2 4 0,-1-4 0,1 5 0,0-6 0,-1 1 0,0-1 0,-1-1 0,1 1 0,0 0 0,-1-1 0,1 1 0,0 0 0,-1 0 0,0 0 0,1 0 0,0-1 0,0 1 0,0 0 0,0-1 0,-1 1 0,2-1 0,-2 1 0,1-1 0,1 1 0,-2-1 0,1 1 0,0-1 0,0 0 0,0 1 0,0-1 0,0-3 0,1 1 0,-1-2 0,0 2 0,0 0 0,0-1 0,0 1 0,1-1 0,-2 1 0,1 0 0,0-1 0,0 1 0,-1 0 0,1-1 0,0 0 0,0 1 0,2-1 0,0 0 0,2-1 0,0 0 0,1 0 0,-2 0 0,2 0 0,-3 0 0,2-1 0,-2 2 0,-1 0 0,1 0 0,0 1 0,0-1 0,-1 1 0,6-5 0,-4 4 0,4-4 0,-5 5 0,0-1 0,3-1 0,-2 0 0,1 0 0,0 1 0,0-1 0,0 1 0,4-1 0,-5 2 0,3-2 0,-3 1 0,0 0 0,0 1 0,-1-1 0,2 0 0,-1 1 0,2-1 0,-2 0 0,2 1 0,-3 0 0,3 0 0,-2 1 0,2-2 0,-1 1 0,0-1 0,0 0 0,0 1 0,0-1 0,0 0 0,0 2 0,0-1 0,0 1 0,3 0 0,-2 0 0,4-1 0,-4 1 0,2 0 0,-2-1 0,5 0 0,-4 0 0,4 1 0,-5 0 0,-2 0 0,1 0 0,-1 0 0,0 1 0,-1-1 0,2 0 0,-1-1 0,6 0 0,-5 0 0,4 0 0,-5 1 0,-2-1 0,2 1 0,1-2 0,0 1 0,-1-1 0,0 2 0,-2 0 0,1 0 0,1 0 0,-1 0 0,2 0 0,-1 0 0,0 0 0,-1 0 0,-1 0 0,1 0 0,1 0 0,-1-1 0,2 0 0,-1 0 0,1 0 0,0 0 0,0 1 0,-1 0 0,-1 0 0,1-1 0,1 0 0,7-1 0,-5 0 0,4 1 0,-5 0 0,-2 0 0,4 0 0,-3 0 0,3-1 0,-2 2 0,0-1 0,1 1 0,-1-1 0,2-1 0,8-1 0,-6 2 0,8-3 0,-8 3 0,1-1 0,0 0 0,1 1 0,-1-1 0,1 0 0,1 0 0,0 0 0,1 1 0,-1-1 0,-1 1 0,0-1 0,5 0 0,-4 0 0,4 1 0,-6-1 0,0 1 0,-2 0 0,1-1 0,1 1 0,-1 0 0,2 0 0,-1-1 0,0 1 0,1 0 0,-1 0 0,0 0 0,5-1 0,-4 0 0,5 0 0,-5 0 0,10 0 0,-7 0 0,7 0 0,-9 0 0,-1 1 0,2-1 0,-1 0 0,0 0 0,8 0 0,-6 0 0,6 0 0,-8 0 0,5 1 0,-4-1 0,4 1 0,6-1 0,-4 2 0,5 0 0,-7 0 0,-6 0 0,6 0 0,-5 0 0,4 0 0,-6 0 0,5 0 0,-4 1 0,4-1 0,-5 1 0,0-1 0,-1 0 0,6 0 0,-3 0 0,3 0 0,-4 1 0,4 1 0,-3-1 0,3 1 0,2-1 0,-4 1 0,4 0 0,-6-1 0,1 0 0,-1 0 0,6 1 0,-4 0 0,5-1 0,21 1 0,-18-1 0,19 0 0,-19-1 0,-4 0 0,4 1 0,-5 0 0,0 0 0,1 0 0,0 0 0,2 0 0,8 1 0,3-1 0,-1 0 0,11 0 0,-1 0 0,-12-1 0,14 0 0,-9 0 0,-8 0 0,1 0 0,0 0 0,2 0 0,3 0 0,0 0 0,-4 0 0,15 0 0,-11-1 0,-8 1 0,9-1 0,0 1 0,-6-1-545,7 0 545,-9 1 0,-1-1 0,2 1 0,-1 0 0,1 0 0,15 0 0,-10 0-850,12 0 850,-13 0 0,0 0 0,1-1 0,8 1-607,-8-1 0,0 1 607,2 0 0,1-1-175,0-1 175,-9 1 0,1-1 0,12-2-216,-12 2 0,-1-1 216,7 0 0,11-1 0,-13 1 0,18-2 0,-22 3 676,15-3-676,-11 2 0,-1 0 1224,-5 1-1224,-2 0 0,-5 1 0,4-1 210,-7 1-210,-1 0 1106,0 0-1106,6 1 0,-5 0 0,5-1 0,2 0 0,-3-1 0,5 0 0,-6 1 0,10 0 0,-6 0-245,7 1 245,-8 0 0,0 0 0,0 0 0,9 0 0,-6 0 0,5 0 0,0-1 0,-7 0 0,5 0 0,-10 0 0,4 0 0,14 0 0,-12 0 0,7-1 0,-15 0 245,-4 0-245,2 0 0,-4 1 0,-1-1 0,0 1 0,2-1 0,-3-1 0,2 0 0,6-8 0,-5 3 0,5-7 0,-7 6 0,0-1 0,2-6 0,-1 2 0,-1-5 0,0 3 0,1-13 0,-2 4-839,1-11 839,-4 5 0,-1-4 0,-2-5 0,-1 5 0,-2-2 0,1 6 0,-2 0-1238,-1-14 1,0 0 1237,-1 8 0,1 1 0,-2-4 0,0-1 0,1 0 0,-2-2 0,1 1 0,-1-3 0,1 3-765,1 8 1,1 3-1,-1-2 765,-2-9 0,0-1 0,0 2 0,0 0 0,0 2-63,-1 2 0,0 0 63,1 2 0,0 1 0,1 2 0,-1 1 0,1 2 0,0 0 0,-3-7 0,1 0 0,3 11 0,0-1 0,-5-17 0,1 0 0,4 18 0,2 2 0,-2-5 0,0 1 0,0-11 0,5 18 0,0-2 1382,1 9-1382,1 2 2916,0 2-2916,0 0 1436,0 3-1436,-1 0 0,0 5 0,-1-1 0,3 1 0,-2-1 0,4 6 0,-1-3 0,1 5 0,-1-3 0,0 0 0,0 0 0,-1 0 0,1 1 0,0 1 0,0-1 0,0 1 0,0-2 0,-1 0 0,-1 0 0,-4 3 0,-1-1 0,-2 3 0,1-1 0</inkml:trace>
  <inkml:trace contextRef="#ctx0" brushRef="#br0" timeOffset="63387">4506 10503 5734,'-34'-2'0,"-1"2"0,-3 0-2618,-2 0 2618,-4 2 0,-2-1-550,22-1 1,0 1 549,-1-1 0,0 1 0,-13-1 0,-1 1 0,8-1 0,0 0 0,-7 1 0,-6 0 0,1 0 0,-6 0 0,-1-1 0,6 1-820,0-1 0,1 1 820,0-1 0,-6 1 0,0-1 0,8 0 0,3 0 0,5 0-189,6-1 1,-1 2 188,-17-1 0,0 1 0,18-1 0,1 1 0,-9 0 0,1 1 0,-13 0 0,14 0 0,-2 0 0,0 0 0,-4 1 0,3-1 0,-3 1 0,-1-1 0,6 1 0,-2-1 0,5 1 0,-10 1 0,11 0 0,1 0 848,-16 3-848,16-3 0,0 1 0,-10 2 0,13-2 0,0 0 0,-12 3 28,7-2 0,0 0-28,-3 0 0,-9 1 0,4-1 0,11-2 0,-7 1 0,12-2 765,-6-1-765,8-2 0,-4 0 1524,10-2-1524,0 1 1359,1 1-1359,-2 2 725,4 0-725,-1 0 430,6-1-430,0 0 27,1-1-27,0 0 0,0 0 0,-1 1 0,1 0 0,1 0 0,1-1 0,0 0 0,0-1 0,1 0 0,-1-1 0,-3 1 0,2 0 0,-2 1 0,3 0 0,-2-1 0,3 1 0,-4-1 0,4 1 0,-2-2 0,2 2 0,-1-1 0,1 1 0,1 0 0,0 0 0,0 0 0,1 0 0,-1-1 0,1 1 0,-1 0 0,1 0 0,-1 0 0,1 0 0,0 1 0,-1 1 0,1-1 0,-1 1 0,1 0 0,0 0 0,-2 1 0,1 3 0,-1 0 0,0 3 0,2-2 0,-1 7 0,1-2 0,0 5 0,0-3 0,2 19 0,0 0 0,0-8 0,0 2-930,1 10 930,0 2 0,0-9 0,0 2 0,3 15 0,-1-10-557,0-13 0,-1 1 557,2 9 0,-2-9 0,1-1 0,3 14 0,1 1 0,1 0 0,0 1 0,1-1 0,0-2 0,0-1 0,4 9 0,-5-14 0,6 13 0,-4-10 0,3 9 0,-5-14-118,-1 0 118,0-2 0,2 8 0,-2-9-368,0 6 368,-2-12 576,-1 5-576,-1-8 0,0 3 1127,-1-10-1127,-2-1 137,1-1-137,-1-1 456,0-1-456,0-1 234,1 0-234,-1-2 0,0 0 0,0 0 0,1-1 0,-2 1 0,2 1 0,0 4 0,1-3 0,-1 2 0,-1-5 0,-1 0 0,0-1 0,0-4 0,0 1 0,0-2 0,0 2 0,1 0 0,-1-2 0,-1-6 0,1 1 0,-1-5 0,0 2 0,0-1 0,0-3 0,0-1 0,-1-3 0,2-3 0,-1-1 0</inkml:trace>
  <inkml:trace contextRef="#ctx0" brushRef="#br0" timeOffset="65132">1769 10811 5734,'0'13'0,"0"0"0,0 2 0,0 1 0,0 2 0,-1 2 0,1 11 0,-1-5 0,1 10 0,1 4-196,0-16 1,0 1 195,1 16 0,1 1-921,-1-13 1,0 0 920,2 6 0,-1 0 0,0-7 0,1-2-1038,1 16 1038,-1-14 0,0-1 0,1 11 0,-1-11 0,1 0 0,1 14 0,-1-15 0,-1 0 0,3 7 0,-1 3 0,-1 0 0,2 3 0,-2-5 0,0-1 0,-1-8 0,-1-2 0,0 8 0,-1-10 0,1 6 0,-2-11 0,1-2 207,-1-1-207,1 2 1736,0-5-1736,-1 5 1327,0-8-1327,0 1 0,0-5 0,-1 2 0,1-1 0,-1 1 0,0-1 0,0 5 0,0-2 0,0 4 0,0-3 0,0 0 0,0 0 0,0 1 0,0-2 0,1 2 0,-1-5 0,1 0 0,-1-1 0,1-2 0,0 1 0,1-4 0,-1 1 0,0-1 0,1-1 0,-1 1 0,2-2 0,-1 1 0,1 0 0,2-1 0,4-1 0,-1 1 0,2-1 0,-2 1 0,1 0 0,0 0 0,1 1 0,0-1 0,2 0 0,0 0 0,0 1 0,0-1 0,1 0 0,1 1 0,1 0 0,9-1 0,-5 2-241,8-2 241,-8 2 0,11 0 0,-7 0 0,18 1 0,-17 1 0,8 0 0,2 0 0,1-1 0,2 0 0,11 1-713,-11-2 0,-2 1 713,-8-1 0,1 0-946,14-3 946,-8 1 0,10-2 0,-10 0 0,-10 2 0,1 0 0,13-3 0,2-1 0,1 1 0,-13 1 0,0 1 0,5-1 0,1 0 0,-2 1 0,-3 0 0,7 0 0,11-3 0,-15 4 0,1 0 46,-1 0-46,14-1 0,-11 1-783,10-1 783,-14 3 0,13-1 0,-10 1 0,-7 0 0,1 0 0,2 1 0,10-1 0,-4 1 0,-8 1 719,6 0-719,-11 0 0,-1 0 723,0 0-723,-1-1 0,1 0 0,9-1 0,-6 1 150,7-1-150,2-1 0,-10 1 0,0 0 0,17-2 76,6 0-76,-23 2 0,10-1-143,-9 2 143,8-1-159,-11 1 159,0 0 0,0-1 0,-1 2 0,0-1 0,-1 1 0,15 0 0,-14 0 646,12 1-646,-19-1 0,-1 1 660,0 0-660,-3 0 441,1 0-441,2 1 0,-3-1 0,1 0 237,-1 0-237,-1-1 0,4 0 0,-4 0 0,1 0 0,0 0 0,-3 0 0,1 0 0,-3 0 0,1 0 0,-2 0 0,0 1 0,-2 0 0,0 0 0,0 1 0,-1 0 0,-1-1 0,0 1 0,0 0 0,0 4 0,0-4 0,0 3 0,0-3 0,0 0 0,0 0 0,0 0 0,-1-6 0,0 2 0,-2-5 0,1 3 0,-2-4 0,0 0 0,-1-3 0,1 0 0,-2-8 0,1 1 0,-2-8-527,2 3 527,0-2 0,-1-4 0,-2-18 0,2 8-716,2 12 1,1 1 715,-1-15 0,2 11 0,0 0 0,-1-18 0,2 18 0,0 0 0,0-12-1055,1 2 1055,0 1 0,0 11 0,0 0 0,0-14 0,-1 14 0,1 0 0,-1-9 0,0-1-191,-2 8 1,0-6-1,0 4 191,-1 1 0,1 0 0,-3-18 0,0 2 0,-2 9 0,3 16 100,-1-6-100,1 9 0,0-3 1168,1 10-1168,-1 0 1156,1 2-1156,1 1 780,0 4-780,1 2 381,0 2-381,-2 0 0,0 2 0,-5 4 0,4 1 0,-3 3 0</inkml:trace>
  <inkml:trace contextRef="#ctx0" brushRef="#br0" timeOffset="77758">13480 13148 5734,'-11'-9'0,"0"1"0,-14-2 0,-2 0 0,-3 2-592,-1 0 1,-1 1 591,0 4 0,-2 3 0,7 0 0,-1 1 0,-16 2-830,14-1 1,0-1 829,-15 3 0,12-1 0,-2 1 0,8-2 0,0 1 0,-7 0 0,-4 1 0,0 0 0,-4 0 0,5 0 0,5-1 0,-1 1 0,-10 1 0,-5 1 0,8-1 0,-6 1 0,9 0 0,1 0 0,-3 2 0,15-3 0,0 0 608,-7 3-608,-8 3 0,10-2 0,-6 3 0,12-4-306,1 2 306,2-2 0,-8 6 0,6-5 0,-4 3 0,8-4 0,-8 4 0,6-2 0,-6 4 0,7-4 0,-1 1 0,0 0 0,-1 0 0,-1 0 0,0 0 0,-1 1 0,-12 5 0,8-3-221,-9 5 221,11-6 0,-3 4 0,0 0 0,-3 2 748,4-3 0,1 1-748,-2 3 0,8-5-354,-5 5 354,9-6 0,-6 6 0,6-4 0,-4 5 0,6-7 0,-6 9 0,5-5 0,-4 6 344,1 3-344,7-6 0,-1 1 0,-8 13-70,9-13 1,1-1 69,0 4 0,-4 12 0,4-8 0,-3 9 0,6-12-243,-2 10 243,2-8 0,-2 8-233,3-11 233,1 0 0,0 0 0,-3 13 0,3-9 0,-2 10 0,1-11 0,2 1 0,0-1 0,1 1 0,0 0 0,1-1 0,0 0 0,2 0 0,1 0 0,1-1 0,0 0 0,2-1 0,4 9 0,-1-9 0,3 6 0,-1-10 0,4 7 0,2 1 0,1 2 0,3 3 0,0 0 0,-5-9 0,6 7 0,-8-8 0,2-1 0,0 1 0,1-2 0,1 0 0,1-1 0,0 0 0,2-1 0,0-1 0,1-2 0,2 0 0,-2-2 0,0-1 0,5 4 0,-1-1-894,16 6 894,-12-7 0,1-1 0,15 4 0,-10-5 0,-11-6 0,0 0 0,11 1 0,-8-3 0,1-1 0,15 2 0,-3-3 0,0 1 0,-14-4 0,-1 0-267,9 0 0,0 1 267,-7-2 0,-2-1 0,2 0 0,0-1 0,2 1 0,0-1 0,1-1 0,1-1 0,0 0 0,3 0 0,-2-1 0,3-2 0,-1 1 0,6-2 0,2 0 0,3-2 0,5-1 0,-4 0-1025,-2-1 1,-3 1 1024,-4 1 0,1-1 0,-3 0 0,3-1 0,-2 0-184,0 0 1,0 0 183,-1-1 0,0-1 0,-1 0 0,-1-1 0,-1 0 0,1-1 0,-3 0 0,0-1 0,-1 0 0,4-2 0,1-4 0,-3-2 0,4-7 0,2-3 0,-2 1 0,-5 3 0,-5 4 0,-3 1 0,1-2 0,2-2 0,2-2 0,2-3 0,-3 0 0,-5 2 0,-2-9 0,-6 1 0,-1 1 0,-1 6 0,0 1 0,-1-2 0,2-9 0,0-3 0,-2-1 0,-2 11 0,-2-2 0,0 1 0,0 1 0,0-2 0,0 1 0,0-2 0,-1 3 0,0-2 0,0 1 0,-1 2 0,0 1 0,0 3 0,-1-2 0,-1-9 0,0-3 0,0 3 0,-1-5 0,-1-1 0,-2 7 0,-1-4 0,-1 0 0,-1 4 0,-2 5 0,-2 3 0,1 0 0,-2-7 0,1-1 0,-4 4 0,-3 7 0,-2 2 0,1 4 0,0 3 0,-1 2 0,-7-5 0,0 2 0,-12-3 0,12 11 0,-2 1 0,-12-6 0,13 9 0,2 1 0,-11 2 0,1 3 0,-1 2 0,-1 3 0,-1 0 0</inkml:trace>
  <inkml:trace contextRef="#ctx0" brushRef="#br0" timeOffset="82078">3481 13320 5734,'-1'-10'0,"0"-1"0,0 5 0,-1-3 0,1 4 0,-1 0 0,1 2 0,0 0 0,-2 0 0,0 0 0,0 2 0,-1-1 0,-1-1 0,0 1 0,0-1 0,-3 0 0,0 0 0,-1-1 0,2 2 0,-5 0 0,1 1 0,-16-1 0,4 1 0,-6 0-300,6 0 300,4 1 0,2 0 0,-3 0 0,1 0 0,-1 1 0,-9 0 0,7 0 0,-7-1 0,8 1 0,-9-1 0,5 0 0,-9 1 0,9-1 0,0 1 0,-8 0-431,6-1 1,0 1 430,-4 0 0,-2 0-281,0 0 281,-1 1 0,-1 0-957,-1 1 957,0 1 0,-1 0 0,11 0 0,0 1 0,-15 1 0,7 0 0,-1 1 0,-5 0-509,14-2 1,0 0 508,-8 3 0,-2-1 18,0 2-18,0-1 0,-2 2 0,10-2 0,0 0 0,-16 6 0,6-1 0,0 0 0,15-5 0,1 1-392,-8 2 1,1 1 391,-12 6 0,13-4 0,-1 1 0,8-4 0,0 1 0,-7 4 0,1 0 0,-10 7 0,1 1 236,5-2 0,-3 3-236,7-3 0,-2 1 0,2 0 0,-10 6 0,1 0-287,7-3 0,-1 1 0,5-3 287,-5 9 0,6-5 0,2 1-223,-3 6 223,10-11 0,0 0 0,-3 11 869,2 1-869,7-8 0,-1 5 0,2 0 0,0 4 0,0 1-444,1-4 1,-1 3 0,2-4 443,3 2 0,2-4 0,0 16 96,3-14 1,0 0-97,0-7 0,1 0-30,0 8 1,2-1 29,2 12 0,1 1 0,2-1 0,1 0 0,1-2 0,3 0 0,0 0 0,4-1 0,-5-12 0,1 1 0,-2-9 0,-1 1 0,5 6 0,1 0 0,8 9 0,-5-11 0,1-1 0,-6-6 0,2-1 0,5 6 0,0-1 0,12 6 0,3-1 0,2-3 0,-9-9 0,2 0 0,-7-5 0,1 0-307,8 3 0,1-2 307,-8-4 0,0-2 0,-2 1 0,5-2 0,7 0 0,7 0 0,4 0 0,-3-2 0,-7-1 0,-1-2 0,0 0 0,3 1 0,-2 0 0,2 1 0,0 0 0,0-1 0,-3-1 0,10-2 0,-3-1 0,-5-1 0,-4-1 0,0-1 0,-2-1 0,2-1 0,-2 0 0,6-2 0,0 0 0,-6 1 0,2-2 0,-2 1 0,1-2 0,0-1 0,-4 1 0,2-1 0,4-3 0,-2-1 0,3-2 0,2-2 0,-1 0 0,-3 2 0,6-2 0,-2 2 0,2-4 0,-3 1 0,5-3 0,0-1 0,-4 2 0,-6 2 0,1-2 0,-4 0 0,-4 3 0,2-1 0,-2 0 0,1-3 0,-2 1 0,-1-2 0,1-1 0,-2 0 0,0-2 0,-2 0 0,0-3 0,-2 0 0,3-5 0,-1-2 0,-3 4 0,0-2 0,-2 2 0,-1-7 0,-2-1 0,-2 0 0,-1-4 0,-2 1 0,-2 10 0,-1 1 0,0-4 0,-1-7 0,-1-5 0,-1-1 0,0 5 0,-3 6 0,-1 4 0,0-3 0,-1 3 0,0-2 0,-1 0 0,-1 0 0,-5-9 0,-3 0 0,0 2 0,1 10 0,1 3 0,-2-2 0,-4-8 0,-2-1 0,0 4 0,-4 1 0,-3 3 0,0 6 0,-4 0 0,1 2 0,-3-3 0,-5 2 0,2 8 0,-9-1 0,-2 1 0,1 1 0,7 4 0,-7-2 0,1 2 0,2 3 0,-5-2 0,2 2 0,8 5 0,-9 5 0,3 4 0,6 0 0,5 0 0,2-2 0</inkml:trace>
  <inkml:trace contextRef="#ctx0" brushRef="#br0" timeOffset="86546">16295 2943 5734,'-8'-1'0,"0"-1"0,2 0 0,0 1 0,-1 0 0,1 0 0,0-1 0,-11 0 0,7-1 0,-8 0 0,9 0 0,-5 0 0,2 0 0,-3-1 0,3 0 0,-7-2 0,3 1 0,-8-3 0,-7 0 0,4 1-1003,-13-1 1003,6 3 0,6 1 0,-2 0 0,-17-3-909,14 3 1,-1-1 908,8 2 0,1 0 0,-2 0 0,0-1-369,-1 1 1,-2-1 368,-15-1 0,-1-1 0,10 2 0,-1 0-591,5 1 0,-2 0 0,2-1 591,-4 1 0,-1 0 0,1 0 0,-2 1 0,0-1 0,-4 0 0,-5 0 0,7 1 0,-8-1 0,-3 1 0,0-1 0,4 1-101,-2-1 0,3 0 0,0 0 0,-2 1 101,5-1 0,-2 1 0,-1-1 0,2 1 0,2 0 0,1-1 0,1 0 0,2 1 0,4-1 0,-5 0 0,3-1 0,0 1 0,1 0 0,1-1 0,-2 0 0,5 0 0,-2 0 0,1 0 0,-5-1 0,1 1 0,-10-2 0,-2-1 0,9 2 0,-2 0 0,3 0 0,-1 0 0,1 0 0,-1 1 0,-2-1 0,3 1 0,6 1 0,1 0 0,-15 0 0,-1 0 0,10 1 0,0 0 0,4 1 0,-1-1 0,2 1 0,-5 0 0,2 0 0,-2 1 0,0 0 0,0-1 0,-1 1 0,1 0 0,0-1 0,-1 1 0,1 0 0,1-1 0,-2 0 0,4 1 0,-1-1 0,1 0 0,-5 0 0,0 0 0,7 0 0,-2 0 0,2 0 0,-1 0 0,1-1 0,1 1 0,0 0 0,0 0 0,0-1 0,1 1 0,0 0 0,1-1 0,-1 1 0,-10-1 0,-1 0 0,11 0 0,-1 0 0,-2 0 0,-2 1 0,3-1 0,3 0 0,1 0 0,-6 0 0,-4 0 0,2 0 0,-2 1 0,1-1 0,-3 1 0,-1 0 0,5 1 0,-2-1 0,2 0 0,-6 3 0,5 0 0,-7 1 0,7 1 0,-1 0 0,-6 2 0,16-2 0,0 0 0,-12 1 0,3 0 0,11-1 0,0 0 0,-10 1 224,-9 3-224,18-3 1573,4-1-1573,-3 1 0,8-2 0,-3 0 1550,10-1-1550,2-1 1412,1-1-1412,0 1 975,2-1-975,-4 0 0,5 0 0,-3 0 0,3 0 0,0 0 0,0 0 0,0 0 0,-1 0 0,-3 1 0,1-1 0,-6 2 0,3 0 0,-4 1 0,-5 1 0,5-1 0,-9 2 0,-1 1 0,-12 1 0,7-1 0,-4 1 0,10-3 0,6-1 0,-3 0 0,6 0 0,-2 0 0,5 1 0,-2-1 0,7 0 0,0-2 0,1 1 0,1-1 0,-2 1 0,4-1 0,-3 0 0,4 0 0,0-1 0,-1 1 0,1 0 0,-2 0 0,1 1 0,-2 1 0,1 0 0,-3 3 0,1 1 0,-1 2 0,1 0 0,0 1 0,0 1 0,-3 8 0,1-4 0,-1 5 0,3-7 0,0 2 0,1-1 0,0 1 0,0 1 0,0 0 0,0 0 0,0 1 0,-3 9 0,3-4 0,-2 7 0,-1 5 0,2-7 0,0 3 0,0 2 0,0 3-403,1-1 0,1 0 403,1 0-1030,-2 12 1030,4-14 0,-1 15 0,2-11 0,0-5 0,0 0 0,2 4 0,1 11 0,-1-14-114,2 14 114,-2-21 0,0 0 0,1 7 0,-1 0-147,1-8 1,-1 0 146,1 6 0,-1-2-123,2 5 123,-1 8 0,-1-14 0,1 9 0,-2-10 557,1 6-557,-1-11 0,1-1 116,0 0-116,0 8 0,1-6 52,0 6-52,0-9 0,0 8 0,0-7 0,1 5 0,-2-9 834,1 5-834,-2-6 458,2 4-458,-1-8 0,-1 1 0,2-2 300,-2 5-300,1-5 49,0 4-49,-1-6 0,1 1 0,1 6 0,0-5 0,-1 3 0,1-6 0,-2-4 0,0 3 0,0-2 0,-1 1 0,0-2 0,0 1 0,2 5 0,-2-2 0,2 3 0,-2-3 0,0 4 0,0-2 0,0 2 0,0-2 0,2 0 0,-1-1 0,1 2 0,0-5 0,-1 1 0,0-3 0,-1-1 0,0 0 0,1 0 0,0 0 0,2 1 0,-2-2 0,3 3 0,-2-3 0,3 2 0,-3-2 0,6 1 0,-3-1 0,4 1 0,1-1 0,11-2 0,1 0 0,4-1 0,-7-1 0,-4 1 0,1 0 0,2-1 0,1 0 0,1-1-286,2 0 286,0 1 0,1 0 0,19 0 0,-15 2-634,15 0 634,-21 1 0,11 0 0,-7 0 0,20 0 0,-15 0-781,9 0 781,-9 0 0,1-1 0,2-1 0,0 0 0,1 1 0,-9-1 0,0 1 0,14-2 0,-6 1 0,0 0 0,6 0 0,-14 1 0,0 0 0,1 0 0,-2 0 0,13 0 0,10 0 0,-15 1 0,14-1 0,-11 0 0,-6 0 0,2 0-1,-5 0 1,2-1 0,5 0 0,4 0 0,-2 0 0,-2 0 0,-1 0-652,15-1 1,-4-1 651,-4 2 0,-10 1 0,0 0 0,16 0 0,-6 0 0,-1 1 0,8 1 0,-7-1 0,0 1 0,8 0 0,-16 0 0,5 0 0,-4 0 0,-6 0 0,1 0 0,7 0 0,3 0 0,-3 0 0,-8 0 0,-1 0 0,10 0 0,-1 0 0,-9 0 0,-1-1 0,11 2 0,1-1 0,-10 0 0,1 0 0,7 1 0,0 0 0,12 1-82,-1-1 82,0 1 0,-14-2 0,2 0 0,-9 0 0,0-1-245,8 1 0,-1 0 245,13-1 0,-12 1 0,0-1 0,-8 0 0,1 1 0,7-1 0,0 0 0,12 0 0,-12 0 0,0-1 0,16 0 0,-18 1 0,2-1 0,-2 1 0,0 0 0,3 0 0,-1 1 0,0-1 0,0 0 0,-1 1 0,-3 0 0,13 0-341,-1 1 341,-10 0 0,-1-1 0,17 2 67,-16-1 1,-1 0-68,11 0 0,-2 0 211,2 0-211,-14-1 0,4-1 0,17 1 0,1-1 0,-14 0 0,0 0 313,11 0 0,-2-1-313,-16 0 0,-3 1-449,14 0 449,-14-1 0,0 1 0,8 1 0,0-1 655,-2 0-655,0 0 0,-1 1 0,12 0 0,-9 0 0,-4 0 0,-1-1 0,6-1 0,10 0 0,-13 0 0,15-2 0,-11 1 0,13-2 0,-14 2 0,1-1 0,1 0 0,-9 0 0,0 0 0,13-1 0,-3 1 0,7-2 0,-5 1 0,-13 2 0,0-1-344,8 0 1,3-1 0,-5 1 343,3 0-247,-9 1 0,-1 0 247,13-1-25,10 0 25,-15 0 0,14 0 0,-12 0 0,0 0 0,0 1 0,1 0 0,-8 0 0,-2 1 0,2 0 504,0 0-504,13-1 0,-9 1 204,-4 0 0,0 0-204,5 0 0,9-1 495,-14 1-495,0 1 940,-3 0-940,9 0 0,-10 0-271,7 1 271,-12 0 0,0 0 1128,-2-1-1128,-1 0 751,-1 0-751,0-1 0,-2 1 0,0 0 334,1 0-334,-3 0 0,1 0 0,-4 0 0,-1-1 0,-2 1 0,-3 0 0,-4-2 0,-1 2 0,-3-3 0,3 3 0,-1 0 0,0 0 0,0 0 0,0 0 0,0 0 0,1 0 0,-2 1 0,2-1 0,-1-1 0,2 1 0,1-1 0,0-1 0,1-1 0,-1-3 0,1 0 0,-1-2 0,0 0 0,0-2 0,-1-2 0,-1-9 0,1 2 0,-4-21 0,3 11-1028,-4-12 1028,3 7-1198,-2-4 1198,-1-5 0,0-2 0,4 21 0,0-2-179,-2-9 0,-1-7 179,0 4 0,-1-7 0,0 0 0,1 4-846,0 3 1,1 3 0,-1-2 845,0-4 0,-1-3 0,0 1 0,0 4 0,-3-6 0,0 4-307,3 8 0,-1 0 307,-3-9 0,-1 0 0,4 14 0,0 0 0,-4-11 0,-1 0 0,4 9 0,0 1 0,-2-9 0,-1 1 0,6 13 0,-1 0 0,-3-15 0,0 1 0,4 14 0,0 1 0,-2-11 0,0 2 837,2 5-837,1 2 1596,1 4-1596,1 3 767,1 2-767,1 2 1713,0 3-1713,0 0 602,1 4-602,-1-1 219,1 4-219,0 1 0,1 4 0,0 3 0,1 5 0,-1 0 0,3 2 0,-2-4 0,0 0 0,0 1 0,-1 3 0,-2-1 0,-4 3 0,-4-2 0,-4 1 0,-2-2 0</inkml:trace>
  <inkml:trace contextRef="#ctx0" brushRef="#br0" timeOffset="93090">22048 2402 5734,'-32'-10'0,"0"-1"0,1 1 0,0-1 0,0 1 0,1 1-1639,-7-2 1,1 1 963,-2-1 1,-1 0 120,-1 1 0,-1-1 554,-1 1 0,0-1 0,0 1 0,-2 0 0,2 1 0,-3 0 0,3 0 0,8 2 0,2 1 0,-2 0 0,-10-2 0,-1 0 0,2 0 0,-2 1 0,-1 1 0,5 0 0,-2 0 0,-1 1 0,0 0 0,0 0 0,-2 0 0,6 0 0,-1 1 0,-2-1 0,-1 1 0,4 1 0,-2 0 0,0 0 0,1 1 0,2-1 0,-8 0 0,3 1 0,-3 0 0,8 0 0,-2 1 0,-2 0 0,3 0 0,4 1 0,1 0 0,5 0 0,-2 1 0,-9-1 0,-3 2 0,3-1 0,-3 1 0,1 0 0,0 0 0,1 1 0,0 1 0,-1-1 0,1 1 0,1-1 0,0 2 0,0 0 0,1-1 0,-2 1 0,9 0 0,-4 1 0,-1 0 0,1 0 0,-3 1 0,1 0 0,-2 0 0,6-1 0,-1 1 0,0 0 0,1 0 0,-6 2 0,1 1 0,4-1 0,3 0 0,2-1 0,-9 3 0,0 0 0,3 1 0,2-1 0,9-2 0,-1 0 0,-16 8 0,0 1 0,19-7 0,0 0 0,-8 4 0,2 0 0,-13 7 0,13-4 0,-2 0 0,9-4 0,-1 1 0,-7 4 0,0 1 0,10-5 0,0 0 0,-10 8 0,1 0 0,7-4 0,0-1 0,-7 7 0,1 0 0,8-7 0,2 0 0,0 0 0,0 1 0,0-1 0,1 1 0,-7 8 0,2 0 0,5-7 0,1 0 0,-4 6 0,1 0 0,3-3 0,1 2 0,-1 7 0,1 2 0,2-6 0,1-1 0,1 5 0,3 1 0,4-6 0,2-1 0,2 16 0,0-13 0,2-1 0,6 13 0,2 1 0,3 1 0,3-1 0,2 1 192,5-2-192,2 0 0,-2-11 0,1-1 0,-4-6 0,1-1 0,6 8 0,2-2 82,-7-7 1,0-2-83,2 0 0,1 0 0,0 0 0,2 0 0,12 8 0,2 0 0,-9-6 0,1 0-119,-4-3 0,0 1 0,0-1 119,3 1 0,0 0 0,0 0 0,1 1 0,0-2 0,2 1 0,-2-1 0,2 1 0,0-1 0,5 2 0,1 1 0,-5-4 0,2 1 0,-1-1 0,4 1 0,-1-1 0,2-1 0,1 1 0,1-2 0,0 0 0,1 0 0,0-1 0,2-1 0,0 0 0,-15-4 0,0-1 0,1 0 0,-1-1 0,1 1 0,0-1 0,-1 0 0,1-1 0,2 1 0,0 0 0,3-1 0,0 1 0,-2-1 0,3 0 0,-2 1 0,1-1 0,-1 0 0,1 0 0,1-1 0,-4 1 0,1-1 0,-3-1 0,1 0 0,0 1 0,0-1 0,0 0 0,-1 0 0,0 0 0,1 0 0,13 0 0,2 1 0,-2-1 0,-9-1 0,-3 0 0,3 0 0,7 1 0,1-1 0,6-1 0,-11-1 0,5-1 0,3-1 0,-1 0 0,0 0 0,-4 0 0,3-1 0,-2 1 0,-1-1 0,4-1 0,-4 2 0,4-1 0,2 0 0,-1 1 0,-1-2 0,-4 1 0,3-2 0,-1-1 0,-4 0 0,-2 1 0,-5 0 0,-4 0 0,2 0 0,8-1 0,1 0 0,0-1 0,-3 0 0,0 0 0,-2 0 0,5-1 0,0-1 0,-7 2 0,1-1 0,-2 0 0,0 1 0,-1-2 0,10-4 0,5-3 0,-5 2 0,-5 1 0,-1-1 0,5-1 0,3-2 0,-6 1 0,-12 3 0,-4-1 0,3 0 0,-1-1 0,-1-1 0,1-1 0,-2 0 0,2-2 0,8-10 0,-1-1 0,-8 5 0,0 0 0,6-9 0,-1-1 0,-10 8 0,-1-1 0,3-15 0,0-2 0,-6 10 0,-1-2 0,-2 5 0,-1-3 0,-1 2 0,-1-4 0,-2-2 0,-3 2 0,-1-3 0,0 1 0,-1-5 0,-2-1 0,0 7 0,0-1 0,-3-1 0,-2 2 0,-2 0 0,-1 2 0,-2-6 0,-1 0 0,0 6 0,-1-1 0,0 2 0,-4-1 0,-2 1 0,-2 2 0,-2-1 0,0 2 0,-5-5 0,0 1 0,2 5 0,-2-2 0,2 3 0,-6-2 0,1 3 0,-1-1 0,-1 0 0,-1 2 0,-1-1 0,1 4 0,-2-2 0,1 3 0,7 4 0,2 2 0,-3-1 0,-7-5 0,-3 0 0,3 1 0,-4 0 0,2 1 0,-1-1 0,0 0 0,2 0 0,0 0 0</inkml:trace>
  <inkml:trace contextRef="#ctx0" brushRef="#br0" timeOffset="159614">15104 10436 5734,'-19'-8'0,"-1"-1"0,-3 0-402,-3 0 402,3 3 0,-5 0-1093,-3 1 1,-3 0 0,0 1 768,-10-2 1,0 0 323,4 2 0,-3 0 0,3 1 0,-3 0 0,2 2 0,-4-1 0,-1 1 0,13 0 0,0 1 0,0-1-459,-2 1 0,0 0 0,0 1 459,-2-1 0,0 1 0,-1 0-11,0 1 1,-1-1 0,0 1 10,-2 0 0,1 1 0,-1 0 0,-1 0 0,0 0 0,0 0 0,1 0 0,-1 1 0,-3 0 0,2 1 0,-4-1 0,0 1 0,0-1 0,7 0 0,1 0 0,-1-1 0,1 1 0,-1-1 0,1 1 0,-1 0 0,1-1 0,0 1 0,0-1 0,-6 1 0,0-1 0,1 0 0,0 0 0,0 0 0,0 0 0,1-1 0,2 1 0,-3-1 0,2 0 0,-1 0 0,2 1 0,-2-1 0,1 1 0,3 0 0,1-1 0,2 1 0,-1 0 0,-1 0 0,-1 1 0,-1-1 0,2 1 0,-1 0 0,1 0 0,-1 1 0,3-1 0,-3 0 0,1 0 0,3 1 0,1 0 0,3 0 0,-1 0 0,0 1 0,0 0 0,0 0 0,1 1 0,0-1 0,-1 2 0,-12 3 0,-2 1 0,2 0 0,9-3 0,2 0 0,-1 1 0,-9 2 0,-1 0 0,2 0 0,-1 1 0,2-1 0,5-1 0,-2-1 0,3 0 0,-4 0 0,0 1 0,-8 1 0,3-1 0,17-5 0,3-1 0,-21 4 0,7-3 0,-4-2 0,13-3 0,-3-1 0,17-1 660,0 0-660,6-1 2559,0-2-2559,7 1 2106,2-6-2106,5-1 409,2-4-409,0 3 0,1 0 0,-3 3 0,3-3 0,-2 3 0,3-6 0,-4 7 0,0-3 0,-1 5 0,-1 0 0,1 3 0,-2 1 0,0 2 0,-1 0 0,0 3 0,1 0 0,0 3 0,0 0 0,0 3 0,1 2 0,1 14 0,1-1-944,1 13 944,0-3 0,-2-6 0,0 2 0,-1-6 0,0 1-840,1 9 1,0 1 839,-1-9 0,0 0 0,-1 1 0,1 0 0,0 1 0,0 0 0,0 0 0,0 3 0,3 13 0,-1 1 0,0-11 0,0 2 0,0 2 0,1 5 0,0-3 0,-2-7 0,0 0 0,1-1 0,-1-1 0,0 1 0,0 1 0,1 4 0,0 1 0,0-3 0,-1-4 0,-1 0-772,3 8 1,-1 0 771,-2-13 0,-1-1 0,2 10 0,0 0-532,-2-9 0,1-2 532,0 8 0,0-1 509,1 6-509,-2-9 0,1-1 0,1 11 1216,2 6-1216,-3-20 0,-1-13 1710,-1 0-1710,-1-4 1795,0-4-1795,0 0 0,0-1 0,0-2 0,1 1 0,0-1 0,4 2 0,0 0 0,9 4 0,-4-3 0,7 2 0,-3-2 0,2 1 0,3-1-401,4 0 401,3-1 0,19 0 0,-16 0 0,4-1 0,1 0 0,5 1 0,1-2 0,0 1-681,1 1 0,0-1 0,-2 0 681,-2-1 0,0 0 0,-4-1 0,1 1 0,-1-1 0,1-1 0,4 0 0,-1 0 0,6 0 0,4-1 0,-7-1 0,5 0 0,1 0 0,-4 0-729,-3 0 1,-3 0 0,4-1 728,0 0 0,4-1 0,2 0 0,0 0 0,-1 0-221,-3 0 0,-1 0 0,1 0 0,-1 0 0,0 0 221,2 0 0,0 0 0,0 0 0,0 0 0,-1-1 0,1 1 0,0-1 0,0 1 0,-1 0 0,-2 0 0,0 0 0,-3 0 0,0 1 0,1-1 0,0 0 0,1 0 0,0 0 0,-1 1 0,1-1 0,-1 0 0,0 1 0,4-1 0,1 0 0,3 0 0,1-1 0,0 1 0,-3 0 0,1 0 0,-3 1 0,1-1 0,1 1 0,0-1 0,2 0 0,1 0 0,-1 1 0,-4 0 0,-2 0 0,-4 1 0,0-1 0,3 1 0,0 0 0,3-1 0,0 1 0,0-1 0,-3 1 0,0 0 0,-2 0 0,0 0 0,1 0 0,8 0 0,3-1 0,-1 1 0,-4 0 0,-3 0 0,-3 0 0,1 1 0,-1 0 0,1 0 0,1 0 0,-3 0 0,1 0 0,-3 1 0,2-1 0,9 0 0,0 0 0,-3 1 0,-1 0 0,-3 0 0,-1 0 0,-1 0 0,-4 0 0,1 1 0,7-1 0,0 0 0,-12 0 0,-1 0 0,5 0 0,0 0 0,15-3 0,-16 2 0,8-3 0,-22 1 0,1-2 0,-5-22 0,-8 13 0,1-20 0,-8 6 0,0 2 541,-3-13-541,0 3 0,-1 2 0,-1-1 0,1 6 0,-1-2-19,-2-13 1,-2-1 18,2 10 0,-1-3 0,0-1 0,-2-5 0,0-2 0,1 4-168,0 3 0,1 2 0,-1-3 168,1 6 0,0-4 0,-1-2 0,1 2 0,-1 1 0,0-2 0,0 1 0,0 1 0,1 1 0,-1-1 0,0 1 0,-1-1 0,1 4 0,0-3 0,-1 1 0,1 4 0,-5-12 0,0 5 0,0 1 0,0 2 0,0 4 0,-1 0 0,-5-6 0,-2 3 0,7 10 0,-1 1 0,-5-5 0,1 3 0,-5-1 0,-1 2 0</inkml:trace>
  <inkml:trace contextRef="#ctx0" brushRef="#br0" timeOffset="162354">16826 13434 5734,'-25'-14'0,"1"-1"0,-1 2 0,-2-1 0,0 1 0,-3-1-1093,-1 2 1,-2 0 0,1 1 41,-7-2 0,-1 0 1051,6 3 0,-4-1 0,0 1 0,3 1-178,-11-3 1,0 2 177,6 1 0,-2 0 0,1 1 0,-4 0 0,1 2 0,-2 0 0,0 0 0,0 2 0,0 0 0,-1 1 0,0 0 0,0 2 0,0 0 0,-1 1 0,1 1 0,1 1 0,0 0 0,0 2 0,0 0 0,3 0 0,-3 2 0,6 1 0,-3 2 0,3-1 0,-6 1 0,-1 3 0,9-3 0,-3 2 0,0 1 0,4-1 0,-8 4 0,1 1 0,5-2 0,-2 0 0,4 1 0,-3 2 0,3 0 0,-1 0 0,1 2 0,1 0 0,0 0 0,2 1 0,0 1 0,2-2 0,-2 3 0,2 3 0,-4 5 0,0 0 0,4-2 0,6-6 0,2-1 0,-2 3 0,-2 2 0,-4 6 0,0 0 0,1 0 0,6-5 0,-3 7 0,3 0 0,6-4 0,-2 2 0,0 1 0,3-2 0,-3 8 0,2 0 0,3-5 0,0 2 0,1 0 0,3 1 0,2 0 0,1 0 0,0 5 0,1 0 0,2-5 0,1 2 0,2-3 0,1 1 0,6 1 0,5 0 0,5 6 0,2 0 0,-1-5 0,-2-7 0,-1-3 0,3 3 0,3 6 0,2 4 0,1 0 0,3-6 0,6-3 0,3-5 0,-1-3 0,-5-3 0,-1-1 0,3-1 0,9 6 0,2 1 0,0-3 0,-8-7 0,0-2 0,0 0 0,2 0 0,0-1 0,1 0 0,2 0 0,1 0 0,-1-1 0,3 0 0,-1 0 0,2-1 0,0 1 0,1-2 0,3 1 0,-8-3 0,4 0 0,1 0 0,-1 0 0,-1-1 0,1-1 0,-1 1 0,-1-1 0,3 0 0,0-1 0,3 1 0,0 0 0,-1-1 0,-2-1 0,-1 0 0,-2-2 0,-1 0 0,4 0 0,4-1 0,2 0 0,2-1 0,-1 0 0,-2-1 0,0 1 0,-2 0 0,0-2 0,4 0 0,-7 0 0,3-1 0,3 0 0,0-1 0,-1 0 0,-1-1 0,-5 1 0,8-1 0,-4-1 0,-2-1 0,3 0 0,0 0 0,2-1 0,1 0 0,-2 0 0,-3-1 0,-4 0 0,-2 0 0,-1-1 0,2-1 0,0-1 0,2-2 0,0 0 0,0 0 0,-2 0 0,-1 0 0,-3 1 0,0-1 0,2-1 0,7-3 0,1-1 0,-1-1 0,-1-1 0,-7 0 0,-1 0 0,-1-1 0,-1-2 0,-2 0 0,-1-2 0,-1-1 0,0-1 0,3-7 0,1-3 0,-3-1 0,-2 1 0,-1-4 0,-3 1 0,-4-4 0,-7 0 0,-2-3 0,-3-1 0,-2 4 0,-2 3 0,-3 3 0,-1-2 0,-1 1 0,0-3 0,-1 1 0,-2 1 0,-1 0 0,-2 2 0,-1-1 0,-1 0 0,-1 0 0,-1 0 0,0 0 0,-2 1 0,-1 0 0,0 0 0,-1 1 0,-2 1 0,0 0 0,-1 1 0,-3-1 0,-1 3 0,-4-3 0,-1 2 0,1 2 0,-1-2 0,0 3 0,-7 0 0,4 7 0,-6-1 0,-4-2 0,-2 1 0,-2 2 0,2 1 0,0 4 0,1 3 0,-1 3 0,0 2 0,0 2 0,0-1 0,-1-2 0,3 0 0,-1-2 0,-1 0 0,0 0 0,1 2 0,0 1 0,2 2 0,-9 3 0,1 2 0,2 2 0,2 1 0,4 1 0,2 2 0,4 2 0,1-1 0,-14 3 0,0-1 0,4 1 0,0 0 0</inkml:trace>
  <inkml:trace contextRef="#ctx0" brushRef="#br0" timeOffset="165394">12124 12724 5734,'2'-7'0,"1"1"0,16-3 0,-1 1 0,11-2 0,10 0 0,-8 2-1202,10-2 1202,-14 4 0,8 2 286,-10 2-286,7 5 0,-18 1 0,1 5 0,-9 1 0,-4 3 0,-9 14 0,-12 11-1515,-4 3 1515,8-18 0,0 0 0,-11 13 0,0 1 0,0 1 0,1-1 0,10-12 0,0-1 0,-4 11 0,-2 7 205,13-19-205,3-2 0,3-3 0,13 4 0,0-11 0,10 1 0,-4-13 0,13-8 0,-7-1 0,9-4 0,-10-3 0,-6 4 1555,-1-4-1555,-9 6 0,-2-1 0,-2 0 0</inkml:trace>
  <inkml:trace contextRef="#ctx0" brushRef="#br0" timeOffset="165789">12834 12681 5734,'2'12'0,"1"2"0,-1-1 0,5 14 0,-2-4 0,3 11 0,0 3 0,-2-13 0,0 0-820,1 10 1,0 0 819,3 4 0,-6-13 384,-1-2-384,-1 2 0,-3-7 0,-2 1 0,-2-11 0,-2-3 0,-2-5 0,0-3 0</inkml:trace>
  <inkml:trace contextRef="#ctx0" brushRef="#br0" timeOffset="165952">12573 12694 5734,'1'-11'0,"10"-1"0,4 4 0,12-2 0,-5 3 0,2-1-2935,17-5 2935,-11 4 0,1-1 0,6-1 0,-1 1 0,-7 2 0,1 0 0,10-2 0,-1 1 0,-9 3 0,0 1 0,0 0 0,0 0 0</inkml:trace>
  <inkml:trace contextRef="#ctx0" brushRef="#br0" timeOffset="167185">15565 12494 5734,'-3'10'0,"1"4"0,1 5 0,4 8 0,0 3 0,1 10-1412,0 2 1,1 2 1411,0 0 0,-1-7 0,-1 0 320,1 4-320,-2-10 0,0 0 0,1-1 0,1 5 0,-2-16 0,-2-4 0,1-4 0,-2-1 0,0-7 2118,-2-4-2118,-1-8 0,-1-5 0,0-6-222,1-5 222,0-5 0,2 3 0,0-2 0,1-19-556,1 14 1,0-1 555,1 8 0,1 0-735,-1-1 0,2 0 735,-1 0 0,1 0 0,3-10 0,1-1 0,-1 11 0,0 1 0,2-8 0,0 2 0,5-7 0,0 12 0,0 1 0,4-3-264,-1 7 1,0 5 263,0 10 410,5 6-410,-2 12 0,-5 2 0,4 17 0,-11-7 0,-6 24-25,-6-14 25,-7 11 0,-2-11 0,-3-3 0,-2 1 0,-6 6 0,4-7 0,0-3 0,-2-3 0,0-3 1040,3-3-1040,1-4 643,2-4-643,0-1 0,6-5 0,0-2 1156,8-2-1156,4-1 491,4 0-491,4 0 0,4 0 0,16 2 0,-3 3-766,10 2 766,-6 2 0,-1 1 0,2 1 0,0 0 0,1 2 0,-9-4 0,0 0 0,13 4 0,-6-2 0,1-1 0,4 0 0,9 0 0,-4-5 0,-10-4 0,6-1 0,-13-3 0,20-17 0,-20 8 0,14-13 0,-25 10-276,-1-1 276,-1-3 0,-2-1 0,-1-2 0,1-11 0,-5 8 0,2-7 0,-3 14 0,-3-15 0,-1 18 0,-2-9 0,0 23 0,-1 2 0,-1 5 0,-4 14 0,2 1 99,-2 12-99,5-2 0,1 16 0,3-10-674,2 11 674,3-16 0,7 9 0,0-12 0,5 3-466,8-13 466,-4-10 0,8-5 0,-5-12 0,10-20 0,-8 2-548,-9 7 1,-2-1 547,3-14 0,-11 7 0,-2 0 0,-1-18 0,-5 16 0,-1 1 0,-9-12 0,-6 2 0,-6 16 0,-8-2 0,0 6 0,1 4 0,-2 3 0,0-4 0,-3-1 0,3 8 0,1 13 0,5 6 98,2 5-98,1 8 532,21-2-532,7 2 0,9 0 0,5 0 0</inkml:trace>
  <inkml:trace contextRef="#ctx0" brushRef="#br0" timeOffset="167440">16869 12416 5734,'4'-25'0,"-3"11"0,-11 2 0,-15 45 0,9-10 0,1 4-1297,-1 4 1,2 1 1296,3 0 0,4 0 0,4 3 0,3 0 0,1-9 0,2 1 0,3 8 0,2-2 80,13 10-80,0-16 0,4-3 0,-5-6 0,1-1-640,9 3 0,0-3 640,-7-8 0,2-3 0,7-4 0,4-4 0,-4-1 0,-4 1 0,-2-2 0,20-5 0,-4-4 0,-16-16-354,-14 6 354,-8-6 372,-16 11 1,-10 1 0,-6 1 0</inkml:trace>
  <inkml:trace contextRef="#ctx0" brushRef="#br0" timeOffset="187570">21433 14276 5734,'-7'-4'0,"2"-1"0,3 3 0,2 0 0,0 0 0,1 0 0,0 1 0,1 0 0,-1 0 0,1 2 0,-1 0 0,1 0 0,-4 2 0,2-4 0,-3 2 0,2-2 0,0 0 0,1-1 0,-2-1 0,2-1 0,-1 0 0,0-1 0</inkml:trace>
  <inkml:trace contextRef="#ctx0" brushRef="#br0" timeOffset="190902">19780 13261 5734,'-10'15'0,"-5"10"0,3-6 0,-6 9 0,-3 6 0,3-7 0,-1 8 0,-2 1-3277,-1 4 3198,5-7 1,-1 1 78,3-5 0,0-1 0,4-6 0,0 1 0,-3 5 0,-2 3-189,-2 2 1,-1 4 0,1-3 188,0-1 0,0-1 0,0 1 0,-1 3 0,2-6 0,-7 7 0,9-16 657,1-4-657,3-2 0,1-2 0,2-2 0,1-1 1563,-1 3-1563,3-6 1539,0 3-1539,4-8 240,-1-1-240,1 0 0,0-4 0,2 0 0,1-5 0,3-1 0,0-1 0</inkml:trace>
  <inkml:trace contextRef="#ctx0" brushRef="#br0" timeOffset="191479">19946 13379 5734,'-14'29'0,"-6"12"0,-1 3 0,9-19 0,0 0-1093,-3 6 1,-1 3 0,1-3 729,3-8 0,0 0 363,-7 13 0,0 0 0,5-8 0,-1 0 0,-4 9 0,0 0 0,5-10 0,1-1-312,0 1 0,0-1 312,0 1 0,1-1 0,-1 0 0,1 0 0,0-1 0,1 1 0,-5 9 0,1-1 0,4-9 0,1 0 0,-4 7 0,1-2 160,-2 8-160,-1-4 0,2-2-425,1-3 425,2-4 1315,1-5-1315,2-2 1499,1-4-1499,2-3 1061,0-2-1061,1-2 733,2-4-733,0-3 284,1-4-284,0-2 0,1-3 0,2-17 0,0 6 0,3-14 0,-1 12 0</inkml:trace>
  <inkml:trace contextRef="#ctx0" brushRef="#br0" timeOffset="192008">20134 13171 5734,'-12'28'0,"1"1"0,2-2-1435,2-4 0,0 2 1435,-4 17 0,3-14 0,-1 3 0,-1 5 0,-1 0 0,2-7 0,-1 1 0,-2 11 0,-1-1 0,2-9 0,0-1 0,-1 1 0,0 2 0,-1-2 0,-1 7 0,-2-1-746,3-3 0,-2 1 0,1-2 746,-2 4 0,1-1 0,-1 1 0,-1 1-313,1-1 0,0 1 313,0-1 0,-1-1 0,2-2 0,-1 2 0,-3 7 0,-2 3 0,2-4 0,4-7 0,0-1 0,-2 3 0,-1 4 0,4-9 0,2-1 0,-1 2 0,5-13 513,0 2-513,5-13 1825,2-6-1825,14-28 0,-5 7 0,10-22 0</inkml:trace>
  <inkml:trace contextRef="#ctx0" brushRef="#br0" timeOffset="192575">20346 13265 5734,'-14'40'0,"-1"-1"0,1-1 0,2-4 0,-1 7-1513,-1 2 1513,3-8 0,1 1-1069,0-7 1,1 0 1068,-3 10 0,0 0 0,2-9 0,1-1 0,0-1 0,-1 4 0,-1-1 0,-2 5 0,0 1 0,0-2 0,1-1 0,0-1 0,0 1-392,-1 1 0,0 2 0,0-1 0,1-4 392,-3 9 0,2-6 0,4-11 0,0-1-516,-7 21 516,0-1 0,1-4 0,5-12 0,-1 0 0,-5 13 0,5-14 0,1 0 0,-2-1 0,1-1 0,-5 13 0,4-14 0,1 0 0,-3 5 0,1-1 0,1-4 1057,2-3-1057,2-4 2588,2-3-2588,1-2 1235,0-3-1235,1-2 636,0-2-636,1-3 54,1-4 1,2-4-1,2-2 1</inkml:trace>
  <inkml:trace contextRef="#ctx0" brushRef="#br0" timeOffset="193266">20470 13428 5734,'-12'18'0,"3"-4"0,-5 10-757,5-6 757,-1 2 0,0 3 0,0 1 0,0 3 0,-6 15 0,4-8 0,1-5 0,1 0 0,-2 5 0,-2 10 0,1-4 0,4-12 0,-1 7 0,5-15 0,-1 6 0,1-8 0,0 3 245,2-10-245,0 0 126,1-4-126,-1 0 0,3-5 0,-1 0 96,0-9 1,1 1-1,0-7 1</inkml:trace>
  <inkml:trace contextRef="#ctx0" brushRef="#br0" timeOffset="193636">20614 13379 5734,'-19'29'0,"1"2"0,5-5-1913,-1 4 1913,0 4 0,-1 1 0,0 3 0,4-9 0,0 0 0,3-7 0,-1 2 0,-2 7 0,-1 3 0,1-3 0,2-5 0,1-1 0,-5 13 0,0 0 0,5-9 0,2-3 0,-5 13 0,5-14 0,0-2 0,-1 6-255,0 6 255,2-10 494,0 2-494,2-10 0,2-7 0,0 0 933,3-7-933,0-3 0,3-4 0,0-2 0</inkml:trace>
  <inkml:trace contextRef="#ctx0" brushRef="#br0" timeOffset="193990">20722 13637 5734,'-15'37'0,"-1"1"0,-2 1-1378,0 0 1378,0 1-1365,-1 0 1365,1 0 0,-1 0 0,2 1 0,0 0 0,1-1 0,1-1 608,1-2-608,3-6 0,2 0 0,-4 10-247,6-16 0,2-2 247,2-8 0,7-16 0,0-2 0</inkml:trace>
  <inkml:trace contextRef="#ctx0" brushRef="#br0" timeOffset="194366">20838 13825 5734,'-18'41'0,"1"-2"0,4-8-1992,-2 0 1992,0 3 0,0-1 0,1 0 0,-1 1 0,1 0 0,-1-1 0,5-9 0,0-1 0,-6 12 0,-3 9 0,6-18 0,3-2 350,0-4-350,3-3 0,1-2 384,2-2-384,0 0 0,1-5 0,1-3 1026,2-5-1026,1-5 58,3-5 0,0-2 0,1-4 0</inkml:trace>
  <inkml:trace contextRef="#ctx0" brushRef="#br0" timeOffset="194771">20892 13889 5734,'-10'24'0,"-3"7"0,-3 6 0,0 3 0,5-15 0,1 0-1494,-6 13 1,1-1 1493,0-1 0,4-8 0,0 0 0,-7 16 0,3-6 0,0 0 0,6-14 0,0-2 0,-3 8 0,1-1 0,-5 12-284,1-5 1,1 1 283,4-13 0,1-1 0,-5 13 0,0-1 0,0 1 0,2-4 201,1-2-201,2-4 0,1-4 0,1 0 0,2-9 1296,1 1-1296,4-9 1299,1-4-1299,2-4 758,0-4-758,2-4 0,6-12 0,-2 3 0,4-10 0</inkml:trace>
  <inkml:trace contextRef="#ctx0" brushRef="#br0" timeOffset="195193">20972 14152 5734,'-11'31'0,"-1"0"0,1 0 0,-5 12 0,1-4 0,0-1-2604,0 1 2604,-1 1 0,4-12 0,-1 1 0,-7 15 0,7-17 0,0 2 0,0-2 0,0-2 0,-6 14 0,7-16 0,1 0 0,-3 5 785,2-4-785,2-3 0,1-4 422,1 2-422,3-9 0,1 3 0,3-10 1397,1-1-1397,4-8 0,0 0 0,3-6 0,0 2 0,1-2 0</inkml:trace>
  <inkml:trace contextRef="#ctx0" brushRef="#br0" timeOffset="195914">20298 14571 5734,'-8'29'0,"0"-1"0,1-2 0,0-2 0,-3 4-1187,2-1 1187,-1-1 0,1-1-55,0-2 55,1-2 0,0-2 0,0 4 0,2-6 296,0 2-296,0-10 0,-2 1 0,1-5 590,0 0-590,1-5 356,1-2-356,0-2 0,0-2 0,1-1 0</inkml:trace>
  <inkml:trace contextRef="#ctx0" brushRef="#br0" timeOffset="205985">12866 15225 5734,'6'5'0,"0"-1"0,-1-2 0,-1-1 0,0 1 0,-2-1 0,-1 0 0,0 0 0,-5-3 0,0-1 0,-3-2 0</inkml:trace>
  <inkml:trace contextRef="#ctx0" brushRef="#br0" timeOffset="208567">20262 14309 5734,'-4'-1'0,"1"0"0,3 1 0,2-2 0,-2 2 0,2-3 0,-2 1 0,0 1 0,1-2 0,1 2 0,0 0 0,0 0 0,-1 0 0,0 1 0,1 0 0,-1 0 0,-1 3 0,0-3 0,-2 3 0,6-7 0,0 0 0,5-2 0,0 1 0,10-1 0,-1-1 0,7-1 0</inkml:trace>
  <inkml:trace contextRef="#ctx0" brushRef="#br0" timeOffset="209104">21663 14526 5734,'4'-2'0,"1"0"0,-4 0 0,0 1 0,1-2 0,-1 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6-29T01:54:33.8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5873 10414 5734,'-38'8'0,"1"0"0,-3 0 0,5-1 0,3-1 0,11-3 0,-8 3 0,13-3 0,-10 2 0,19-4 0,-2 0 0,6 0 0,0-1 0,2 0 0,-2 0 0,2 0 0,-1 1 0,1-1 0,-2 0 0,1 0 0,-1 0 0,0 0 0,0 1 0,-1-1 0,1 0 0,-1 0 0,0 0 0,2 0 0,-5 0 0,3 0 0,-1 0 0,2 0 0,1 0 0,0-1 0,0 1 0,-2-1 0,2 1 0,-3 1 0,2 1 0,1 0 0,-1 2 0,2-1 0,-2 0 0,1 1 0,-2 1 0,2 0 0,0 0 0,1-3 0,-1 1 0,1-1 0,0 2 0,-2-1 0,2 1 0,-2-2 0,1 2 0,-1-2 0,-1 3 0,1-2 0,-1 0 0,-1 1 0,1-2 0,-1 2 0,-2 0 0,4-1 0,-6 1 0,6-2 0,-3-1 0,-10 2 0,7-1 0,-7 0 0,8-2 0,-3 0 0,1 0 0,-2 0 0,-4 0 0,4 0 0,-5 0 0,-17 0 0,16 0 0,-17 1 0,23 0 0,-6 1 0,4-1 0,-4 1 0,5-1 0,1 1 0,1-1 0,1 0 0,-3 1 0,4 0 0,-2 0 0,3 0 0,2-1 0,0 1 0,3-1 0,2 1 0,-1-2 0,1 2 0,-1-2 0,2 2 0,-1-1 0,0 0 0,0 0 0,6-3 0,-3 1 0,10-3 0,-5 2 0,3-2 0,5-2 0,-4 1 0,7-2 0,-1 1 0,-2 0 0,5-1 0,6-2 0,1 0 0,1 0 0,0-1 0,2-1 0,4 1 0,-2 0 0,6-1-775,-2 0 1,-1 1 774,-2 1 0,0 1 0,-9 3 0,0-1 0,13-1-257,10-3 257,-3 2 0,-11 2 0,9 0 0,-16 2 0,0 0 0,7-1-410,-8 2 1,0-1 409,0 0 0,0 1 977,-1-2-977,0 2 0,1-2 0,0 0 0,0 0 0,0 0 0,12-2 0,-8 1-449,10-1 449,-12 2 0,14-3 0,-10 2 0,9-2 0,-12 3 0,0 0 0,-1 0 0,1 0 0,13-1 0,-9 2 0,10-1 0,-6 1 0,0 0 0,5-1 194,-4 1 0,0-1-194,8 0-725,-9 2 725,8-2 0,-15 2 0,2 0 0,-5-1 0,1 1 0,6-2 0,0 1 0,-7 1 0,-2 0 0,11-2 0,-8 2 0,0 0 0,15-2 0,-15 2 0,0-1 0,2 0 0,-1 0 0,14-3 0,-14 3 0,1-1 214,-2 1 0,2 1-214,10-2 0,0 0 0,-6 1 0,0 0-645,5-1 1,-3 0 644,3 0 0,-11 1 0,0 0 0,13-1 0,-14 2 0,0 0-286,-1 1 1,-1 0 285,14 0 0,-14 1 0,0-1 0,10 1 197,0 0-197,1 0 0,1 1 0,2-1 0,1 0 0,0-2 0,2 0-688,-1-1 688,2 0 0,-1 0 0,0 0 0,-1 0 0,-11 1 0,-1 1 0,15-2 0,-15 1 0,-1 0 0,11-1 0,-1 1 335,0-1-335,-2 1 0,-9 0 0,0 1 0,12 0 0,-12 0 0,0 1 0,0-1 0,1 0 0,10-2 0,1 0 0,-8 1 0,2 0 0,1-2 0,2 0 0,-4 1 0,11-3 0,-11 3 0,0-1 0,12-1 0,-12 2 0,8-2 343,-7 2-343,-8 1 701,3 0-701,-2 0 0,-11 3 0,6-1 1100,-12 1-1100,-1 1 1017,-2 0-1017,1 0 861,-1 0-861,0 1 0,0 0 0,0-1 0,2 3 0,-2-1 0,2 1 0,-1 1 0,-2 0 0,2 1 0,-1 1 0,-1-1 0,2 1 0,-1 1 0,0-2 0,1 2 0,-1-3 0,0 0 0,0 0 0,0 1 0,0-1 0,0 1 0,0 0 0,1-1 0,0 1 0,3 5 0,1 3 0,11 18 0,-8-11 0,-1 4 0,0 0 0,-2-2 0,5 15 0,-2 0-1149,-2-8 1149,3 12 0,-6-18 0,0-1 0,4 13 0,-4-12 0,1 2 0,2 7 0,0 2 0,0-5 0,-1 1 0,3 5 0,-1 0-662,-3-8 1,0-3 661,3 12 0,1-1-893,-1-1 893,1 1 0,0-2 0,1 0 0,-2-1 0,-2-9 0,-1 1 0,4 12 0,-5-13 0,1 1 0,3 14 0,0-1 0,1 5 0,-2-5 0,0-1 0,1 8 0,-3-11 0,2 11 0,1 1 0,-5-10 0,-2-13 0,1 1 0,-2 2 0,0-1 0,2 14 0,-2-14 0,1 2 0,0 6 0,1 1 0,1 11 0,1 1 0,-2-7 0,1-1 0,-1 4 0,1-3 0,0 9 0,-2-12 0,0-6 0,-1-1 0,1 3 0,1 8 0,0-6 0,-3-10 0,1 0 0,2 10 495,1 6-495,-4-26 0,-1-2 1256,0 0-1256,0-3 1121,0 2-1121,-1-3 0,0 0 0,-1-4 493,0-1-493,0 0 0,0-1 0,-1 1 0,1-1 0,-3 0 0,1-1 0,-1 0 0,-6 0 0,3-1 0,-8-1 0,5 0 0,-3-1 0,-8 0 0,7 0 0,-15-1 0,7 3 0,-18 0 0,14 1 0,-14 3 0,22 0 0,-5 2 0,6-1 0,-1-1 0,0 2 0,-1-1 0,-1-1 0,-7 2 0,5-2 0,-6 2 0,1-2 0,0 0 0,-5 1 0,-15 3 0,-1 0 0,10-1 0,-7 2 0,0 0 0,11 0 0,-3 1 0,0 0 0,5 0 0,-4 2 0,1 0 0,5-1 0,-16 7 0,14-6 0,7-3 0,0-1 0,0 1 0,0-1 0,-14 4 0,9-4 0,7-3 0,-7 3 0,2-2 0,0 0 0,-1 1-411,1-1 1,1-1 410,7-1 0,0-2-433,-9 3 433,5-3 0,-6 2 0,8-1 0,-11 0 0,7 1 0,-2-1 0,-2 2 0,-15 1 0,18-2 0,-1 0 0,-9 2 0,0-1 0,-3 2 0,8-2 0,-1 1 0,5 0 0,2-1-1147,-16 4 1147,15-4 0,-1 1 0,-1 0 0,0-1 0,-13 4 0,14-4 0,-1 0 0,2 0 0,1 0 0,-13 1 0,14-2 0,0 0-796,-20 1 796,11-3 0,-8 1 0,4-2 40,10-1-40,-7-1 341,1-1-341,-13 1 0,15 1 0,-1 0-15,6 1 1,0-1 14,-1 1 0,3 0 0,-6 0 199,1 1-199,-2-2 0,0 1 0,-1-1 0,-1 0 0,-14 0 0,11 0-312,-12 0 312,15 0 0,-1 0-318,-4 0 0,-2 0 318,12 0 0,-1 0 0,-11 1 0,2-1 0,-5-1 0,4 0 0,11-1 0,-7-2 1002,12 1-1002,-1-3 0,-1-1 0,-2 0 0,-5-2 0,0 0 0,10 2 0,-3 0 0,0 1 0,4 0 0,-4 1 0,1 0 0,2 1 0,-3 0 0,0 0 0,3 1 0,-19-2 0,-2 1 0,13 1 0,-3 0 0,1 1 0,8 2 0,7 0 0,-6 0 0,2 0 0,5 0 641,-3 0-641,0 0 0,-4 0 0,3 0 0,-2 0 1057,10 0-1057,-4 0 894,4 0-894,-4 0 0,0 0 0,4 0 0,-5 0 0,0 0 0,3 0 0,-5 0 0,1 0 0,2 1 0,-5 1 0,-3 2 0,4-1 0,-7 1 0,-5-1 0,6 0 0,-3 0 0,-2 1 0,-3 0 0,7-1 0,-2 0 0,-3 1 0,0-1-1548,-9 2 1548,7 0 0,1-1 0,-3 1 0,0 0-103,11-1 1,-2 0 102,-8 0 0,-1 1 0,7-2 0,-1 1-736,-11 1 1,1 1 735,3-2 0,14 0 0,-2 0 0,-6-1 0,0 0 0,-9 1-224,9-1 1,0-1 223,-1-1 585,4 0 0,-3 0-585,-6 0 0,0-1 0,4 1 0,1 0-12,-1-1 0,2 0 12,-6-1 860,9 0-860,-8-1 0,10 0 121,0-1-121,1 1 0,0-1 0,-22-1 0,17 1 0,2 1 0,1-1 0,3 2 0,-6-1-92,-3-1 92,12 1 0,-14-1 0,21 2 0,-3-1 235,5 0-235,2 0 780,-1-2-780,-5-4 511,7 4-511,-6-5 110,10 4-110,-2-3 0,1 0 0,-1-2 0,3 1 0,-2-7 0,0 3 0,-2-6 0,2 4 0,-1-10 0,-1-3 0,-1-6-803,1 2 0,0 0 803,1-5 0,2 6 0,-1-1 0,2 7 0,-1-2 0,-2-12 0,-1-5 0,0 5 0,1 4 0,0 2 0,0-2 0,-1-2 0,0 2 0,-3-9 0,1 3 0,3 8 0,-1 1 0,-1-9 0,-1-2 0,1 2 0,0 2 0,3 9 0,-1-1 0,-1-6 0,-2-5 0,2 5 0,2 9 0,0 2 0,-4-15 0,1 2 0,-3-6-956,3 13 956,-2-7 0,0 4 0,3 10-615,-7-19 615,9 24-328,-7-18 328,9 24 1253,-4-11-1253,1 3 0,2 5 0,-2-5 995,4 9-995,0 0 781,1-1-781,-2-5 0,2 4 476,-1-3-476,2 7 0,0 1 0,0 1 0,-1 1 0,1 1 0,0-4 0,1 4 0,0-5 0,0 6 0,0-1 0,0 3 0,0-3 0,0 3 0,0-2 0,0 1 0,0 2 0,0-2 0,1-1 0,0 1 0,1-3 0,1-5 0,-2 3 0,5-11 0,-3 7 0,1-4 0,0-4 0,-1 5 0,1-6 0,0 2 0,-1 5 0,0-3 0,1-11 0,1-1 0,0-4 0,2-1 0,-4 19 0,1-6 0,2-3 0,-3 9 0,5-19 0,-4 18 0,2-7 0,-3 11 0,0-1 0,-1 7 0,2-1 0,1 0 0,-2 4 0,12-2 0,-5 5 0,25 1 0,-18 1 0,21 3 0,-21-1 0,5 1 0,2 1 0,-6-1 0,5 0 0,1 1 0,-6-1 0,6 1 0,-8-3 0,1 1 0,-1-1 0,0 1 0,1-1 0,-1 0 0,12 0 0,8-1 0,-4 0 0,-1-1 0,-4-1 0,-10 0 0,11-1 0,-8 0 0,-4 1 0,4-2 0,-7 1 0,0 1 0,-1-1 0,0 2 0,-1-1 0,1 0 0,13-1 0,3 0 0,1-1 0,-5 1 0,-10 1 0,-4 1 0,4-1 0,-1 0 0,-2 1 0,3-1 0,1 0 0,-4 0 0,4 1 0,5-2 0,-6 2 0,13-2 0,-13 1 0,5-1 0,2 0 0,-5 0 0,5 0 0,2-1 0,-5 2 0,6-1 0,1 0 0,-6 0 0,7 0 0,-1 0 0,-6 2 0,6-1 0,0 0 0,-7 0 0,6 1 0,-1-1 0,9-1 0,-5 1 0,8-1 0,-19 3 0,4-1 0,7-1 0,-14 2 0,17-1 0,-19 1 0,5 1 0,-6 0 0,0 0 0,-4-1 0,2 1 0,1-2 0,-3 1 0,4-1 0,-5 0 0,-1 1 0,0 1 0,-2 4 0,-2 1 0,-2 6 0,-5 3 0,-1 1 0,-4 2 0</inkml:trace>
  <inkml:trace contextRef="#ctx0" brushRef="#br0" timeOffset="14323">10324 11474 5734,'11'-3'0,"-4"1"0,33-16 0,-24 10 0,18-6 0,-19 8 0,17-4 0,-10 4 0,20-5 0,-21 6 0,15-2 0,-14 4 0,8-1 0,16-3 0,-15 2-719,1-1 0,-1 0 719,2-1 0,8-3-655,-13 4 655,-2 0-310,-2 1 310,-2 0 0,-2 2-21,-2-1 21,-1 2 1276,-2 0-1276,0 0 731,0 2-731,27-3 0,-18 2-275,22-2 275,-24 0 0,1 0 0,10-2 0,-7 1 0,20-5 0,-19 4 0,10-2 0,-12 3 0,1 0 0,1 0 0,1 1 0,4-2-425,-4 2 0,-1-1 425,-4 0 0,1 0 0,10-4 0,-6 3 0,8-3 0,-9 4-555,0-2 555,1 0 0,1-1 0,1 0 0,-6 1 0,0 0 0,16-3-644,-14 2 0,1 0 644,14-3 0,2 1 0,0-1 0,2 1 0,1 0 0,0 0 0,1 0 0,-23 5 0,0 0 0,1-1 0,0 1 0,0-1 0,1 1 0,0 0 0,0 0 0,-1 0 0,1 0 0,-2 0 0,3 0-488,8-1 0,7-1 0,0 0 0,-5 1 488,0-1 0,0 1 0,-1 0 0,4-1 0,1 0 0,-6 0-25,-1 0 1,-2 0 24,5-2 0,1 0 0,1 0 0,-1 0 0,-1 0 0,0 0 0,2 0 0,-1 0-174,-8 1 0,0 1 174,9-2 0,1-1 0,2-1 0,-1 1 0,-11 2 0,2 0 0,3-1 0,2-1 0,-3 1 0,-3 1 0,0-1 0,10-2 0,4-3 0,-4 2 0,-7 3 0,-1-1 0,-1 0 0,2-1 0,1 1 0,-2 0 0,0 1 0,-2 0 0,-1 0 0,3 0 0,0 0 0,6-2 0,1 1 0,-7 0 219,1 1 1,-2 0-220,1 0 0,3-1 0,-1 0 0,8-1 0,-2-1 0,-8 3 0,0-1 0,9-2 0,3 0 0,0-1 0,-1 0 0,-9 3 0,0 0 0,10-3 0,-1 1 0,-13 3 0,-1 1-220,0-1 1,0 1 219,-1-1 0,1 0 0,-1 1 0,0-1 0,0 0 0,0 0 0,-1 0 0,0 1 0,-1-1 0,0 0 0,0 1 0,-1-1 189,-1 1 1,0 0-190,-1 0 0,0-1 0,20-5 0,-1-1 0,-3 2 0,-5 0 0,0 1 0,8-3 0,-10 3 0,1 0 0,-2 2 0,-2 0 0,10-3 0,-9 3 0,-1 0 0,2-1 218,2 1-218,-10 2 0,0 1 0,14-4 432,-14 4 1,1 0-433,8-3 0,13-2 0,-12 2 0,10-1 1426,-16 3-1426,-4 2 0,0 0 0,6-2 678,13-3-678,-22 6 0,23-5 0,-20 5 0,4-2 0,-1 2 0,-9 1 113,13-2-113,-18 4 0,2-1 1200,-4 0-1200,-4 2 0,1-2 0,-4 2 710,-1 0-710,-1 0 145,1 0-145,-1 2 0,-1-2 0,1 3 0,-1-1 0,1 1 0,0 0 0,-1 0 0,-1-1 0,0 1 0,0 0 0,0-2 0,-2 2 0,1-2 0,-1 4 0,1-2 0,1 3 0,0 0 0,0-1 0,-1 0 0,1-4 0,-2 1 0,2 0 0,-1-1 0,1 1 0,-2-2 0,1 0 0,-2 0 0,1 0 0,0 0 0,1 0 0,-1 0 0,1 0 0,-1 0 0,-1 0 0,1 0 0,-1 0 0,1 0 0,-1 0 0,-1 0 0,0-1 0,0 0 0,-1 0 0,-3-1 0,3 0 0,-1 0 0,-5 1 0,5 0 0,-8 0 0,8-1 0,-1 1 0,2-1 0,-3 1 0,1-1 0,-4 1 0,3-1 0,0-1 0,-1 0 0,0 0 0,0 0 0,1 0 0,-5 0 0,3 0 0,-2-1 0,3 2 0,1-1 0,-1 1 0,1 0 0,0 1 0,0 0 0,0 0 0,1 0 0,-12-1 0,9 1 0,-9 0 0,9-1 0,4 1 0,-5-1 0,7 1 0,0 1 0,2 1 0,1 0 0,-1 0 0,1-1 0,4-3 0,-1 2 0,5-2 0,4-1 0,-1 1 0,16-7 0,-11 4 0,22-9 0,-20 8 0,12-3 0,-9 3 0,-5 1 0,4-1 0,-3 2 0,-5 2 0,4 0 0,-4 3 0,-2 0 0,1 0 0,0 0 0,-4 0 0,3 0 0,-3 1 0,-1 1 0,0-1 0,-1 1 0,0 0 0,-2-1 0,1 1 0,-1 0 0,0-1 0,0 1 0,0 0 0,0 0 0,-1 0 0,1 1 0,-2-1 0,1-1 0,-1 0 0,0 1 0,0 0 0,0-1 0,0 1 0,-1 0 0,1-1 0,-1 1 0,0 0 0,1-2 0,-2 2 0,1-1 0,0 0 0,0 1 0,-1 1 0,0 0 0,0 0 0,0 0 0,-1 2 0,1-1 0,-1 4 0,1-3 0,-2 1 0,-1 3 0,1-2 0,-2 3 0,-1 7 0,3-7 0,-6 18 0,7-16 0,-2 8 0,2-6 0,1-3 0,0 3 0,0-5 0,1-1 0,-1 1 0,0-1 0,-3 11 0,2-11 0,-1 8 0,3-13 0,0-1 0,2 0 0,-4-3 0,-4 3 0,-3-3 0,-4 3 0</inkml:trace>
  <inkml:trace contextRef="#ctx0" brushRef="#br0" timeOffset="25324">9884 12859 5734,'29'-4'0,"-2"1"0,-6 2 0,12 3 0,-6 1 0,3 3 0,0 2 0,4 1 0,8 4 0,1 0-3277,-2 1 3268,-9-3 1,2 0 8,-5-2 0,-1 0 0,17 5 0,-5-2 0,0 0 0,-15-5 0,0 0 0,7 4 0,1-1 0,-10-2 0,1 0 0,10 6 0,1 0 0,-8-3 0,-1 0 0,9 5 0,0 0 0,1 4 0,-3-1-88,-7-4 1,0 2 87,2 2 0,2 3 0,-3-1 0,-3-1 0,-2 0 0,7 6 0,1 4 0,-8 2 0,2 6 0,-2 1 0,-3-5-796,0 0 1,-1 1 795,0-2 0,2 6 0,-1-1 0,-7-4 0,-10 2 0,-4-3-337,0-7 0,-1 1 337,-2 7 0,-4 4 0,-4-5 0,-4 3 0,0-3 0,1 0 0,-3 1 0,-3 3 0,-4 4 0,-3 2 0,1-3 0,3-8 0,-1-1 0,1-2 0,-1 2 0,1-1 0,0 2 0,0-2 0,0 0 0,-8 8 0,0-2 0,4-4 0,6-5 0,2-3 0,0 0 0,1-1 0,3-2 0,1 0 0,-13 15 0,7-6 0,6-5 177,5-6 0,8-9 0,3-5 1</inkml:trace>
  <inkml:trace contextRef="#ctx0" brushRef="#br0" timeOffset="26057">11499 13581 5734,'16'-6'0,"1"0"0,3 0 0,23-3 0,-6 1-1639,4 1 1,1 0 1002,-13 3 1,0-1 635,12-1 0,3 0-396,-8 1 1,0 0 0,0 1 395,8-2 0,2 1 0,-7 0 0,3 0 0,4 1 0,-8 0 0,3 1 0,1 0 0,0 0 0,-4 0 0,7 0 0,-3 0 0,6 1 0,-8-1 0,6 1 0,3 0 0,2-1 0,-2 1 0,-3 0 0,-5 0 0,-2 1 0,-4-1 0,-1 1 0,4 0 0,5 0 0,5-1 0,2 1 0,0-1 0,-2 1 0,-6-1 0,5 1 0,-4-1 0,1 1 0,-3-1 0,1 1 0,2-1 0,4 0 0,-6 0 0,5 0 0,2-1 0,1 0 0,-1 0 0,-3 1 0,-4-1 0,2 1 0,-6-1 0,1 1 0,5 0 0,-4-1 0,7 0 0,2 0 0,0 0 0,-2 0 0,-4 0 0,-7 0 0,0 1 0,-5-1 0,0 0 0,11-1 0,1 0 0,-2 0 0,5-1 0,-2-1 0,-7 2 0,0 0 0,-1-1 0,10-2 0,-3 0 0,-11 2 0,-1-1 0,7 0 0,-2-1 0,8-1 0,-18 2 0,1 0 0,2-1 0,-2 1 0,18-5 534,-5 1-534,-27 6 2191,0 0-2191,-5 1 1934,1-1-1934,-7 3 380,-3-1-380,-12 3 695,1 0-695,-16 0 0,9-1 0,-7-2 0</inkml:trace>
  <inkml:trace contextRef="#ctx0" brushRef="#br0" timeOffset="26306">15019 13168 5734,'13'20'0,"0"1"0,-4 3 0,-1 0 0,0 18-740,-10 2 740,-2-20 0,-2 0 0,-5 12 0,-3 1 0,-1-1 0,-2 0 0,4-9 0,-1 0 0,-9 6 0,2-9 0,-6 1 0,5-12 0</inkml:trace>
  <inkml:trace contextRef="#ctx0" brushRef="#br0" timeOffset="27305">16079 12815 5734,'-4'2'0,"1"3"0,4 16 0,1 0 0,1 12 0,2-3 0,1 5 0,-1-3 0,-1-6 0,0 1-175,2 6 0,0 3 0,1-1 175,0 2 0,0-4-1309,2 12 1309,-2-12 0,-1 0 0,2 9-763,-3-12 763,0 6-328,-3-10 328,-2-9 295,-1 1-295,-11-9 1302,1-5-1302,-8-3 0,2-9 0,0-4 0</inkml:trace>
  <inkml:trace contextRef="#ctx0" brushRef="#br0" timeOffset="27510">15894 12906 5734,'25'-5'0,"0"-1"0,9-1 0,0 0 0,11-1-255,-15 4 1,2-1 254,3 1 0,3 1 0,-3-1-1331,-5 1 1,0 1 1330,4-1 0,4-1 0,-6 2 0,7 0 579,-4 0-579,6 2 0,-14 0 0,1 2 0,-15 3 49,-9 0 0,-4 2 1,-7 0-1</inkml:trace>
  <inkml:trace contextRef="#ctx0" brushRef="#br0" timeOffset="27723">16107 13199 5734,'28'3'0,"-2"0"0,-7-2 0,0 1 0,6 1 0,-6-1 0,3 2 0,-8-1 0,-1 0 0</inkml:trace>
  <inkml:trace contextRef="#ctx0" brushRef="#br0" timeOffset="27955">16428 13231 5734,'-3'14'0,"0"1"0,3-3 0,0 9 0,0-4 0,0 7 0,3 1 0,-1-6 0,1 6 0,3 11 0,-5-18 0,1 13 0,-5-24 0,0-3 0,-1-2 0,1-1 0</inkml:trace>
  <inkml:trace contextRef="#ctx0" brushRef="#br0" timeOffset="28473">16558 13349 5734,'1'25'0,"0"-3"0,0-11 0,-1-4 0,0 0 0,1-4 0,0-2 0,1-3 0,1-7 0,1 0 0,0-6 0,2-5 0,-2 2 0,2-6 0,4-5 0,0-1 0,0 3 0,1-2 0,0 2 0,-2 11 0,-2 7 0,0-2 0,-2 9 0,-1 1 0,2 4 0,-1 9 0,-2-1 0,1 8 0,-1 18 0,-1-11-671,1 15 671,-2-17 0,0 0-301,1-1 301,0-1 0,0-2 0,2-2 0,-2-2 0,1-2 0,0-1 0,-2-2 649,0-1-649,1-2 0,0-2 0,2-2 0</inkml:trace>
  <inkml:trace contextRef="#ctx0" brushRef="#br0" timeOffset="28974">16891 13220 5734,'-14'18'0,"2"-1"0,0 13 0,6-11 0,-3 16 0,8-14 0,1-5 0,2-3 0,4-19 0,-2 0 0,8-20 0,-7 10 0,4-15 0,-6 17 0,1-4 0,-2 6 0,0 4 0,2 1 0,1 7 0,0 3 0,2 6 0,1 8 0,-1-2 0,5 8 0,0 0 0,-1-6 0,4 4 0,-4-10 0,8-2 0,-5-5 0,6-3 0,3-13 0,-6-1 0,5-8 0,-6-10 0,-2-4 0,-2-1-1026,1-9 0,-3 0 1026,-8 8 0,-3 11 0,0 1 0,-1-8 0,-3 5 0,-1 1 0,-2-4 0,-5-11 0,4 30 0,-10 20 0,7 3-501,-5 20 501,11-3 1040,4 4-1040,0 4-1065,4 3 1065,2 1 0,3 0 0,1 0 0,0-13 0,0-1 0,4 12 0,5 6 0,-7-19-228,-1-2 228,-3-5 121,-4-3 0,-3-6 0,-3-3 0</inkml:trace>
  <inkml:trace contextRef="#ctx0" brushRef="#br0" timeOffset="29955">17684 13411 5734,'-4'2'0,"1"-2"0,-9-24 0,6 9-439,-5-17 439,7 16 0,3-1 0,0-6 0,2 4 0,1-4 0,5 2 0,-1 5 0,6-8 0,-4 12 144,8-5-144,-1 8 0,1 2 73,2 3-73,1 4 0,-4 0 0,4 3 0,-8 1 222,-2 2-222,-1 2 0,-2 1 0,0 1 0,-1 0 0</inkml:trace>
  <inkml:trace contextRef="#ctx0" brushRef="#br0" timeOffset="30332">17975 13367 5734,'13'-20'0,"-2"1"0,-4 5 0,-1-9 0,-4-8 0,-1 4 0,-4-2 0,-5 12 0,1 5 0,-3-1 0,2 8 0,0 2 0,-1 3 0,-1 1 0,-4 7 0,5 0 0,-3 4 0,3 7 0,4-4 0,1 22 0,5-16 0,10 26 0,-2-28 0,18 17 0,-13-24 0,9 3 0,-3-12 0,-4-3 0,3-3 0,2-5 0,-6 0 0,5-6 0,-6 2 0</inkml:trace>
  <inkml:trace contextRef="#ctx0" brushRef="#br0" timeOffset="30972">18182 13135 5734,'-10'4'0,"1"-1"0,-1 3 0,2 0 0,-4 13 0,6-5 0,-1 11 0,9-1 0,3-4 0,4 7 0,7 1 0,-3-7 0,7 6 0,-2-2 0,-6-8 0,3 4 0,-6-4 0,-4-5 0,-2 2 0,-9-5 0,-1-3 0,-9 1 0,-13-14 0,11 2 0,-5-11 0,20 4 0,2-2 0,3 0 0,1-2 0,9-14 0,-2 10 0,6-10 0,-5 14 0,12-14 0,-10 14 0,8-8 0,-14 17 0,-1 2 0,1 2 0,-2 0 0,1 3 0,-1 0 0,1 3 0,0 2 0,1 7 0,-1-2 0,1 5 0,2 3 0,-3-4 0,3 4 0,-3-5 0,0-2 0,0-1 0,-1-2 0,1 2 0,1-5 0,7-1 0,-5-6 0,6-5 0,-3-7 0,-3 1 0,2-5 0,-2-14 0,-4 11 0,-1-5 0,-1 0 0,-1 5 0,0-8 0,-2 21 0,1 8 0,1 6 0,1 3 0,0 5 0,0-1 0,4 14 0,8 4 0,-3-3 0,5-3 0,3-18 0,-6-6 0,8-2 0,-9-6 0,-2-1 0,1-2 0,-2-1 0,-1 0 0,-2-2 0,-1 1 0,-1 0 0,-1-1 0,-1 0 0,-1 1 0,0-1 0,-2 1 0,0-2 0,0 1 0</inkml:trace>
  <inkml:trace contextRef="#ctx0" brushRef="#br0" timeOffset="31176">18693 12821 5734,'-2'-10'0,"-1"3"0,2 10 0,0 2 0,-1 13 0,1-1 0,0 11-724,2-1 724,-1 2 0,2 3 0,0 2 0,1-4 0,1 7 0,0-4 0,-1-8 0,0 0-493,1 7 0,1 4 0,0-6 493,3-1 0,5 5 0,2-7 0,5-3 0,-4-15 0,0-12 0,-5-6 0</inkml:trace>
  <inkml:trace contextRef="#ctx0" brushRef="#br0" timeOffset="31409">18935 12799 5734,'0'14'0,"-1"1"0,3 15 0,-1-5-520,2 15 520,-1-17 0,0 2 0,4 21 0,0 1 0,-2-13 0,1 0-344,2 12 0,0-1 344,-2-19 0,0-2-540,4 11 540,1 8 0,-1-8 0,-6-15 0,-5 4 0,-4-21 0,-3-5 0,3-5 0</inkml:trace>
  <inkml:trace contextRef="#ctx0" brushRef="#br0" timeOffset="31571">18954 13152 5734,'21'-1'0,"-1"-1"0,1 0 0,1 1 0</inkml:trace>
  <inkml:trace contextRef="#ctx0" brushRef="#br0" timeOffset="31888">19364 13125 5734,'-10'-5'0,"1"2"0,-4 1 0,-26 18 0,20-7 0,-21 14 0,26-4 0,4-3 0,-1 5 0,4 7 0,5-9 0,4 27 0,8-12 0,1 1 0,2-7 0,-3-7 0,-5-9 0,-4 7 0,-6-15 0,-9 2 0,-16-4 0,3-2-254,-15 0 1,7-3 0,-2-1-1</inkml:trace>
  <inkml:trace contextRef="#ctx0" brushRef="#br0" timeOffset="32568">16560 13029 5734,'2'2'0,"0"1"0,-1-2 0,1-1 0,2 0 0,-1 1 0,3 1 0,-3 2 0,1 0 0,-2 0 0,0 1 0</inkml:trace>
  <inkml:trace contextRef="#ctx0" brushRef="#br0" timeOffset="33692">16134 13781 5734,'13'3'0,"5"-1"0,8-1 0,16-1 0,6-1-1639,-14 1 1,2 0 861,3-1 1,4-1 0,-1 1 712,5-1 0,-2 1 64,-10-1 0,0 1 0,1 0 0,2-1 0,1 1 0,1 0 0,1 0 0,1 0 0,3 0 0,-6 0 0,2 1 0,2-1 0,-1 1 0,-1 0 0,1-1 0,-2 1 0,0 0 0,3 1 0,-1-1 0,1 0 0,2 0 0,1 0 0,1 1 0,-6 0 0,2 0 0,1 0 0,1 0 0,-1 0 0,-2 1 0,-2-1 0,9 0 0,-4 1 0,0-1 0,7 1 0,-13-1 0,5 1 0,3 0 0,2 0 0,1 0 0,-1 0 0,-3-1 0,-3 1 0,-5 0 0,6 0 0,-5-1 0,-2 1 0,5 0 0,1 0 0,6 0 0,1 1 0,0-1 0,-4 0 0,-6 0 0,0 0 0,-6-1 0,1 1 0,8 0 0,0 1 0,-2-1 0,7 0 0,-5 0 0,-14 0 0,-1-1 0,4 1 0,-2 0 0,-1 0 0,-14-1 0,-6-1 0,-10-3 0</inkml:trace>
  <inkml:trace contextRef="#ctx0" brushRef="#br0" timeOffset="36340">20504 12762 5734,'-10'-2'0,"-1"-1"0,7 1 0,-1-1 0,1 0 0,0 0 0,1-1 0,-2-2 0,1 2 0,-1-2 0,1 1 0,-1-1 0,0 2 0,1-1 0,2 5 0,1-1 0,3 6 0,0 0 0,4 5 0,-1-2 0,1 3 0,2 1 0,5 11 0,0-4 0,2 8 0,-1-5-596,-1 1 596,1 1 0,0-1 0,1 1 0,1 0 0,1 1 0,7 9 0,-4-8-885,5 8 885,-8-12 0,7 9 0,-8-8 0,5 7-615,-5-3 615,-6-7-107,2 4 107,-6-11 496,-3-1-496,-3-1 0,-12 10 0,1-11 0,-10 7 0</inkml:trace>
  <inkml:trace contextRef="#ctx0" brushRef="#br0" timeOffset="36555">20438 13168 5734,'8'-46'0,"-1"18"0,1 0 0,6-7-1219,-5 12 1,2 0 1218,8-8 0,2-1 0,2 2 0,1 0 0,-6 10 0,1 0 0,10-9 0,-11 12 0,1-1-120,11-6 120,-7 7 0,2 0 143,-11 11 0,-3 2 0,-1 1 0</inkml:trace>
  <inkml:trace contextRef="#ctx0" brushRef="#br0" timeOffset="36857">21002 12773 5734,'-8'11'0,"1"-1"0,-3 7 0,-4 8 0,4-5 0,1 6 0,1 1 0,0 2 0,2-6 0,2 1 0,0 11-930,3-8 930,2 7 105,5-3-105,1-10 0,3 5 0,3-7 0,-2-6 0,4 0 0,15-12 0,-15-3 0,13-6 0</inkml:trace>
  <inkml:trace contextRef="#ctx0" brushRef="#br0" timeOffset="37172">21060 12911 5734,'8'-6'0,"5"0"0,-2 3 0,13 2 0,-12 4 0,12 14 0,-16-4 0,0 21 0,-3 4 0,-3-8-495,0 4 1,-1-2 494,-1-11-218,1 4 218,0-8 0,3 3 0,4-6 0,-1-6 0,5 0 0,3-7 241,7-9 0,-3-2 1,3-6-1</inkml:trace>
  <inkml:trace contextRef="#ctx0" brushRef="#br0" timeOffset="37348">21081 13069 5734,'40'-15'0,"-3"2"0,-15 4 0,0 0 0</inkml:trace>
  <inkml:trace contextRef="#ctx0" brushRef="#br0" timeOffset="37638">21376 12811 5734,'9'3'0,"-1"2"0,2 3 0,16 32 0,-10-8-825,-3-6 0,-1 1 825,-2 8 0,-6-8-114,-1 0 114,-1-1 0,-2 11 0,0-10 0,-2 6-8,-7 6 8,0-15 0,-3 7 0,2-24 0,4-8 0,0-3 0</inkml:trace>
  <inkml:trace contextRef="#ctx0" brushRef="#br0" timeOffset="37911">21729 12964 5734,'9'1'0,"6"0"0,-4 0 0,6 0 0,17 0 0,-15-2-288,16 2 288,-21-3 0,-1 1 71,1-1-71,-6 2 0,0-1 0,-10 2 0,-2 0 0,-5-1 0,1 0 0</inkml:trace>
  <inkml:trace contextRef="#ctx0" brushRef="#br0" timeOffset="38111">21749 13077 5734,'8'2'0,"1"0"0,6-2 0,-3 0 0,26 0 0,-19 0 0,15-2 0,-12-1 0,-7 1 0,4-1 0,-8 0 0,-3-1 0,0-3 0,-2-2 0</inkml:trace>
  <inkml:trace contextRef="#ctx0" brushRef="#br0" timeOffset="38944">22382 12131 5734,'-2'23'0,"1"0"0,2 0 0,0 4 0,2 2-560,1 3 560,1-6 0,1-1-1562,2 17 1562,-2-16 0,1 2 0,2 8 0,0-1 0,2 11 0,0-4 0,-1-2 0,-2-4 0,3 7-90,-4-17 90,-2-4-70,1-3 70,-2-3 226,-2 1-226,-3-8 321,-13-10 1,5-7 0,-6-10 0</inkml:trace>
  <inkml:trace contextRef="#ctx0" brushRef="#br0" timeOffset="39242">22269 12162 5734,'14'-9'0,"6"-2"0,-5 4 0,7-1 0,13 2 0,-11 3 0,5 3 0,0 0 0,-3 3 0,21 8 0,-28-3 0,4 5 0,-10-2 0,-3 2 0,-3 1 0,-3 2 0,-6 12 0,-4-7 0,-6 9 0,-15 9 0,9-15-462,1-3 1,-1 0 461,3-5 0,-4 3 0,4-6 0,-2 0 0,4-4 0,2-1 0,10-8 0,2 0 0</inkml:trace>
  <inkml:trace contextRef="#ctx0" brushRef="#br0" timeOffset="39525">22925 12195 5734,'-23'9'0,"-7"8"0,11-3 0,2 9 0,-2 8 0,3-3 0,-4 12-1639,-1 4 1,3-1 1473,13-10 165,3-8 0,0-1-27,1 13 27,3 11 0,4-3 0,0-11 0,4 7 0,-2-16 738,0-2-738,11 6 0,-7-13 0,9 3 0,-11-17 426,6-6 1,-3-5 0,5-4 0</inkml:trace>
  <inkml:trace contextRef="#ctx0" brushRef="#br0" timeOffset="39824">22988 12388 5734,'15'-4'0,"-1"1"0,-4 4 0,0 3 0,1 1 0,-1 2 0,3 9 0,-5-2 0,-1 27 0,-7-16 0,-3 15 0,-5 2 0,3-15-602,-2 15 602,4-23 0,2 0 0,2-2 0,3 4 0,1-7 0,2 1 0,6-9 0,-1-6 0,5-2 0,5-8 0,-6 2 0,12-19 0,-18 12 0,4-11 0</inkml:trace>
  <inkml:trace contextRef="#ctx0" brushRef="#br0" timeOffset="39987">22965 12565 5734,'25'-5'0,"15"-3"0,-9 0 0,12-3 0,-11 2 0</inkml:trace>
  <inkml:trace contextRef="#ctx0" brushRef="#br0" timeOffset="40238">23393 12250 5734,'6'6'0,"7"5"0,-2-1 0,11 14 0,-8-6 0,2 10 0,-8-5 0,-1 3 0,-4 5 0,-2 1-1078,2-1 1,-1 1 1077,-3-1 0,-3-2 0,-4 3-493,-5 11 493,2-11 0,-5 8 0,-4-6 0,3-10 0,0-5 0,0-1 0,-4-1 0,-8 4 0</inkml:trace>
  <inkml:trace contextRef="#ctx0" brushRef="#br0" timeOffset="40878">22271 13079 5734,'11'3'0,"0"0"0,21 0 0,-12-1-1570,25 0 1570,-17-2 0,-4 1 0,1-2 0,18 1 0,-14 0 0,2 0 0,6 1 0,0 0-1075,-7-1 1,0 1 1074,9 0 0,5 1 0,-2 0 0,3 1 0,-3 0 0,0-1 0,2 1 0,-7-1 0,6 1 0,3 1 0,-3-2 0,-5 1 0,10 0 0,-2 0 0,-4-1 0,5 1 0,0-1 0,-6 0-608,0-1 1,-3 0 607,-5-1 0,0 0 0,1-1 0,2-1 0,1-1 0,-4 0 0,-1 0 0,0 0 0,6-1 0,3-2 0,-7 1-474,2-1 474,11-3 419,-34 6-419,-4 0 1526,-6 2-1526,-12 4 636,-2 0 1,-7 2 0,0-1 0</inkml:trace>
  <inkml:trace contextRef="#ctx0" brushRef="#br0" timeOffset="42095">22580 13410 5734,'-8'-3'0,"-1"1"0,-5 3 0,2 3 0,-3 6 0,3 2 0,-2 15 0,2-2-340,-1 13 340,4-6-1121,2 4 1121,-1 4 0,3-9 0,1 5 0,0-2 0,2 3 0,1 0-602,-1-3 0,0 2 0,2-4 602,2-5 0,5-3-394,7-2 1,2-3 393,7 2 153,16 2-153,1-30 0,-8-5-47,-10 2 0,0-2 47,7-12 0,-3-11 0,-1-3 0,-12 17 0,-1-1 183,8-19 1,-3 1-184,-10 2 0,-3 1 559,-3 0-559,-2 3 0,-7-6 0,1 13 0,-5-3 0,1 15 0,-1 3 67,-3 5-67,-1 3 0,1 2 0,-2 2 0</inkml:trace>
  <inkml:trace contextRef="#ctx0" brushRef="#br0" timeOffset="42322">22569 13719 5734,'11'28'0,"0"-1"0,-2-9 0,1 1 0,7 8 0,-2-7 0,5 5 0,5-2 0,-5-7 0,7 4 0,-6-10 0,13 4 0,-13-7 0,10 2 0,-17-8 0,-2-1 0,1-3 0,-6 0 0,2-2 0,-5-1 0,0-1 0</inkml:trace>
  <inkml:trace contextRef="#ctx0" brushRef="#br0" timeOffset="42855">23171 13554 5734,'-4'-5'0,"0"2"0,-2 1 0,-1 3 0,-2 1 0,-1 3 0,-14 14 0,9-3 0,1 11 0,-1 7 0,3-3 0,1 9-292,-1 5 0,3 0 292,13-4-960,2-9 960,4 7 0,0-15 0,0-2 0,1-3 0,1-3 0,9 0 0,-4-7 0,6-2 0,10-14 0,-13 0 0,11-10 0,-16 4 0</inkml:trace>
  <inkml:trace contextRef="#ctx0" brushRef="#br0" timeOffset="43206">23273 13637 5734,'2'-5'0,"6"0"0,0 3 0,4 1 0,13 4 0,-9 0 0,23 12 0,-23-4 0,11 15 0,-19-8 0,-1 6 0,-16 20 0,1-16 0,-4 7 0,-3 0-1095,2-5 1095,2-7 0,1 0 0,-2 5-250,6-9 250,0 3 0,29-8 0,-7-10 0,21-3 0,-15-10 0,11-7 0,-9 2 0,6-5 0,-9 1 0,-8 5 0,0-3 0,-9 4 0,-1-1 0</inkml:trace>
  <inkml:trace contextRef="#ctx0" brushRef="#br0" timeOffset="43424">23226 13814 5734,'14'0'0,"17"-1"0,-10-1 0,20-3 0,1-1 0,-10 1-947,2-2 0,-2 1 947,-15 3 0,0-1 0,1 0 0,0 0 0</inkml:trace>
  <inkml:trace contextRef="#ctx0" brushRef="#br0" timeOffset="43841">23764 13428 5734,'17'10'0,"-5"-3"0,7 10 0,-3 7 0,-3-4 0,2 10 0,-2 5 0,-5-5-283,0 9 283,-5 6-1178,-3-11 1178,-4 11 0,-6 1 0,1-13 0,-4 9-914,-1-7 914,2-11 0,-2 5 0,-3-7 0,3-7 0,-5 1 0</inkml:trace>
  <inkml:trace contextRef="#ctx0" brushRef="#br0" timeOffset="51406">17058 8907 5734,'-14'1'0,"-3"-1"0,8-2 0,-1 1 0,14-10 0,3 2 0,22-18 0,-2 9-679,-6 5 0,0-1 679,16-4 0,4 6 0,3 3 0,1 2 0,-4 4 0,-3 4 0,-13 13 0,-5 7 0,-1 22 0,-10-5 0,-8-7 0,-2 6 0,-2-4 0,0-3 0,-2-1 0,-3 17 0,-2 2 0,0-11 0,1 0 0,1 8 0,1 1 0,0-8 0,2-1 0,2 2 0,2-4 0,7-3 0,9 3 0,-1-11 0,5-8 0,1-4 0,3-5 0,14-3 0,-13-15 0,-9-1 0,2-5 0,-11-1 0,-2-1 0</inkml:trace>
  <inkml:trace contextRef="#ctx0" brushRef="#br0" timeOffset="51556">17241 9292 5734,'31'-5'0,"-1"-1"0,0 1 0,-2-1 0,11 0 0,0-1 0</inkml:trace>
  <inkml:trace contextRef="#ctx0" brushRef="#br0" timeOffset="52314">17758 9490 5734,'17'-42'0,"-8"17"0,-1 1 0,-2-3 0,1-9 0,-6-2 0,-2 9 0,-3 3 0,-2-1 0,-5-2 0,-3-4 0,1 20 0,2 10 0,1 6 0,-11 18 0,10-3 0,0 10 0,3 2 0,4 1 0,2-6 0,2 2 0,3 0 0,3-2 0,7 18-598,-5-17 1,1-1 597,7 5-568,10-10 568,-9-10 0,22-9 0,-21-9 0,8-10 0,-15 4 0,-1-2 0,-2-1 0,-2-1 0,1-5 0,-3 5 0,1-2 0,-2 6 0,-1 6 1120,0 0-1120,-1 8 643,1 1-643,-2 3 0,1 1 0,-2 2 0,1 1 0,-2 1 0,0 2 0,1-2 0,-4 1 0,0-5 0,-1-3 0,-5-6 0,5-3 0,-4-24 0,7 13 0,2-17 0,8 7 0,1 6 0,11-15 0,6 9 0,2 1 0,12 0 0,-15 15 0,9-1 0,-5 7 0,-7 4 0,2 2 0,-11 5 0,-3 3 0,-4 4 0,-3 3 0,-3 4 0,-3 3 0,-1 2 0,-2 2-595,1 1 595,1 1 0,-1-1 0,1 11 0,1-12 0,1 8 0,2-15 0,1-1 0,1-4 0,1-2 0,3-4 0,7-4 0,0-6 595,6-4-595,4-14 0,-5 2-709,4-11 709,-9 4 0,-3-2 0,-6-12 0,-4-2 0,0 2 0,-2-1 0,-2 4 0,-4 16 0,-2 4 0,-7 2 0,3 8 0,-6 4 0,6 7 0,-4 11 0,5-3 0,-2 8 0,8-6 0,5-1 0,2 0 0</inkml:trace>
  <inkml:trace contextRef="#ctx0" brushRef="#br0" timeOffset="52570">18417 9153 5734,'0'-5'0,"0"2"0,-7 6 0,1 3 0,-5 5 0,-1 12 0,3-3 0,0 10 0,4 4 0,4-8 0,2 8 0,12 8 0,0-9-761,3 7 761,-4-16 0,-6-10 0,-1 3 0,-4-5 0,-2 3 0,-4-7 0,-3 0 761,-3-1-761,-8 1 0,-18-6 0,12-2 0,-9-7 0</inkml:trace>
  <inkml:trace contextRef="#ctx0" brushRef="#br0" timeOffset="52723">18659 9288 5734,'13'-13'0,"4"-9"0,-11 12 0,3-7 0,-7 11 0</inkml:trace>
  <inkml:trace contextRef="#ctx0" brushRef="#br0" timeOffset="52842">18695 9422 5734,'11'-2'0,"0"0"0,0-1 0,0-2 0,1 0 0</inkml:trace>
  <inkml:trace contextRef="#ctx0" brushRef="#br0" timeOffset="54249">19586 8899 5734,'-17'-11'0,"3"1"0,11 3 0,2 3 0,4-3 0,5 4 0,3 0 0,23-2 0,-11 3 0,17 0 0,-13 6 0,-7 1 0,1 3 0,-9 1 0,-4 28 0,-7-13-822,-3 22 822,-7-19 0,-7 14 0,3-8 0,2 1 0,1-1 0,2 0 0,3-8 0,1-2 0,7-3-50,2-2 50,3-4 0,4-2 0,11-3 0,-4-5-189,8-3 189,-9-3 0,-2-2 801,-3-2-801,-2-3 0,-3-1 0,-1-3 0</inkml:trace>
  <inkml:trace contextRef="#ctx0" brushRef="#br0" timeOffset="54423">19681 8955 5734,'13'-5'0,"3"0"0,14-2 0,-3 0 0,13-2 0,7-3 0,-11 3-314,-12 3 0,-1 1 0,10-4 0,-2 1 0</inkml:trace>
  <inkml:trace contextRef="#ctx0" brushRef="#br0" timeOffset="54576">20235 8988 5734,'5'0'0,"25"-14"0,-16 6-552,20-11 552,-21 10 45,3-2 0,-4 3 0,1-1 1</inkml:trace>
  <inkml:trace contextRef="#ctx0" brushRef="#br0" timeOffset="54924">20627 8969 5734,'-17'33'0,"7"-13"0,2 9 0,2 0 0,5-7 0,4 14 0,3-26 0,1-4 0,2-3 0,7-8 0,-4-3 0,4-5 0,-6-9 0,-5 5 0,-8-22 0,-3 19 0,-16-17 0,10 25 0,-8-4 0,11 13 0,3 1 0,0 1 0</inkml:trace>
  <inkml:trace contextRef="#ctx0" brushRef="#br0" timeOffset="55526">20198 9107 5734,'21'-1'0,"-3"0"0,-3 0 0,-4 0 0,3 0 0,0 0 0,-11 1 0,4-2 0,-12 1 0</inkml:trace>
  <inkml:trace contextRef="#ctx0" brushRef="#br0" timeOffset="55862">20947 9212 5734,'-5'11'0,"-5"7"0,3-4 0,-12 20 0,10-17 0,-5 10 0,9-17 0,0-3 0,-1-1 0</inkml:trace>
  <inkml:trace contextRef="#ctx0" brushRef="#br0" timeOffset="56491">21364 8908 5734,'-1'-3'0,"0"-2"0,16-3 0,-5 4 0,15-2 0,-12 7 0,3 1 0,0 5 0,-4-1 0,10 14 0,-11-6 0,5 27 0,-13-18 0,-3 16 0,-10-2-397,-1-8 397,-5 10 0,0-1 0,4-11 0,0 6 0,6-8 0,4-9 0,1 1 0,4-9 0,3-2 0,3-3 0,2-2 397,2-3-397,2-1 0,10-10 0,-8-2 0,4-3 0,-12 2 0</inkml:trace>
  <inkml:trace contextRef="#ctx0" brushRef="#br0" timeOffset="56688">21389 9013 5734,'14'3'0,"1"-2"0,8-3 0,-2 0 0,3 0 0,1-1 0,1 0-219,15-3 0,-19 2 0,0-1 0</inkml:trace>
  <inkml:trace contextRef="#ctx0" brushRef="#br0" timeOffset="56922">21841 9007 5734,'8'0'0,"4"1"0,-3 0 0,6-1 0,6-1 0,-4 0 0,5 0 0,-1-1 0,-6 0 0,2 0 0,-6 0 0,-6 0 0,-1 1 0,-5-1 0,-1 0 0</inkml:trace>
  <inkml:trace contextRef="#ctx0" brushRef="#br0" timeOffset="57105">21849 9117 5734,'3'6'0,"1"-2"0,2 0 0,11 1 0,-5-3 0,11 2 0,-7-3 0,1-1 0,1-1 0,6-2 0,-7 2 0,2-2 0,-9 3 0,-1-1 0</inkml:trace>
  <inkml:trace contextRef="#ctx0" brushRef="#br0" timeOffset="58259">22343 8661 5734,'4'-7'0,"1"2"0,4-2 0,-2 2 0,4-2 0,1-1 0,-3 3 0,3-2 0,0 0 0,-3 2 0,2 0 0,8 9 0,-12-1 0,7 7 0,-18 2 0,-1-1 0,-6 8 0,3-6 0,-3 3 0,4-5 0,1-2 0,1-1 0,1-2 0,0 3 0,2-5 0,2 3 0,4-6 0,2-1 0,2 0 0,2-1 0,1-1 0,1 1 0,14 3 0,-8 0 0,17 7 0,-22-3 0,4 14 0,-17-9 0,-16 20 0,0-15 0,-4 3 0,-2-1 0,2-3 0,-4 1 0,1-2 0,9-7 0,-9 2 0,21-13 0</inkml:trace>
  <inkml:trace contextRef="#ctx0" brushRef="#br0" timeOffset="58493">22748 8604 5734,'-10'28'0,"-5"14"0,4-12 0,-3 5 0,-1 2 0,-1 3-1093,4-10 1,-2 4 0,2-5 34,-3 11 1058,0-4 0,2-2 435,2-5-435,-1 4 808,6-14-808,1 2 0,-5-1 0,5-6 0,-1-5 0,8-11 0</inkml:trace>
  <inkml:trace contextRef="#ctx0" brushRef="#br0" timeOffset="58823">22709 8924 5734,'12'0'0,"10"1"0,-10 0 0,8 2 0,-10 1 0,1 1 0,-2 1 0,5 11 0,-6-5 0,2 16 0,-14 4 0,2-6 0,-6 7 0,4-16 0,0 12 0,2-11 0,7 16 0,2-22 0,7 5 0,23-8 0,-15-5-538,20 0 538,-23-7 0,2-1 0,-2-1 0,2-2 0</inkml:trace>
  <inkml:trace contextRef="#ctx0" brushRef="#br0" timeOffset="64738">17376 10019 5734,'-5'6'0,"0"4"0,4 25 0,1-7 0,4 3 0,0 1-2366,4 4 2366,-3-12 0,1 1 0,1 1 0,0-2 0,4 14 0,-4-15 0,0 2 357,1 6 1,0 0-358,3 13 0,-4-17 0,-1-1 386,-1-4-386,-4-19 0,-2-3 0,-5-13 0,0-1 0,-3-9 0,2-2 0,1-1 0,-3-10 0,4 5 0,1-5 0,0 4 519,1-16-519,2 1 0,3 0-1466,3 3 1466,-1 17 0,1 0 0,6-8-1080,8-9 1080,-3 12 0,3 5 0,2 2 0,1 4-319,2 4 0,1 4 319,-5 9 394,12 6-394,-21 6 0,0 6 0,-10 6 0,-4-2 0,-4 9 0,-3-5 0,-13 13 0,4-8 339,-11 10-339,8-10 0,-1-1 0,-1-1 0,1 0 439,1-2-439,0-1 0,4-1 758,2-3-758,-6 12 0,14-14 0,-4 8 0</inkml:trace>
  <inkml:trace contextRef="#ctx0" brushRef="#br0" timeOffset="65006">17588 10435 5734,'2'31'0,"7"8"0,0-21 0,13 5 0,-5-19 0,6-5 0,13-20 0,-15 4-833,11-13 833,-21 10 0,-5 1 119,-5 0-119,-4 1 0,-12-6 0,0 8 0,-8-5 0,-8 4 0,7 7 0,-5-1 0,13 8 0,6 3 0,4-1 0,2-1 0</inkml:trace>
  <inkml:trace contextRef="#ctx0" brushRef="#br0" timeOffset="65487">17805 10055 5734,'4'10'0,"-1"2"0,-1 4 0,1 13 0,-2-5 0,-1 10 0,1 5-1370,-1-9 1370,2 10 0,-1-13-189,1 1 189,1-1 0,4 16 0,1 1 0,-1-7 0,1 4 0,1-3 0,2-22 0,-2-7 0,3 1 0,-2-8 0,0-2 988,0-2-988,1-3 0,6-7 0,-4 1 0,4-6 0,3-10 0,-7 9 571,6-11-571,-10 14 0,-2 0 0,3-12 0,-5 10 0,2-8 0,-7 6 0,-2 6 0,-3-3 0,-2 4 0,0 4 0,-3 1 0,-4 8 0,3 3 0,-6 5 0,0 8 0,4-2 0,-2 8 0,3 7 0,5-5 0,-1 8 0,8 14 0,1-17 0,3-4 0,1 0 0,3-4 0,21 10 0,3-22-976,7 1 976,-2-16 0,-10-3 0,1-4 0,1-3 0,1-2 0</inkml:trace>
  <inkml:trace contextRef="#ctx0" brushRef="#br0" timeOffset="65805">18703 10384 5734,'1'-5'0,"-1"-4"0,1 4 0,-1-3 0,2 3 0,-1 1 0,8-7 0,-4 5 0,5-5 0,-9 8 0,-2 1 0,-5 3 0,1 2 0,-2-1 0</inkml:trace>
  <inkml:trace contextRef="#ctx0" brushRef="#br0" timeOffset="65962">18629 10630 5734,'4'1'0,"2"-3"0,5-6 0,-2 0 0,5-3 0,-8 5 0,-1 0 0,-4-1 0,-1 4 0,-3-2 0</inkml:trace>
  <inkml:trace contextRef="#ctx0" brushRef="#br0" timeOffset="67968">19578 10268 5734,'-3'-2'0,"-1"-1"0,4 2 0,2-2 0,1 2 0,5-1 0,-1 0 0,3-1 0,9 1 0,-3 0 0,5 0 0,-2 2 0,-5 0 0,1 2 0,-4 9 0,-7-1 0,-6 17 0,-5-7 0,-7 9 0,0-4 0,1 1 0,-4 8-191,3-7 0,1 0 191,1 15-943,5-12 943,2 8-152,10-6 152,0-10 0,6 4 0,8-9 0,-3-6 0,15 0 0,5-14 0,-4-4 340,-3-5-340,-17 0 0,-8 1 0,0-1 0</inkml:trace>
  <inkml:trace contextRef="#ctx0" brushRef="#br0" timeOffset="68155">19476 10397 5734,'13'-2'0,"1"-1"0,5 2 0,4-2 0,16 2 0,-7 0-456,11 1 1,-12 1-1,-1 2 1</inkml:trace>
  <inkml:trace contextRef="#ctx0" brushRef="#br0" timeOffset="68356">20179 10393 5734,'23'-8'0,"-1"0"0,3 1 0,-4 0 0,20-6 0,-21 7 0,20-6 0,-27 10 0,4-2 0,-14 6 0,-3 1 0,-2 0 0</inkml:trace>
  <inkml:trace contextRef="#ctx0" brushRef="#br0" timeOffset="68527">20193 10512 5734,'9'2'0,"1"0"0,8-1 0,-4-1 0,8-1 0,0-2 0,8-2 0,-6 0 0,2-3 0,-15 2 0</inkml:trace>
  <inkml:trace contextRef="#ctx0" brushRef="#br0" timeOffset="69522">20855 10051 5734,'-2'31'0,"1"-4"0,4-12 0,0 0 0,4 11 0,-3-10 0,2 9 0,-3-10 0,-1-3 0,-2 10 0,-1-12 0,-2 4 0,1-9 0,-1 0 0</inkml:trace>
  <inkml:trace contextRef="#ctx0" brushRef="#br0" timeOffset="69806">21071 10068 5734,'-8'36'0,"2"0"0,1-8 0,-1 2 0,2-1 0,0 2 0,-2 7-269,2-8 1,0 0 268,-2 13-902,2-11 902,-1 8 0,-1-6 0,3-11 0,-3 8 0,4-18 0,0 1 0</inkml:trace>
  <inkml:trace contextRef="#ctx0" brushRef="#br0" timeOffset="70222">21128 10330 5734,'21'-9'0,"-1"1"0,-8 5 0,0 0 0,17 0 0,-11 2 0,22 2 0,-24 2 0,6 2 0,-14 6 0,-5 0 0,-13 22 0,-1-12 0,-9 12 0,4-8 0,1-2 0,2 1 0,0 0 0,2-2 0,10-9 0,4 5 0,1-6 0,4 5 0,1-8 0,1 1 0,1-2 0,0 0 0,0-1 0,-1 0 0,2 6 0,-7-6 0,-11 11 0,-4-12 0,-12 6 0,6-6 0,-3 0 0,0-1 0,-14-1 0,10-2 0,-8-2 0,18-2 0,1-2 0</inkml:trace>
  <inkml:trace contextRef="#ctx0" brushRef="#br0" timeOffset="70456">21696 10485 5734,'-4'8'0,"-3"3"0,2-3 0,-2 4 0,2 0 0,1-1 0,-3 2 0,1-1 0,2-5 0,-2 3 0</inkml:trace>
  <inkml:trace contextRef="#ctx0" brushRef="#br0" timeOffset="71025">22302 10162 5734,'9'-8'0,"0"0"0,0 4 0,1 0 0,0 0 0,2 2 0,-1 2 0,10 5 0,-9 1 0,5 4 0,-12 1 0,-2 2 0,-5 11 0,-3-5 0,-4 9 0,-2-6 0,-1 1 0,-3 6 0,-1 6 0,1 0 0,4-5 0,5 1 0,3-1 0,6-6 0,6 9 0,10-15 0,-3-7-294,10 0 294,-5-7 0,1-3 0,1-2 0,0-3 0,-1-2 0,-4 0 0,-2-3 0,-2-5 0,-4-1 0,-1-4 0</inkml:trace>
  <inkml:trace contextRef="#ctx0" brushRef="#br0" timeOffset="71193">22332 10340 5734,'28'-4'0,"10"-1"0,-12 1 0,10 0 0,-11 0 0</inkml:trace>
  <inkml:trace contextRef="#ctx0" brushRef="#br0" timeOffset="71441">22860 10271 5734,'14'-3'0,"4"0"0,1 1 0,10 1 0,-11 2 0,20 0 0,-19 1 0,8 0 0,-16 0 0,-4 1 0,-2 0 0,-4 0 0,-2-1 0,0-1 0</inkml:trace>
  <inkml:trace contextRef="#ctx0" brushRef="#br0" timeOffset="71659">22874 10375 5734,'5'5'0,"5"3"0,-1-4 0,6 3 0,-4-5 0,1 0 0,15 0 0,-8-2 0,10-1 0,-6-2 0,-8 2 0,7 0 0,-14-1 0,1 1 0</inkml:trace>
  <inkml:trace contextRef="#ctx0" brushRef="#br0" timeOffset="72656">23542 10000 5734,'1'13'0,"2"20"0,-1-8 0,3 15 0,-1-3-1663,-1-8 1663,0 8 0,-2-1 0,-2-10 0,-1 7 55,-1-14 1,1-2-1,-1-2 1</inkml:trace>
  <inkml:trace contextRef="#ctx0" brushRef="#br0" timeOffset="72872">23769 10010 5734,'-2'24'0,"0"1"0,-2 8 0,1-5 0,0 9 0,0 4 0,1-9 0,-1 0 0,0 0 0,0-1-1022,-1 17 1022,2-27 0,0-3 0,1-1 0</inkml:trace>
  <inkml:trace contextRef="#ctx0" brushRef="#br0" timeOffset="73228">23888 10278 5734,'13'0'0,"7"1"0,-6 0 0,6 1 0,-4 4 0,-4-1 0,1 2 0,-5 4 0,-4-1 0,-7 20 0,-3-11 0,-7 13 0,-4-3 0,4-7 0,1 0 0,1 1 0,2 5 0,5 12 0,10-21 0,9-5 0,7-12 0,-3-3 0,9-4 0,-7-3-298,-1-1 298,-1-1 0,-1 1 0,-3-1 0,1-1 0,-3-1 0</inkml:trace>
  <inkml:trace contextRef="#ctx0" brushRef="#br0" timeOffset="99900">11394 7717 1435,'-41'3'0,"0"0"0,0 0 0,0 0 0,0 0 0,0-1 0,-5 2 0,0-1 0,1 0 0,0 1 0,0-1-287,-1 0 0,0 1 0,0-1 0,1 0 0,2 1 287,-2-1 0,3 0 0,0 1 0,-2-1 0,1 0 0,-2 1 0,0-1 0,-1 1 0,1 0 0,0-1 0,0 1 0,0 0 0,1 0 0,1-1 0,0 1 0,1-1 0,0 0 0,-1 1 0,0 0 0,-1-1 0,-1 1 0,0 0 0,1 0 0,-1-1 0,0 1 0,1-1 0,0 0 0,2 1 0,-1-1 0,2 0 0,0 0 0,-1 1 0,2-1 0,0 0 0,-2 0 0,-3 0 0,-3 0 0,9 0 0,-4 1 0,-2-1 0,-3 1 0,-1-1 0,1 1 0,0 0 0,2-1 0,3 0 0,5 0 0,-9 1 0,7-1 0,2 0 0,-3 0 0,-7 1 0,10-1 0,-6 1 0,-2 0 0,-4 0 0,-2 0 0,0 1 0,0-1 0,1 0 0,3 0 0,3 0 0,4 0 0,6-1 0,-11 2 0,8-2 0,2 1 0,-4 0 0,2 0 0,-3 1 0,-1-1 0,0 0 0,0 1 0,3-1 0,-9 2 0,2-1 0,2 0 0,1 0 0,-3 1 0,2-1 0,-2 1 0,4-1 0,-2 0 0,0 0 0,-2 1 0,3-1 0,-2 1 0,0 0 0,1 0 0,3-1 0,-6 1 0,3-1 0,-3 1 0,7 0 0,-4-1 0,0 1 0,1 0 0,6 0 0,0-1 0,4 0 0,0 0 0,-1 1 0,1-1 0,0 1 0,1-1 0,1 1 0,-4 0 0,-7 2 0,-5 0 0,0 1 0,4-1 0,5 0 0,2-1 0,-3 0 0,0 1 0,-4 0 0,-2 1 0,2 0 0,7-2 0,-10 3 0,2-1 0,5 0 0,-6 0 0,1 1 0,5-2 0,-1 0 0,1 0 0,2 0 0,-3 0 0,3 0 0,0-1 0,3 0 0,10-2 0,0 0 0,-6 2 0,1-1 0,3-1 0,2 0 0,-12 4 0,1 0 0,1 1 0,1 0 0,9-2 0,-1 0 0,-5 3 0,8-4 0,-6 4 552,5-3 1,-2 1-553,-1 1 0,-1-1 0,-2 1 0,-1 1 818,-2-1 1,2 0-819,-1-1 0,-10 3 0,0-2 0,10-3 0,1 0 0,-4 0 0,3-1 0,-12 3-218,1 0 0,1-1 218,11-3 0,1-1-244,-10 0 244,11-2 0,-6-1-336,4-2 336,8-2 0,-4 1 934,7-1-934,7 3 1461,-2 0-1461,8 3 933,2 3-933,1 3 610,2 3-610,1 4 0,0 3 0,1 2 0,2 16 0,1-6-244,2 11 244,-1-19 0,2 2 0,5 12 0,3 6 0,-2-4-1531,0 0 0,1 1 1531,1 2 0,2 3 0,-2-6 0,-3-11 0,-1-4-144,0 2 0,2 2 144,6 12 0,3 5 0,-2-3-1023,-2-7 1,0 0 1022,3 5 0,1 3 0,0-4 0,-1-6 0,1-3 0,-1-5 0,2-1 0,0 0 0,5 6 0,1-2-13,7 2 1,-1-5 12,-13-13 0,1-2 0,12 2 0,2-1 0,-9-3 0,2 0 0,9 1 0,0-1 0,-10-3 0,0-1 0,0 0 0,0 0 0,0-1 0,1 0 0,-1 1 0,0-1 0,1 0 0,0 0 0,0 1 0,0-1 0,0 0 0,1 0 0,0 0 0,0 0 0,2-1 0,-1 0 0,0 1 0,1-1 0,1 0 0,0-1 0,0 0 0,0 1 0,0-2 0,1 1 0,-1-1 0,1 0 0,-1 0 0,0 0 0,0-1 0,0 1 0,-1-1 0,0 0 0,0 0 0,0-1 0,0 1 0,-1 0 0,0 0 0,0-1 0,-1 1 0,0 0 0,0 0 0,0 0 0,0 1 0,0 0 0,-1-1 0,2 1 0,13 1 0,0-1 0,-10 1 0,-1-1 0,12 0 0,-2 1 0,-13-1 0,1 0 0,7 0 0,3-1 0,4 0 0,-1-1 0,4-1 0,0 0 0,-2 0 0,-6 1 0,-1 0 0,0 0 0,2 0 0,2-1 0,3-1 0,0 0 0,-3 0 0,-6 1 0,10-2 0,-4 1 0,-6 1 0,3-1 0,-4 0 0,3 0 0,-2 1 0,0-1 0,0 1 0,-3 0 0,3 0 0,-5 1 0,2 0 0,-1 0 0,5 0 0,-1 0 0,-7 1 0,2 0 0,2 0 0,1 0 0,4 0 0,0 1 0,-4-1 0,7 1 0,-1-1 0,-6 1 0,4 0 0,0 0 0,-6-1 0,-2 1 0,-2 0 0,1 0 0,1 0 0,-2 0 0,2-1 0,14 0 0,0 0 0,-11 1 0,1-1 0,3 1 0,4 0 0,-3 0 0,-4 1 0,-1-1 0,11 1 0,2 1 0,-8-1 0,1 0 0,-3 0 0,-1 0 0,1 0 0,1 0 0,5 1 0,0-1 0,-7 0 0,-2 0 0,-1 0 0,-1 0 0,3 1 0,-2-1 0,5-1 0,-2 1 0,-7-1 0,-1 0 0,8 1 0,1-1 0,2-1 0,-1 0 0,-9 0 0,1 0 0,9 0 0,2-1 0,4-2 0,0 1 0,-10 1 0,1-1 0,-5 1 0,3-1 0,-2 1 0,4-1 0,-1 1 0,2-1 0,1 1 0,0-1 0,1 1 0,-3-1 0,7 1 0,-11 0 0,7 1 0,4-1 0,0 1 0,0 0 0,-4-1 0,3 1 0,-2 0 0,0 0 0,3 0 0,-2 0 0,3 0 0,1 0 0,0 0 0,-2 0 0,-5 0 0,8 1 0,-5 0 0,5 0 0,-6-1 0,4 1 0,2-1 0,1 1 0,-3-1 0,-5 0 0,8 1 0,-6-1 0,6 1 0,-8-1 0,5 0 0,3 1 0,-1-1 0,-2 0 0,-5 0 0,8-1 0,-6 1 0,1-1 0,4 1 0,1-1 0,-1 0 0,1 0 0,-1 0 0,0 0 0,-3 0 0,0 0 0,-4 1 0,3-1 0,1 0 0,-8 1 0,4-1 0,0 1 0,-4-1 0,-2 1 0,-4-1 0,3 1 0,13-1 0,4 0 0,-1 0 0,-6-1 0,0 1 0,-3 0 0,-2-1 0,0 1 0,7-1 0,3 0 0,-6 0 0,-13 1 0,-2 0 0,6 0 0,1-2 0,-3 0 0,-1-1 0,15-4 68,-17 2 0,0-1-68,10-6 0,0-1-82,-1-3 82,0-1 0,-2 0 0,1-3 0,-2 0 0,-10 6 0,0 0 0,11-10 0,-12 10 0,-1-2 0,0-1 0,-2 0 0,11-11 0,-10 9 0,-1-1 0,7-10 0,-7-1 0,5-9 0,-1-3 0,-3 6 0,-1-1 0,0-1 0,-4 9 0,3-5 0,0-1 0,-1 0 0,-4 4 0,-1-3 0,-4 3 0,-1 1-27,3-8 0,-1-1 27,-2 6 0,1-1 0,-2 1 0,-1-4 0,-1 2 0,-1-1 0,0-1 0,-3 0 0,0 0 0,-2-2 0,-1 1 0,-2-1 0,-2-1 0,-2 0 0,-2-1 0,-2-1 0,-3 1 0,4 15 0,0-1 0,-4 0 0,-2-1 0,-3-2 0,-1 0 0,0 2 0,-3-2 0,1 2 0,-4 0 0,2 1 0,-1-1 0,-3 0 0,-1 2 0,-5 1 0,-4 1 0,0 2 0,2 1 0,5 4 0,1 2 0,0 0 0,-2 0 0,0 0 0,-3-1 0,-1 0 0,0 2 0,2 1 0,0 1 0,0 2 0,1 1 0,-1 1 0,-1-1 0,0 1 0,-1 0 0,0 0 0,-1 1 0,0 1 0,-1-1 0,1 2 0,-2 0 0,0 0 0,1 1 0,-1 1 0,-1 0 0,0 0 0,-1 2 0,1-1 0,-1 2 0,1-1 0,-1 2 0,0 0 0,-1 1 0,0 0 0,-1 0 0,1 2 0,1-1 0,-1 1 0,1 0 0,-1 1 0,0 0 0,0 1 0,0-1 0,0 0 0</inkml:trace>
  <inkml:trace contextRef="#ctx0" brushRef="#br0" timeOffset="101615">5131 12809 4910,'33'28'0,"0"-1"0,-1 1 0,0-2 0,-1-1 0,3-2 0,4-3 0,2-3 0,-1-1-898,-8-4 1,-1 0 0,6-2 897,3-2 0,8 0 0,2-1 0,-2-1 0,-4-2-734,0-1 1,-3-3 0,3 0 733,-6 0 0,3 0 0,1-1 0,0-2 0,0-3 0,1-4 0,1-3 0,0-2 0,-1-2 0,-2 0-4,-3 1 0,-2-1 1,-1-1-1,1 0 1,1-1 3,6-3 0,1 1 0,1-2 0,-2 0 0,-3-1 0,-1-2 0,-3-2 0,-3 1 0,-2 0 0,-1-1 0,-4 1 0,0-3 0,-1 0 0,-1-4 0,-1 0 0,-1 1 0,-1-2 0,-2 1 0,0-2 0,-2 2 0,0-2 0,-1 0 0,-3 2 0,-3-1 0,-3 2 0,0-1 0,-2 0 0,-1-1 0,-1 0 0,-1 0 0,-2-1 0,0 1 0,-2 0 0,0 0 0,-1 0 0,-2 1 0,0-1 0,-1 1 0,0 1 0,-1 0 0,-1 0 0,0 2 0,-1 0 0,0 1 0,-5-14 0,-2 1 0,1 2 0,-1 2 0,1 2 0,-1 0 0,1 4 0,0-1 0,-5-9 0,1 0 0,6 13 0,1-1 0,-3-7 0,2 0 0,7 13 0,0 0 0</inkml:trace>
  <inkml:trace contextRef="#ctx0" brushRef="#br0" timeOffset="107392">4394 10950 3139,'-40'0'0,"-1"0"0,0 1 0,1-1 0,-1 0 0,-5 1 0,6 1 0,-4 1 0,-3 0 0,0 1 0,1 0 0,4-1-785,-3 0 0,4 0 0,-1 0 1,-3 1 784,2 0 0,-4 0 0,-1 1 0,-1-1 0,4 1 0,4-1 0,-10 2 0,6-1 0,-1 1 0,1-1 0,0 1 0,-3 0 0,3 0 0,-3 1 0,1 0 0,2-1 0,-2 1 0,3 0 0,-2-1 0,4 1 0,-2-1 0,1 1 0,3-1 0,2 0 0,3-1 0,1 0 0,1 0 0,0 0 0,0 0 0,-13 2 0,0 0 0,5-1 0,-2 0 0,10-2 0,-2 1 0,2 0 0,-1-1 0,0 1 0,-6 0 0,2-1 0,12-1 0,2-1 0,-9 1 0,-1 0 0,14-1 0,7-2 1632,2 1-1632,7-2 2684,4-1-2684,3-1 1418,9-3-1418,-1 0 0,8-2 0,-5 0 0,1 0 0,0 0 0,0 0 0,0 1 0,9-5 0,-11 6 0,6-3 0,-14 5 0,0 2 0,2-4 0,-1 3 0,7-6 0,-6 4 0,4-2 0,-5 3 0,0-1 0,0 2 0,0-1 0</inkml:trace>
  <inkml:trace contextRef="#ctx0" brushRef="#br0" timeOffset="107628">1845 11179 5734,'35'1'0,"-2"-2"0,-10-11-1127,0-1 1127,2-1 0,-3 0 0,0 1 0,3-3 0,-3 2 0,-1 1 0,-8 5 0,2 0 0,-8 4 0</inkml:trace>
  <inkml:trace contextRef="#ctx0" brushRef="#br0" timeOffset="108914">710 11789 5734,'-4'4'0,"1"0"0,1 0 0,-1 1 0,2-2 0,0 1 0,1-2 0,1-1 0,1-1 0,1 0 0,2 0 0,4-2 0,0-1 0,6-1 0,12-3 0,-9 3 0,9 1 0,0 1 0,-10 3 0,18 3 0,-30 2 0,-2 6 0,-1 0 0,-2 4 0,-6 7 0,1-6 0,-4 8 0,-5 12 0,4-11-381,-3 10 381,7-19 0,3-3 0,2-8 0,0 3 0,3-6 0,0-2 0,9-4 381,-3 0-381,5-4 0,-2 1 0,-3 1 0,3-2 0,-2 0 0,-5 3 0,-2-2 0,-5 4 0,-3-2 0</inkml:trace>
  <inkml:trace contextRef="#ctx0" brushRef="#br0" timeOffset="109131">627 11996 5734,'8'6'0,"1"-2"0,6-2 0,-1-1 0,7-1 0,14-4 0,-10 1 0,14-5 0,-7-1 0,-10 2 0,6-4 0,-10 0 0,-5 3 0,1-4 0</inkml:trace>
  <inkml:trace contextRef="#ctx0" brushRef="#br0" timeOffset="111078">739 11771 5734,'12'-2'0,"10"-2"0,-8 1 0,18-2 0,-17 3 0,8 1 0,-7 4 0,-5 1 0,2 2 0,-2 14 0,-12 22 0,2-7 0,-8 0 0,-2-2-919,-1-5 919,-5 14-624,7-15 624,2-8 0,2 4 0,3-7 0,7 0 0,1-5 858,6-4-858,0-8 0,24-9 0,-11 2 0,17-7 0,-9 2 685,-10 2-685,19-11 0,-25 11 0,11-11 0,-31 5 0,2 2 0,-14 0 0</inkml:trace>
  <inkml:trace contextRef="#ctx0" brushRef="#br0" timeOffset="111278">811 11891 5734,'26'-10'0,"-10"3"0,23-9 0,-23 9 0,6-3 0,-11 4 0,-6 2 0,1-1 0,-4 3 0,1 0 0</inkml:trace>
  <inkml:trace contextRef="#ctx0" brushRef="#br0" timeOffset="111599">515 11425 5734,'3'28'0,"0"3"0,0-7 0,0 1-827,4 18 827,-2-9 0,1 6 0,-1-4-1434,0-4 1,-1-1 1433,1 2 0,0 2 0,0 0 0,1 8 0,-1-2 0,-1-9 0,1 0-357,1 10 1,-1-1 356,0-13 0,-1-1-421,0-1 0,0 0 421,0-2 0,0 0 0,4 20 0,-3-17 0,0-2 0,3 11 0,1 5-18,-2-17 18,-2-9 0,2-5 0,1-10 0</inkml:trace>
  <inkml:trace contextRef="#ctx0" brushRef="#br0" timeOffset="111863">1118 11465 5734,'4'44'0,"1"-1"0,-1-3-1191,-2-8 1,0 2 1190,0-7 0,0 1 0,0 4 0,0 3 0,0-3 0,0-1 0,0-2 0,1 9 0,0 2 0,0 9 0,1-3 0,-2-16 0,0-1 0,0 5 0,0 3 0,0-6 0,1 10 0,0 7 725,-3-21-725,-4 7 0,2-17 0,-2 3 0,4-17 0</inkml:trace>
  <inkml:trace contextRef="#ctx0" brushRef="#br0" timeOffset="113214">1670 11629 5734,'3'6'0,"-1"-2"0,-1 2 0,-1-3 0,0 1 0,0 0 0,-1-1 0,0 1 0,0-1 0,1 1 0,-1 2 0,1-2 0,-2 2 0,1 0 0,0-2 0,0 1 0,1-1 0,-2-1 0,1 0 0,-1 2 0,1-1 0,-2 1 0,0 0 0,0-1 0,0 1 0,1-3 0,1 1 0,-2 0 0,2 0 0,-1 0 0,2-2 0,-1-1 0,-1 4 0,0-2 0,-2 6 0,1-4 0,-2 3 0,1-2 0,0 0 0,-1 0 0,1 1 0,-4 4 0,3-2 0,-3 3 0,3-3 0,0 1 0,-1 0 0,0-1 0,0 1 0,1 0 0,0 0 0,0 0 0,1-1 0,0 0 0,1-1 0,-2 1 0,0 2 0,1-3 0,1 0 0,3-6 0,0 0 0,1-5 0,-1 3 0,-5-8 0,0 7 0,-6-4 0,0 4 0,0 0 0,-2-1 0,1 1 0</inkml:trace>
  <inkml:trace contextRef="#ctx0" brushRef="#br0" timeOffset="116110">1360 11572 5734,'9'3'0,"-2"-2"0,9 7 0,-6-4 0,7 4 0,1-2 0,-3 0 0,6 2 0,-4-1 0,0 0 0,1 1 0,0 1 0,0 0 0,0 1 0,0 0 0,-1-1 0,-1-1 0,-1 0 0,-2-2 0,-1 0 0,-1-1 0,-2-1 0,-2 0 0,0 0 0,-1-2 0,-2 1 0,0-2 0,-3 0 0,0-1 0,-4-2 0,-1-1 0,-8-6 0,3 3 0,-3-3 0,-2 1 0,2 1 0,-4-2 0,3 2 0,1 1 0,-1 0 0,-5-2 0,3 2 0,-3-1 0,6 2 0,-9-2 0,9 3 0,-7-2 0,9 3 0,2 0 0,-2 0 0,2 0 0,0-1 0,2 2 0,0-2 0,2 2 0,-1-1 0,3 3 0,0 0 0,0 0 0,5 2 0,0-1 0,6 3 0,4 1 0,-1 0 0,5 3 0,-3-1 0,1 0 0,0 0 0,10 4 0,-7-3 0,12 3 0,0 0 0,-8-3-180,4 0 0,-4-1 180,-12-6 0,-1 0 0,-1 0 0,1 0 0,-4-1 0,1-1 0,-4 0 360,-1-4-360,1 1 0,-2-3 0,-2 0 0,1 2 0,-2-3 0,2 5 0,-2-1 0,-1 2 0,1 2 0,-3 0 0,1 2 0,-1 1 0,-3 4 0,-1 1 0,-2 3 0,-2 3 0,-1 2-454,-1 2 454,-1 2 0,-1 0 0,1 2 0,-9 10 0,6-7 0,-5 8 0,3-3 0,7-7 0,-2 4 0,8-11 0,1-2 0,-2 6 0,4-11 0,-2 4 0,6-14 0,2-2 113,0-8 1,2 0-1,2-6 1</inkml:trace>
  <inkml:trace contextRef="#ctx0" brushRef="#br0" timeOffset="117014">1832 11418 5734,'0'7'0,"2"13"0,-2-5 0,2 11 0,-2-2 0,0-4 0,1 6 0,0-1 0,0-6 0,0 4 0,-1-2 0,0-7 0,1 3 0,-1-5 0,1-4 0,0 0 0,0-4 0,-1-1 0,0-3 0,1-6 0,2-1 0,2-5 0</inkml:trace>
  <inkml:trace contextRef="#ctx0" brushRef="#br0" timeOffset="117246">2059 11445 5734,'0'20'0,"0"12"0,0-5 0,2 11 0,0 3-2136,1-8 2136,1 8 0,0-1 0,0-11 0,1 9-346,1-4 346,-2-9 557,0 5-557,1-7 0,-3-8 0,0 3 0,-1-7 0,-1-4 0,0 0 0</inkml:trace>
  <inkml:trace contextRef="#ctx0" brushRef="#br0" timeOffset="117662">2144 11815 5734,'18'-9'0,"6"-3"0,-7 5 0,6-3 0,2 3 0,-6 2 0,6 0 0,-3 4 0,-7 2 0,3 2 0,-9 8 0,-4 0 0,-4 6 0,-9 9 0,0-4 0,-6 8 0,-2 1 0,4-8 0,-1 5 0,2 6 0,6-18 0,1 11 0,8-19 0,3-1 0,16 1 0,-6-4-225,12 1 225,-12-3 0,0 0 0,-2 0 0,2 4 0,-5 1 0,-1 2 0,-11 8 0,-6-4 0,-6 5 0,-2-3-195,-3 2 195,-2-1 0,-1 1 0,0 0 0,-2-2 0,1-1-94,-7 3 94,6-6 0,-3 2 0,-1-4 0,8-5 0,-6 2 0</inkml:trace>
  <inkml:trace contextRef="#ctx0" brushRef="#br0" timeOffset="121424">678 12756 5734,'-2'-2'0,"1"0"0,1 2 0,2-1 0,-2 4 0,2-2 0,-3 3 0,0 0 0,1 0 0,0 6 0,0-3 0,0 3 0,0-1 0,1 6 0,1-1 0,0 5 0,-1-3 0,1 2 0,1 1 0,-1 3 0,0 2 0,-1 16 0,0-9 0,-1 4 0,-1 1 0,0 1 0,1 5 0,-1 0-1190,1-8 1190,0-8 0,0 0 0,0 4-311,0-8 311,0 2-40,0-4 40,0-8 0,0 2 0,1-4 1143,0-5-1143,0-1 351,2-9-351,-2 0 47,1-3-47,-1 2 0,-6-4 0,-1 3 0,-5-4 0,4 5 0,1-2 0</inkml:trace>
  <inkml:trace contextRef="#ctx0" brushRef="#br0" timeOffset="124314">1023 12933 5734,'26'7'0,"-2"0"0,-4 2 0,-6 0 0,2 3 0,-6 3 0,-4-1 0,1 5 0,-6 23 0,-1-19-539,-2 20 539,1-29 132,1 1-132,0-4 0,0 0 0,3 3 0,0-6 0,9 10 407,-4-14-407,8 1 0,-7-7 0,1 0 0,0-1 0,3 0 0,-5 0 0,1 0 0,-4 0 0,-1 0 0,-2 0 0</inkml:trace>
  <inkml:trace contextRef="#ctx0" brushRef="#br0" timeOffset="124971">1324 12746 5734,'1'9'0,"-1"1"0,-2 8 0,1-1 0,-1 8 0,2 8 0,1-4 0,1 11 0,0-15 0,1 0-2400,0 14 2400,0-12 0,0 1 0,0 1 0,0 0 0,3 16 0,-2-15 0,-1 0 0,1 0 0,-1 0 0,2 13 0,-2-15 0,0 0 0,3 16-440,0-4 440,-1-4 410,-2-10-410,-2-14 0,0-3 0,-3-2 1116,-4-4-1116,-1-3 0,-2-6 0,2-3 0</inkml:trace>
  <inkml:trace contextRef="#ctx0" brushRef="#br0" timeOffset="125418">989 13111 5734,'9'0'0,"1"0"0,5 0 0,-2-1 0,6 0 0,2-2 0,-5 1 0,17-2 0,-16 2 0,7-1 0,-10 1 0,-6 1 0,4-2 0,-8 2 0,0-1 0,-5 1 0,-1-1 0,0 0 0</inkml:trace>
  <inkml:trace contextRef="#ctx0" brushRef="#br0" timeOffset="126056">1476 12854 5734,'-5'-2'0,"1"1"0,3 0 0,0 0 0,1-1 0,-2 1 0,1 0 0,-1 0 0,5 4 0,-2-2 0,7 5 0,-3-4 0,3 2 0,4 2 0,-1-1 0,5 2 0,3 1 0,3 1 0,0 1 0,0-1 0,-7-3 0,6 2 0,-5-1 0,4 0 0,-6-2 0,2 3 0,-5-3 0,2 2 0,-5 9 0,-5-6 0,-5 16 0,-4-11 0,-10 16 0,4-12-386,-4 6 386,5-8 0,-4 7 0,4-6 0,-2 3 0,3-4 0,3-5 0,0 2 0,2-7 0,2-2 0,-1-2 386,2-3-386,-1-2 0,3-5 0,2-3 0,1-3 0</inkml:trace>
  <inkml:trace contextRef="#ctx0" brushRef="#br0" timeOffset="126412">2077 12537 5734,'-3'9'0,"-1"12"0,2-6 0,-1 27 0,3-21 0,4 18 0,1 2 0,-2-12 0,1 2 0,1-1 0,-3-14 0,0-6 0,0 2 0,-1-6 0,0-2 0,-2 0 0,-4-5 0,2-1 0,-2-2 0</inkml:trace>
  <inkml:trace contextRef="#ctx0" brushRef="#br0" timeOffset="126889">2215 12610 5734,'3'12'0,"0"1"0,-2 8 0,0-3 0,-2 11 0,-2-3 0,-1 0 0,-2 10-1093,-4 6 1,-3 10 0,2-8 604,4-17 1,0-1 487,-3 10 0,-2 4 0,3-5 28,2-8 1,2-5-29,-1 6-3,-2 15 3,7-30 0,0 1 0,2-7 0,1-6 0,1-3 0,2-5 0</inkml:trace>
  <inkml:trace contextRef="#ctx0" brushRef="#br0" timeOffset="127295">2219 13027 5734,'13'-12'0,"-1"1"0,-4 6 0,9-5 0,-6 4 0,13-5 0,-12 5 0,4-1 0,-5 3 0,10-1 0,-9 3 0,7-1 0,-11 3 0,-1 2 0,2 8 0,-6-1 0,-2 14 0,-6-6-310,-3 7 310,0-3 0,-3 0 0,1 2 0,-1-1 0,0 0 0,2 0 0,1-3 0,1-1 0,2-2 0,1 2 0,4-7 0,2 1 0,2-7 0,3-2 310,2-3-310,2-2 0,1-3 0,1 0 0,1-3 0,7-5 0,0-4 0,1 0 0,4-4-269,-6 4 0,-2 1 269,-10 6 0,-3 0 0,-1-1 0</inkml:trace>
  <inkml:trace contextRef="#ctx0" brushRef="#br0" timeOffset="134580">16348 16341 5734,'-1'-5'0,"3"12"0,1 1 0,2 13 0,2 6 0,0-4 0,2 11 0,1 8-1807,-3-8 1807,-2-11 0,0 2 0,0 11 0,1 0 0,-3-13 0,0 2 0,2 22 0,0 1 0,-3-1-563,0-15 1,-1-1 562,0 11 0,0-14 0,1 1-208,-1 12 208,1-10 0,0-1 0,0-1 0,1 4 0,-2-16 0,-1-4 0,-1-3 278,-3-10 0,1-7 0,-1-9 1</inkml:trace>
  <inkml:trace contextRef="#ctx0" brushRef="#br0" timeOffset="135158">16582 16646 5734,'12'0'0,"0"1"0,9 1 0,-7-1 0,23 3 0,-24-2 0,14 3 0,-20-2 0,1 3 0,-5 1 0,-5 7 0,0-1 0,-4 6 0,-1 6 0,2-6 0,-4 24 0,7-21 0,-1 10 0,10-7 0,7-5 0,0 0 0,6-10 0,1-12 0,-3-2 0,6-3 0,-7-1 0,7-6 0,-8 2 0,3-3 0,-10 4 0,-3 2 0,-2-1 0,-2 2 0</inkml:trace>
  <inkml:trace contextRef="#ctx0" brushRef="#br0" timeOffset="135347">16640 16751 5734,'6'3'0,"3"-1"0,0-2 0,4-1 0,14-3 0,-3 0 0,10-1 0,5-3-1224,-9 4 1224,7-4-94,-6 4 0,-9-1 0,5 1 1</inkml:trace>
  <inkml:trace contextRef="#ctx0" brushRef="#br0" timeOffset="135601">17176 16332 5734,'-4'10'0,"0"11"0,1 10 0,3 9 0,0 1 0,0-13 0,1-1-460,0 14 1,2 0 459,0-11 0,0-1-1270,2 17 1270,-1-16 0,1 0 0,1 11 0,0-1 0,1-7 0,-1 1 0,2 6 0,-2-7 0,-2-1-70,-4-9 0,-2 0 0,-3-11 0</inkml:trace>
  <inkml:trace contextRef="#ctx0" brushRef="#br0" timeOffset="136526">17347 16453 5734,'-5'3'0,"2"2"0,3-2 0,2 2 0,3 0 0,4 4 0,0-1 0,3 1 0,11-2 0,-7-3 0,11 3 0,-1-2 0,-5-1 0,6 2 0,3 1 0,-8-1-406,8 2 406,-10-2 0,7 3 0,-6-2 0,3 2-40,-9-3 40,-1 0 0,-3 1 0,-1-2 0,-1 1 0,-2-1 404,-2 1-404,-1 4 42,-4-2-42,-3 4 0,-3-3 0,-9 8 0,-14 12 0,7-9 0,0 1 0,2-3 0,1 0-452,-1 1 1,2-2 451,-2 2 0,2 1-357,1-3 357,2 0 0,2-3 0,3 0 0,2-4 0,3-1 0,1-2 868,2-3-868,2-1 0,2-2 0,2-1 0</inkml:trace>
  <inkml:trace contextRef="#ctx0" brushRef="#br0" timeOffset="137240">18109 16385 5734,'6'17'0,"-2"-1"0,-2-11 0,-2 2 0,1 0 0,-1 1 0,-2 5 0,1-4 0,-1 6 0,2-2 0,-1-3 0,1 2 0,0 1 0,0-3 0,0 3 0,0 5 0,0-7 0,1 15 0,-1-14 0,2 12 0,0-13 0,1 3 0,1-2 0,-1-4 0,4 6 0,-3-7 0,-1 6 0,-2-4 0,0 3 0,-2-6 0,0 1 0,-1-4 0,-4 1 0,1-2 0,-2-1 0</inkml:trace>
  <inkml:trace contextRef="#ctx0" brushRef="#br0" timeOffset="137496">17958 16829 5734,'15'-3'0,"-3"1"0,7-3 0,7-1 0,18 0 0,-20 3 0,1 0-1085,21-2 1085,-14 2-93,-7 1 93,-9 1 0,6 1 0,-12-1 0,1 2 0</inkml:trace>
  <inkml:trace contextRef="#ctx0" brushRef="#br0" timeOffset="138382">18056 17020 5734,'-2'-6'0,"1"2"0,0-1 0,2 1 0,0 1 0,3-1 0,4-1 0,0 2 0,3-1 0,9 0 0,-7 1 0,8-2 0,-6 2 0,-3 1 0,3 0 0,-2 1 0,-3 1 0,7 3 0,-9 5 0,1 0 0,-7 5 0,-3-3 0,-6 10 0,0-5 0,-4 7 0,0-5-255,-2 0 255,-1 1 0,-1 0 0,-1 0 0,-1 0 0,-11 9 0,6-8-547,-6 4 547,10-10 0,2-4 0,-4-2 0,8-5 241,-1-4-241,12-3 0,3-2 0,4 3 561,3-1-561,4 3 0,3 2 0,4 2 0,2 3 0,3 0 0,3 3-822,1 1 822,2 0 0,1 0 0,-1 1 0,0-2 0,-1-1 0,-2-1 0,-3-1 0,-1-3 0,-4 0 0,-3 0 0,-3 2 0,-7-2 0,-1 1 0</inkml:trace>
  <inkml:trace contextRef="#ctx0" brushRef="#br0" timeOffset="188583">18575 16041 5734,'-8'-8'0,"2"3"0,-1 0 0,4 1 0,-1 1 0,-2-2 0,1 2 0,-1-1 0,-4 0 0,3 1 0,-14-3 0,12 3 0,-9-2 0,9 4 0,0-1 0,-1 1 0,0-1 0,0 1 0,0 0 0,-4-1 0,3 1 0,-3-1 0,6 1 0,-4-1 0,3 1 0,-3-1 0,0 1 0,2 1 0,-2-2 0,4 1 0,-6-2 0,3 2 0,-3 0 0,4 0 0,0 0 0,-1 0 0,-11 1 0,-7-1 0,0 0-352,-1 1 352,13 0 0,-1 2-127,0 0 127,-2 0 0,0 1 0,-1-1 0,-11 3 0,8-1-512,-8 1 512,9-1 0,-24 3 0,17-2-408,5-1 0,1 0 408,-2 0 0,0 1 301,0-1-301,-12 2 0,10-1-492,-8 1 492,11-1 0,2-2 157,0 0-157,1-1 0,0 0 0,0-2 0,-1 0 0,-11-1 0,7-2 141,-8 0-141,8 2 0,0-1 0,-1 0 0,0 1 0,-1 1 0,-15 0 0,10 1 0,4 1 0,0 1-971,-7 1 971,13-2 0,-1 1 0,0 0 0,-1 1 0,-10 0 0,0 1 0,5-1 0,1 0 0,-5 1 0,0 0 0,7-2 0,2 0 0,-15 0 0,5 0 0,0 0 0,-6-1-322,14 0 0,1 0 322,-11 1 0,-1 1-634,1 0 634,-1 2 0,2-1 0,-1 1 0,6 0 0,-2 0 0,-8 1 0,10-1 0,1-1 0,0 1 0,1 0 0,5-2 0,0 0 0,-7 0 0,-15 2-72,16-4 72,9-1 798,-5-1-798,6-2 0,5 1 1216,-2-2-1216,7 1 1153,-4-3-1153,5 2 854,-3-2-854,5 2 0,0 0 0,0 0 0,-3 0 0,3 0 0,-3-1 0,3 2 0,-1-2 0,1 2 0,0-2 0,2 2 0,1 1 0,1-1 0,-2 0 0,2 1 0,-1-1 0,3 3 0,0-1 0,2 1 0,0 1 0,2 11 0,-2-4 0,4 17 0,-4-9 0,3 19 0,-1-11-806,0 11 806,1-7 0,1 17 0,1 3 0,-3-23 0,1 0 0,0 6 0,1 4 0,-1-3 0,1-5 0,-1-2 0,3 17 0,-2-17 0,0 2 0,1 7 0,0-1 0,2 11 0,-3-12 0,2 4 0,-1-5 0,1 11 0,1-1 0,0 0 0,-1-4 0,-1-13 0,-1 0-269,0 0 1,0-1 268,2 13 0,-2-6 0,1 6 0,-1-4 0,-1-6 0,0-1 0,2 16 0,0-2 0,-2-9 0,0-13 0,-2-4 0,1 1 0,-1-6 0,1 0 760,-2-4-760,0 0 583,1-1-583,0-2 0,0-1 0,0-1 0,2 0 0,4 0 0,0 0 0,5 0 0,-1 0 0,3-1 0,2 1 0,2-1 0,3 1 0,2 0 0,2 0 0,3 1 0,3 1 0,9 3 0,6 1 0,-10-1 0,1 0-858,-4 0 0,2 0 0,-2 0 858,4 0 0,-4 1 0,-6-3 0,-2 1-695,2 0 0,1-1 695,0 0 0,2 0 0,15 0 0,2 0 0,-11-2 0,3 1 0,4-2 0,5 0 0,-4 0 0,-2 0 0,2-2 0,-9 0 0,5 0 0,2 0 0,-1-1 0,-4 1-533,-1 0 0,-2-1 1,2 1 532,3-1 0,4-1 0,1 1 0,-3 0 0,3-1 0,-2 1 0,-1-1 0,-8 2 0,-1-1 0,1 1-58,8-1 1,3 0 0,-3 0 57,4 1 0,-2-1 0,0 2 0,0-1 0,0 0 0,-1 0 0,0 1 0,-1-1 0,0 1 0,-1 0 0,-1 1 0,-1-1 0,0 0 0,-1 1 0,-1-1 0,-1 1 0,-2-1 0,2 1 0,10-1 0,0 0 0,-11 1 0,0-1 0,8 0 0,0 0 0,-1-1 0,-3 0 0,-9 0 0,-1 0 0,9-1 0,0 0 0,-3-2 0,-2 0 0,-8 1 0,0 0 0,7-2 0,-1 1 0,9-5 0,-2 0 625,-12 3 0,1-2-625,5-2 0,1-1 0,-1 1 0,-1 0 903,-2 0 0,-3 1-903,6-3 0,-15 5 0,-2 1 1234,-2 1-1234,1-2 1028,-5 4-1028,0-2 23,-4 3-23,-2 0 393,0 0-393,-2-2 0,-5-12 0,-4-8 0,-3-6 0,-2-3 0,-1 1 0,-1-3-1639,5 12 1,0-1 1580,-7-16 1,-2-3 57,2 0 0,0 2-1011,3 7 0,0-1 1011,2 4 0,0-1 0,0 1 0,-1-4 0,0 0-160,1 0 0,-1-1 160,1 1 0,-1-2 0,2 4 0,0-2 0,1 2 0,-2-4 0,1 0 0,2 6 0,-1 0 0,2 2 0,1 1 0,0 1 0,1 3 0,0 0 0,-5-19 0,1 4 0,3 6 0,-2-6 0,3 13 868,0-3-868,4 14 1935,0 2-1935,1 2 1460,2 2-1460,-1 1 1100,-4-1-1100,1 1 92,-2-1 1,2 1 0,1-1 0</inkml:trace>
  <inkml:trace contextRef="#ctx0" brushRef="#br0" timeOffset="189166">18648 15952 5734,'34'32'0,"-16"-16"0,18 15-1078,-20-21 1078,0 0 0,2-2 346,2-1-346,9-1 0,-6-3-217,7-3 217,-9-4 0,-1-3 0,0-2 0,2-2 0,0-2 0</inkml:trace>
  <inkml:trace contextRef="#ctx0" brushRef="#br0" timeOffset="193696">7688 17454 5734,'1'25'0,"2"18"0,-1-4-1511,-1-11 0,1 0 1511,1 17 0,-2-21 0,1 1 0,0-1 0,0 1 0,0 10 0,1 1 0,-1-10 0,0 0 0,1 6 0,-1 1 0,1-5 0,-1-2 611,1 11-611,1 5 0,-2-20 0,0-4 543,-1-4-543,-1-5 0,-1-6 0,-4-14 0,0-5 0,-3-12 1600,1-1-1600,1-3 0,0-7 0,1 3 0,1 4 0,0-2-485,-1-6 0,1-4 1,1 4 484,2 9 0,2-1 0,3-1 0,1-6 0,1 1 0,0 4 0,-2 0 0,3-1 0,4-12 0,4-5 0,0 14 0,0 20-20,13-3 20,-16 30 0,2 16 0,-5-1 0,1 12 0,-8 10 0,-3-9-576,0-12 1,-2 1 575,-4 11 0,-2 0 1156,-3 0-1156,2-12 0,-1 0 0,-4 10-818,-7 7 818,8-19 0,1-4-71,0-4 71,1-4 1193,3-3-1193,-1-3 342,3-2-342,1-2 996,20 7-996,-2-1 0,18 8-111,-6-1 111,2 2 0,-7-3 0,1 2 0,11 8 0,-11-8 0,0 1 0,18 13 0,0 0 0,-16-12 0,-1-1 0,8 8 0,-8-5 0,-10-10 0,-1-1 0,-3-3 0,-1 1 0,-2-4 0,0 2 0,-1-3 206,-2-1-206,0-3 0,0 0 0,-3-2 0,-1 0 0,-2-2 0,-2-1 0,2-4 0,0-2 0,1-2 0</inkml:trace>
  <inkml:trace contextRef="#ctx0" brushRef="#br0" timeOffset="194048">8131 17615 5734,'-3'4'0,"1"2"0,-7 26 0,3-5-2160,-1 16 2160,3-7 0,2 5 0,2 2 0,2 1 0,3-12 0,0-1 0,4 15 0,1-10 0,2-2 0,4 0 0,7 4 473,5-23-473,-5-13 0,18-24 0,-17-8-542,-9 7 1,-1-2 541,3-21 0,-11 22 0,-1-1 0,-1 0 0,-2-1 0,-1-1 0,-3 1 0,0-1 0,-3 0 0,-1 0 0,-1 0 0,-2 1 0,-2 0 0,0 1 0,-1 1 0,-2 1 0,0 2-881,-15-16 881,-2 7 350,0 17 0,-1 6-350,-8 10 0,12-2 0,3 6 0,10 18 0,11-4 0,4 1 0</inkml:trace>
  <inkml:trace contextRef="#ctx0" brushRef="#br0" timeOffset="194429">8778 17541 5734,'-5'-14'0,"-1"1"0,-5 5 0,0 4 0,-16 7 0,7 6 0,-10 8 0,3 14 0,3 5 0,10-14 0,0 0-748,-2 5 1,-1 4 0,4-3 747,5-3 0,2 0 0,1 0 0,0 1-648,1 1 1,2 0 647,0 0 0,1 0 0,1-1 0,2 1 0,0-1 0,1-1-359,7 22 359,3-5 0,3-6 0,4-5 0,4-6 0,16-4 0,-7-10 0,10-6 0,-14-11 0,1-9 0,-1-4 0</inkml:trace>
  <inkml:trace contextRef="#ctx0" brushRef="#br0" timeOffset="195360">9082 17785 5734,'-6'-1'0,"1"-1"0,4 1 0,2-1 0,5 1 0,2-1 0,32-4 0,-5-2 0,-11 3 0,1-1 0,3-1 0,-3 0 0,1 0 0,17-5 0,-28 10 0,0 1 0,-13 7 0,-5-1 0,-5 2 0</inkml:trace>
  <inkml:trace contextRef="#ctx0" brushRef="#br0" timeOffset="195651">9145 17956 5734,'1'4'0,"3"-2"0,5-3 0,3-2 0,2 0 0,9-3 0,1-1 0,4 0-488,-2 0 1,-1 0 487,-2 0-341,1 1 341,-2 0 0,-1 0-37,-3 1 37,-2 1 0,-5 2 0,-2 2 935,-5 2-935,-4 0 0,-4 1 0,-3-1 0</inkml:trace>
  <inkml:trace contextRef="#ctx0" brushRef="#br0" timeOffset="195835">9226 18107 5734,'20'-1'0,"7"-1"0,-10 1 0,5-1 0,-7 0 0,-2-2 0,0 0 0</inkml:trace>
  <inkml:trace contextRef="#ctx0" brushRef="#br0" timeOffset="199186">10070 17091 5734,'-1'-5'0,"0"2"0,-1 1 0,0 2 0,-1-2 0,2 2 0,-1 0 0,1 1 0,-1 0 0,0 1 0,0-1 0,-1 1 0,1-1 0,-1 0 0,2-1 0,-1 1 0,1 0 0,-1 0 0,1 0 0,0 1 0,-1-1 0,1-1 0,0 1 0,-1-1 0,1 1 0,-1 1 0,1-1 0,0 0 0,-2 1 0,2 0 0,-2 0 0,1 0 0,-1 0 0,0 0 0,2-1 0,-1-1 0,0 1 0,1-1 0,-1 0 0,1 0 0,0 0 0,-2 0 0,2 0 0,-5 0 0,5 1 0,-4 0 0,4-1 0,0 1 0,0 0 0,-1 1 0,2-1 0,-2 0 0,2 0 0,-2-1 0,0 0 0,1 0 0,-1 0 0,1 0 0,-1 0 0,1 1 0,-2 1 0,1-1 0,-1 2 0,0-2 0,-2 4 0,1-1 0,-1 1 0,2-1 0,0 0 0,0 1 0,-3 6 0,1-3 0,-4 7 0,5-6 0,-2 0 0,-3 15 0,4-12 0,-3 12 0,6-15 0,1-1 0,0-1 0,0 5 0,0-5 0,1 4 0,0-5 0,0-2 0,-1 0 0,0-2 0,1-1 0,0 1 0,0-1 0,0 0 0,1 0 0,0 1 0,-1 0 0,0-1 0,0 1 0,0 0 0,0-1 0,0 1 0,0 1 0,0-1 0,0 1 0,0 0 0,0 0 0,0 1 0,-1-1 0,0 1 0,0-1 0,-1 1 0,1 0 0,0 1 0,0-1 0,1 1 0,0 0 0,0-1 0,0 2 0,1-2 0,0 1 0,0-3 0,4 3 0,-1-2 0,3 2 0,3-4 0,-2-1 0,3 0 0,-2 0 0,1 0 0,6 0 0,-4 2 0,4-1 0,-5 3 0,4 2 0,-5-1 0,4 4 0,-5 30 0,-7-16-301,-3 9 0,-2 0 301,-7-1 0,0-2 0,-2-1 0,-3 7 0,-5 8 0,4-8 0,5-10 0,-1 2 0,4-12 0,4-6 0,-1-1 602,3-6-602,0-3 0,3-4 0,2-4 0,1-4 0,2-1 0,2-2 0,9-12 0,-8 15 0,7-5 0,-12 21 0,0 7 0,-5 20 0,-2 7 0,0 7-1133,-2 1 1,1 0 1132,1-20 0,1-2 0,-2 25-457,6-11 1,1 0 456,2 7 0,0-14 0,2-1-377,12-3 377,-3-11 0,7-1-26,-6-12 26,-1-3 1890,-3-3-1890,-2-1 276,-4 0 0,-5-1 1,-1-1-1</inkml:trace>
  <inkml:trace contextRef="#ctx0" brushRef="#br0" timeOffset="202332">10345 17570 5734,'18'-10'0,"-4"1"0,14-5 0,-10 4 0,5 0 0,-1 2 0,-6 4 0,14 15 0,-21 0 0,7 16 0,-23 6 0,-1-5 0,-6 13 0,4-17 0,-1-1-1166,-6 13 1166,6-12 0,-1 0 0,-2 5 0,1-1 0,0 2 0,2-7 0,3-1 0,5-11 0,7 0 0,2-4 0,5-1 0,2-4 0,2-2 0,2-2 0,1 0 0,1-2 0,0 0 0,0-2 0,-2 0 0,0-2 0,-2 0 1166,-1-1-1166,-2 1 0,-1-1 0,-2 1 0,-4 2 0,-1 0 0,-3 2 0,-3-1 0,-1-1 0,-2-2 0</inkml:trace>
  <inkml:trace contextRef="#ctx0" brushRef="#br0" timeOffset="202517">10303 17670 5734,'13'-5'0,"13"-5"0,-2 2 0,8-2 0,1 0 0,2-1 0,0 1 0,-2-1 0,-3 3 0,7-5 0</inkml:trace>
  <inkml:trace contextRef="#ctx0" brushRef="#br0" timeOffset="202883">11023 17009 5734,'-1'7'0,"1"4"0,0 20 0,1-1-1231,0 5 0,0 2 1231,0-9 0,0 0 0,0 12 0,0 3 0,0-7 0,0 1 0,0-1 0,-1 7 0,1 3 0,0-10 0,0 5 0,0 3 0,0-2 0,0-5-308,0-1 0,0-3 0,0 3 308,1 10 0,1 5 0,-1-1 0,1-7 0,0-3 0,0-2 0,0-1 0,0 2 0,1-4 0,-2-2 0,1-3 0,-2 0 0,0-3 0,-1 5 181,-4-24 0,1-11 0,-1-5 0</inkml:trace>
  <inkml:trace contextRef="#ctx0" brushRef="#br0" timeOffset="204586">11619 17339 5734,'0'-7'0,"1"3"0,0 0 0,1 1 0,-1 1 0,0 0 0,0 1 0,0 6 0,-1-1 0,1 7 0,0 7 0,1-2 0,-1 9 0,4 22 0,-3-15-568,1-6 0,-1 1 568,0 4 0,1 1-427,-2 13 427,1-13 0,-1-6 0,0-2 0,1 0 0,1 16 0,-1-24 0,1 5 0,-2-13 0,0-2 0,1-2 0,-1-2 1083,0 0-1083,-3 1 480,0-2-480,0-3 0,1-4 0,2-4 0</inkml:trace>
  <inkml:trace contextRef="#ctx0" brushRef="#br0" timeOffset="205338">11761 17496 5734,'5'2'0,"0"-1"0,4-1 0,-2 0 0,4 0 0,11 0 0,-9 0 0,9 1 0,-12 0 0,0 1 0,-1 0 0,-1 1 0,-1-1 0,0 2 0,-1 0 0,0 4 0,-2-1 0,-2 5 0,-5 7 0,-2-3 0,-4 8 0,-4 3 0,2-4 0,-2 5 0,4-9 0,0-2 0,3-1 0,-1-1 0,1 2 0,3-5 0,0 5 0,3-10 0,2 3 0,4-6 0,1-1 0,2-3 0,0-2 0,1-2 0,0-1 0,1-1 0,0 0 0,-1-1 0,0 0 0,-4 2 0,1-4 0,-5 4 0,0-3 0</inkml:trace>
  <inkml:trace contextRef="#ctx0" brushRef="#br0" timeOffset="205577">11793 17675 5734,'13'-5'0,"0"0"0,5-1 0,-3 1 0,8-3 0,0 2 0,-4 1 0,3 2 0,-4 6 0,-7 0 0,3 3 0</inkml:trace>
  <inkml:trace contextRef="#ctx0" brushRef="#br0" timeOffset="207426">12069 17238 5734,'1'14'0,"1"4"0,1 20 0,1-3-409,-2-10 0,0 3 409,0 7 0,0 1-369,-1-7 1,1 1 368,0 6 0,0 4 0,0-3-954,1-2 0,-1 0 954,1 12 0,1 1 0,-1-1 0,1-2 0,-1-11 0,0 1 0,0-1 0,0 3 0,0-4 0,0-6 0,-1-1-82,1 5 1,1-1 81,0 12 0,-1-16 0,-1 1 0,-2-17 281,-3-6-281,0-6 0,0-8 0,0-5 0</inkml:trace>
  <inkml:trace contextRef="#ctx0" brushRef="#br0" timeOffset="208969">12260 17390 5734,'-3'3'0,"1"-1"0,1-3 0,0-1 0,0 1 0,-1 0 0,0-1 0,0 1 0,0-1 0,1 1 0,0-1 0,-1 1 0,0 1 0,1-1 0,4-1 0,5 1 0,17-1 0,-7 2 0,26 6 0,-24-2-412,15 5 412,-17-3-124,0 0 124,0 1 0,0-1 0,-1 1 0,-2 0 0,-1 1 0,3 3 0,-5-3 0,2 3 0,-3-1 407,-4-2-407,0 2 129,-4 3-129,-3-2 0,-5 12 0,-1-7 0,-5 6 0,-4 5 0,1-5 0,-4 8 0,-5 4-1105,5-8 1105,-5 9 0,7-12-384,2-3 384,2-2 0,1-4 0,2-2 0,1-1 0,2-5 1058,0 0-1058,0-6 107,3-1 1,2-6 0,4-2 0</inkml:trace>
  <inkml:trace contextRef="#ctx0" brushRef="#br0" timeOffset="209517">12830 17179 5734,'-2'13'0,"1"7"0,1-6 0,0 18 0,1-12 0,-1 10 0,3 2 0,-2-6 0,2 6 0,1 5 0,0-15 0,1 9 0,-2-18 0,-1-4 0,1 2 0,-2-4 0,-2 2 0,-2-5 0,-2-2 0,1-6 0,1-3 0</inkml:trace>
  <inkml:trace contextRef="#ctx0" brushRef="#br0" timeOffset="209730">12767 17564 5734,'12'3'0,"8"1"0,-2-2 0,8-1 0,-6-2 0,0-1 0,1-2 0,5 0 0,-7 1 0,2 0 0,-11 2 0,-3-2 0,-1 0 0</inkml:trace>
  <inkml:trace contextRef="#ctx0" brushRef="#br0" timeOffset="210190">12804 17726 5734,'6'-2'0,"6"-1"0,-4 1 0,4-1 0,1 0 0,-3 2 0,6 0 0,-5 4 0,0 1 0,-2 4 0,-5 0 0,-1 9 0,-2-1 0,-2 6 0,-2 6 0,0-7 0,1 7 0,-1-3 0,3-8 0,0 3 0,0-10 0,3-3 0,-1-2 0,3-2 0,3-2 0,3-1 0,0 0 0,2-1 0,0 1 0,0 1 0,0 0 0,-1 3 0,-1 1 0,0 2 0,-2 1 0,-2 3 0,-3 1 0,-2 3 0,-6 3 0,-3 2 0,-8 5 0,-3 0 0,-7 7-522,-1 1 0,-2-2 522,1-4 0,-7 5 0,16-17 0,2-2 0,1-6 0,7-8 0,5-8 0,7-7 0</inkml:trace>
  <inkml:trace contextRef="#ctx0" brushRef="#br0" timeOffset="212583">13715 17972 5734,'-4'-2'0,"1"-1"0,1 1 0,2-1 0,-1-2 0,1 1 0,1-2 0,-1 1 0,2-1 0,-1-4 0,0 2 0,0-4 0,0 2 0,0-4 0,-1 3 0,0-8 0,0 8 0,0-4 0,0 1 0,0 3 0,0-2 0,-1 4 0,0 0 0,0-1 0,0 1 0,0-1 0,-1 1 0,1-1 0,0 2 0,-1-2 0,1-4 0,-1 3 0,0-4 0,1-1 0,1-16 0,0 12 0,0-15 0,-1 23 0,1-3 0,-1 0 0,1 5 0,-1-4 0,0 5 0,1-2 0,0 0 0,1 0 0,-1 3 0,1 3 0,0-3 0,1 2 0,1-3 0,-1 3 0,2-3 0,0 2 0,1-2 0,0 0 0,-2 2 0,4-8 0,-2 8 0,2-6 0,-1 6 0,-2-1 0,2 1 0,-1 0 0,2 0 0,1-2 0,-1 2 0,0-2 0,-2 4 0,4-5 0,-3 6 0,3-5 0,-2 4 0,-2 1 0,3-1 0,-2 2 0,1 0 0,2 0 0,-2 1 0,2 0 0,-2 0 0,-2 2 0,2-1 0,-5 1 0,2 0 0,2 0 0,-2 0 0,3 0 0,1 0 0,-2 0 0,2 0 0,1 0 0,-1 0 0,1 1 0,-3-1 0,0 2 0,1 0 0,-1 0 0,1 1 0,0 2 0,0-1 0,-1 1 0,1 0 0,-1 0 0,0 1 0,0-1 0,0 1 0,0 1 0,0-1 0,-1-1 0,0 0 0,6 10 0,-3-3 0,4 5 0,-7-7 0,0-1 0,1 4 0,-1-2 0,0 3 0,0 3 0,-1-3 0,0 4 0,2 13 0,-1-9 0,3 24-247,-4-19 247,0-2 0,-1 0-925,-1 8 925,2 11 0,-1 1 0,0-11 0,0 8 0,-1-15-315,-1-2 315,1-4-38,-1-2 38,0-2 215,0-4-215,-1-1 910,0-1-910,0-5 355,-3 1-355,-1-5 45,-3-3-45,-2-2 0,-1-4 0,-3-1 0</inkml:trace>
  <inkml:trace contextRef="#ctx0" brushRef="#br0" timeOffset="214641">11447 17209 5734,'0'0'0</inkml:trace>
  <inkml:trace contextRef="#ctx0" brushRef="#br0" timeOffset="216186">14658 17525 5734,'0'-5'0,"3"0"0,1 3 0,2-2 0,10-4 0,-3 1 0,6-3 0,-3 4 0,-6 3 0,3 1 0,-3 1 0,0 2 0,0 0 0,3 2 0,4 7 0,-4-1 0,0 6 0,-9-3 0,-1 3 0,-2 2 0,-2 3 0,-3 13 0,0-5 0,1-3 0,0 0 0,-1 4 0,-1 8 0,2-5 0,1-9 0,1 11 0,2-17 0,2 3 0,2-10 0,2-3 0,2-2 0,1-3 0,2-4 0,1-1 0,6-5 0,-5 0 0,3-2 0,-8 3 0,-4-13 0,-3 7 0,-5-11 0</inkml:trace>
  <inkml:trace contextRef="#ctx0" brushRef="#br0" timeOffset="216376">14718 17688 5734,'16'5'0,"2"-1"0,8-3 0,-2-2 0,8-1 0,0-1 0,-8 1 0,10-2 0,-15 0 0,4-3 0</inkml:trace>
  <inkml:trace contextRef="#ctx0" brushRef="#br0" timeOffset="217235">14550 17382 5734,'4'43'0,"-1"1"0,1-9 0,-1 2-1639,-1-9 1,1 1 1403,0 8 0,1 2 235,-1 0 0,0-1 0,0-9 0,0 0 0,1 7 0,1 1 44,0-4 1,0-1-45,2 14 95,-1-12 0,0-2-95,0 0 0,2 3 0,-3-18 0,0-4 1733,-1-5-1733,0-4 232,1-7 0,2-7 0,0-5 0</inkml:trace>
  <inkml:trace contextRef="#ctx0" brushRef="#br0" timeOffset="217668">15010 17242 5734,'3'-1'0,"1"2"0,-2 5 0,2 3 0,1 14 0,-1-1 0,2 13 0,-4 0 0,1 7 0,-1-4 0,0-6 0,0 0-1093,0 10 1,1 5 0,-2-7 1039,0-11 0,-1-4 53,0 2 0,0 0-197,0-1 0,0 1 197,0-2 0,0 0-834,1 23 834,0-4 0,0-3 0,1-7 0,1 0 0,-1-1 0,1-5 0,-1-5 0,-1-12 0,-2-5 494,1-6 0,-1-4 0,2-6 0</inkml:trace>
  <inkml:trace contextRef="#ctx0" brushRef="#br0" timeOffset="219192">15151 17288 5734,'0'5'0,"0"-2"0,3 0 0,-2-1 0,2 1 0,0 0 0,0-1 0,1 1 0,-1-1 0,0 0 0,1 0 0,1 0 0,0 1 0,5 3 0,4 2 0,0 0 0,2 1 0,25 14 0,-18-11 0,3 1 0,0 0 0,-7-4 0,6 2 0,-3 0 0,5 4 0,-5-3 0,-1 1 0,-12-7 0,-1-1 0,-1 0 0,0 1 0,-1-2 0,0 1 0,-2-1 0,1 0 0,-3-2 0,2 1 0,-2 0 0,0-2 0,0 1 0,-1 0 0,0-1 0,0 0 0,1 0 0,-2 0 0,-1 2 0,-2 2 0,-3 2 0,-7 12 0,1-3 0,-7 10 0,-4 10 0,10-16 0,-1 3 0,-6 13 0,-1 0-442,7-10 0,1-1 442,-2 5 0,1-2 0,1 2 0,1-3-571,0 0 571,3-3 0,0-3-243,1 3 243,2-8 0,0-2 0,2-11 0,4-10 0,1-4 0</inkml:trace>
  <inkml:trace contextRef="#ctx0" brushRef="#br0" timeOffset="219956">15834 17231 5734,'0'-5'0,"3"6"0,-1 5 0,3 14 0,-3-3 0,-2 10 0,0-4 0,-2 2 0,1 1 0,1 7-489,-1-6 0,1-1 489,1 0-646,1 9 646,1-11-254,1 6 254,-2-13 0,1-2 0,0-3 0,1 2 883,-3-4-883,-2 2 173,-2-9 1,-3-2-1,3-4 1</inkml:trace>
  <inkml:trace contextRef="#ctx0" brushRef="#br0" timeOffset="220294">15769 17824 5734,'11'2'0,"-2"0"0,6 2 0,0 0 0,-2 1 0,10 1 0,-8-3 0,6 0 0,3-4 0,-5-1 0,15-6 0,-13 2 0,3-5 0,-4 1 0,-7 3 0,0-1 0,-8 2 0,-2 1 0,-3-2 0</inkml:trace>
  <inkml:trace contextRef="#ctx0" brushRef="#br0" timeOffset="220756">15783 17981 5734,'11'-6'0,"1"0"0,-2 3 0,1-1 0,1 1 0,-1 0 0,2 0 0,4-1 0,-4 2 0,4 1 0,-4 4 0,-4 0 0,0 5 0,-6 0 0,-2 4 0,-3 2 0,-5 13 0,0-4 0,-3 8 0,0 1 0,4-8-383,-1 6 383,4-10 0,2-3 0,3-2 0,2-2 0,2-3 0,2-2 0,4-4 383,2-3-383,2-2 0,2-5 0,2-2 0,2-3 0,0-3 0,2 0-512,-1 0 512,-1 0 0,-3 3 0,-1-2 0,-1-2 0,0 0 0</inkml:trace>
  <inkml:trace contextRef="#ctx0" brushRef="#br0" timeOffset="221748">15986 16866 5734,'22'-11'0,"0"0"0,-5 6 0,10 0 0,-5 2 0,5 1 0,0 3-563,-7 2 563,5 1 0,-4 6 0,-5-1 0,2 8 0,-3 19 0,-7-10 0,-4 1 0,-1 3 0,-4 1 0,-2-1 0,1-4 0,0 0 0,-1 5 0,1-1 0,0 17 0,2-11 0,1 8 0,2-16-435,2-3 435,1-2 38,1-2-38,2-5-2,21 2 2,-13-9 0,15 0 266,-16-7-266,0 1 0,-1 3 0,1 4 0,2 19 0,-7 0-509,-4-6 1,-2 2 508,0 21 0,-4-20 0,1 2 0,-1 2 0,1 1 0,0 2 0,-1 1 0,2 1 0,0 1 0,0 1 0,1 0 0,0-1 0,1 1 0,0-1 0,0-1 0,0-1 0,0 0 0,3 11 0,0 0 0,-2-12 0,-1 1-735,1 6 1,0-1 734,-4-13 0,0-2 0,-2 21-963,-5-2 963,-3-3-714,-4-3 714,-2-4 794,-10 5-794,-2-7 0,0-5 0,4-12 0,7-12 1448,1-5-1448,-6-10 0,4-1 0,-6-10 241,6 0 1,1-7 0,1-3-1</inkml:trace>
  <inkml:trace contextRef="#ctx0" brushRef="#br0" timeOffset="226649">6569 10417 5734,'-8'3'0,"1"1"0,0 6 0,3-1 0,-2 17 0,5-9 0,0 11 0,3-4 0,-1-4 0,3 22 0,-3-19-372,2 12 372,-1-17 0,-1-3 0,0 0 0,0-4 0,1 0 0,-1-3 0,0-1 372,0-1-372,-1-2 0,1-1 0,-2-3 0,0-3 0,-1-2 0,-1-4 0,0 0 0,0-2 0,-1-2 0,0-3 0,0-1 0,-2-13 0,-1-17 0,2 6-577,2 15 0,2 2 577,1-5 0,1 1-571,1-1 571,3 2 0,1 1 0,1 1 0,2 1 0,5-5 0,-2 9 0,4-5 0,-4 13 0,7 1 0,1 7 0,1 3 0,-2 9 0,-7 3 0,-1 4 0,-2 3 860,-2 2-860,-2 1 0,-3 1 0,-2 1 0,-2 1 0,-8 11 0,1-7-176,-7 7 176,1-12 0,-1 0-501,-1-3 501,0 0 0,-1-4 0,-4 2 0,5-7 0,-2 0 0,8-8 205,-2-6-205,6-3 779,4-16-779,5 9 558,11-14-558,10 14 0,-3 4-253,9 6 253,-11 8 0,11 9 0,-6-1-703,8 6 703,-8-4 0,9 6 0,-7-6 0,7 2 0,1 0 0,-7-5 0,0-1 0,-3-2 0,-11-7 0,-1-2 0,2-5 0,-4-1 0,2-5 235,-5-1-235,-1-1 0,0-12 0,-2 5 271,-1-9-271,-2 5 0,-3-14 0,0 8-678,-1-7 678,0 13 0,1 3 0,0 3 0,0 3 0,1 3 0,-1 3 418,0 5-418,-4 16 710,3 2-710,0 11 0,0 3 0,2 5 0,-1-8 0,2 3 0,5 14 0,1-2 0,0-1-670,1 4 0,2-5 670,-1-21 0,2 1 0,0-12 0,10-15 0,-6-2 0,7-13 0,-11-5 0,-4-3 0,2-4-624,-3 1 0,-2 1 624,-6 2 0,-1 1 1067,-4 0-1067,-4-9 0,2 13 0,-2-4 0,5 14 0,1 4 0,1 2 0,0 5 1422,2 3-1422,0 3 99,1 3-99,1 1 0,2 1 0,2 1 0</inkml:trace>
  <inkml:trace contextRef="#ctx0" brushRef="#br0" timeOffset="226884">7176 10318 5734,'-4'-3'0,"0"1"0,-1 6 0,1 2 0,-1 5 0,0 9 0,2 0 0,2 5 0,1 2 0,2 3 0,-1-6 0,2 2 0,5 12-914,-1-9 914,3 7 0,4-5 0,-3-10 0,7 4 0,0-8 0,-3-6 0,4-1 0,-8-7 0,2-3 0,-1-2 0</inkml:trace>
  <inkml:trace contextRef="#ctx0" brushRef="#br0" timeOffset="227059">7418 10616 5734,'2'10'0,"1"1"0,-1 2 0,3 8 0,-1-3 0,3 5 0,1-2 0,-2-5 0,2 2 0,-4-9 0,1-4 0,0-2 0</inkml:trace>
  <inkml:trace contextRef="#ctx0" brushRef="#br0" timeOffset="228185">8998 10380 5734,'-3'-2'0,"2"5"0,7 19 0,0-1 0,3 11 0,-2 3 0,0-6 0,0 10 0,-1 0-1022,-1-10 1022,0 5 0,-1-15 246,-2-3-246,0-3 0,1 1 0,-3-8 0,0-2 0,-3-18 0,0-1 0,-1-9 0,2 0 0,1-4 0,0-18-666,1 9 666,0 12 0,1-1 0,1-11 0,2 10 0,0-1 0,4-13 0,-2 15 0,0 0 0,5-5-798,5-5 798,-3 10 0,3-1 0,1 10 0,-3 7 0,4 2 0,-6 7 0,0 3 1311,-1 3-1311,0 3 929,-1 15-929,-10 11 0,0 0-716,-11 3 716,-1-17 0,-1 0-448,-3 0 448,-1-2 0,-11 5 0,8-8 0,-6 2 0,11-9 0,-4 1 0,9-4 0,-3 1 0,10-4 682,2 1-682,4-1 482,2 1-482,4 1 0,3 0 0,4 3 0,2 2-329,3 0 329,0 3 0,2 0-551,0 1 551,1 1 0,-1-1 0,0 0 0,-1-1 0,0-2 0,-1 0 0,7 0 0,-8-5-149,5-1 149,-9-4 0,0-4 0,0-2 0,-2-2 306,0-1-306,9-14 0,-9 7 0,10-16 0,-16 16 0,0-7 0,-4 6 0,-2 0 0,0-1 0,-1-7 0,-1 5 0,0-5 0,0 10 560,0 1-560,-1 2 163,0 2-163,0 2 0,-2 1 0,1 6 0,-2 4 0,0 7 0,1 3 0,-2 13 0,2-3 0,-1 11 0,5 6-1035,0-9 1035,3 10 0,1-13-469,1-3 469,1-1 0,5 3 0,-3-10 0,5 0 0,-2-11 0,0-6 0,1-4 0,1-7 0,0-4 561,-1-5-561,-2-4 0,-2-2-218,-4-3 218,-2-2 0,-4 0 0,-4-1 0,-9 5 0,-6-3 0,2 4 0,-7-10-620,-5-2 0,1 6 620,12 24 0,-1 2 0,6 5 355,-2 3-355,7 3 161,2 3 1,4 1 0,1 0 0</inkml:trace>
  <inkml:trace contextRef="#ctx0" brushRef="#br0" timeOffset="228474">9974 10257 5734,'-16'-14'0,"-12"18"0,-2 5 0,4 4-1178,-4 3 0,2 4 1178,11 5 0,-2 15 0,8-7 0,-1 11 0,12 2 0,2-12 0,4 11 156,2-21 0,2-1-156,10 10 0,5 4 0,-3-22 0,-5-10 469,7-4-469,-7-2 0,5-4 0,-9-2 0</inkml:trace>
  <inkml:trace contextRef="#ctx0" brushRef="#br0" timeOffset="228791">10008 10677 5734,'15'-23'0,"-3"6"0,7-6 0,-4 9 0,8-2 0,-6 4 0,5-1 0,-4 4 0,-4 5 0,1 0 0,-4 8 0,-4 13 0,-1-1 0,-5 11 0,-3-7 0,-3 14 0,2-6-704,-1 9 704,3-11 0,1-1-330,3-2 330,2-1 0,2-3 0,2-3-107,5-3 107,3-4 0,5-5 0,4-6-626,2-3 626,0-5 0,10-10 0,-10 3 0,5-6 0,-15 8 0,-2-1 122,-3 1 0,-2 0 0,-1 1 0</inkml:trace>
  <inkml:trace contextRef="#ctx0" brushRef="#br0" timeOffset="230037">17721 17842 5734,'-3'-4'0,"3"-3"0,2 1 0,4-2 0,9-1 0,-1 3 0,28-7 0,-17 7 0,11-2 0,1-1 0,-8 3-344,-3-1 1,-1 1 343,-9 2 0,2-1 0,-6 2 0,1 0 0,-4 2 0,-3 0 0,1-1 687,-9 6-687,0-4 0,-5 3 0,2-3 0</inkml:trace>
  <inkml:trace contextRef="#ctx0" brushRef="#br0" timeOffset="230394">17805 17902 5734,'3'3'0,"1"0"0,12-7 0,-1 1 0,9-4 0,9-2 0,-6 1 0,-3 2 0,1 0-774,5-1 774,8 0 0,-4 1 0,-10 3 0,5 0-1,-14 2 1,-3-1 0,-1 2 0,-3-2 0,-1 2 0,-2 0 773,-2 1-773,-1 0 0,-2 1 1,-4-4-1,-2-1 1</inkml:trace>
  <inkml:trace contextRef="#ctx0" brushRef="#br0" timeOffset="232413">18830 17381 5734,'6'11'0,"-2"0"0,2 9 0,1 12 0,-1 3 0,2 7-1253,-1-2 1,0-1 1252,0 2 0,-2-12 0,0 0 0,3 15 2,-4-16 0,0 0-2,1 8 0,-1-3 0,-1-4 0,-1 8 0,-1-17 0,-1 3 0,-4-21 1812,-2-4-1812,-1-6 689,-2-6-689,-1-5 0,0-5 0,3 2 0,0-2 0,-4-15-408,4 11 1,1-1 407,-1-14-1463,2-1 1463,1-1 0,2 0 0,2 2 0,3 2-940,2 2 940,2 3 0,3 2-365,12-7 365,-4 12 0,10-2 575,-6 15-575,11 16 0,2 6 0,-3 3 178,2 3 1,-5 4-179,-15 11 0,-4 2 314,-4 2-314,-4 1 0,-3 1 0,-4-1 0,-3 0 0,-4-1 0,-1-3 0,-1-4 0,-16 4 0,11-14 241,-10 0-241,13-15 0,3-3 0,1-3 0,1-2 1043,3-3-1043,2 1 815,2 0-815,3 2 238,2 2-238,3 2 0,4 3 0,3 3 0,3 3 0,4 3 0,4 3 0,2 3-249,3 2 249,0 2-966,2 1 966,0 2 0,-8-7 0,0 1 0,9 6 0,8 5 0,-6-5 0,-4-6 0,2-2 0,-11-9 0,-5-8 0,-5-4 0</inkml:trace>
  <inkml:trace contextRef="#ctx0" brushRef="#br0" timeOffset="232700">19505 17407 5734,'0'34'0,"0"-9"0,1 5 0,0 0 0,1 6-530,0-11 1,1-1 529,2 11-822,3-2 822,3-2 0,1-3 294,9 2-294,-4-12 0,11-5 0,-11-18 0,10-23 0,-14-2 299,1-15-299,-12 15 0,-4 0-358,0 5 0,-1 1 358,-2-8 0,-4-1 0,-5 2 0,-5-1 0,2 4 0,3 5 0,-1 0 0,-12-17 0,0 6 0,5 20 135,-6 11-135,8 6 0,-1 8 0,13 0 0,3 1 0</inkml:trace>
  <inkml:trace contextRef="#ctx0" brushRef="#br0" timeOffset="233095">20046 17255 5734,'-12'4'0,"-2"2"0,-3 5 0,-3 6 0,-2 5-723,5-3 1,1 2 722,-9 14 0,6-3 0,2 3 0,1 9 0,7-15 0,2 1 0,6 0 0,3 0 0,3 14 0,10-2 0,4-1 0,4-2 0,9-3 0,3-4 0,-4-11 0,-6-6 0,-1-4 0,-2-7 55,-2-3 1,0-7 0,-2-2 0</inkml:trace>
  <inkml:trace contextRef="#ctx0" brushRef="#br0" timeOffset="233735">20284 17921 5734,'8'-14'0,"-1"1"0,-2 3 0,0 1 0,0 0 0,4-10 0,-3 9 0,3-8 0,-6 12 0,1 1 0,-2 2 0,2 2 0,-3 7 0,2 3 0,-2 7 0,0 2 0,0 6 0,0 3 0,0 8-735,0-5 0,1 1 735,0 5 0,1 1-880,0-1 880,0-1-596,0-3 596,1-3 0,-2-5 0,2-3 0,-1 1 1223,-1-7-1223,-4 1 0,0-12 0,-4-3 0</inkml:trace>
  <inkml:trace contextRef="#ctx0" brushRef="#br0" timeOffset="235662">20920 17844 5734,'-4'-4'0,"-1"0"0,-2-6 0,3 3 0,-4-7 0,4 6 0,-3-9 0,2 5 0,0-5 0,0-4 0,1 3 0,-2-6 0,2 5 0,1 0 0,-1-1 0,0-1 0,1 1 0,-1 0 0,0 0 0,0-9 0,1 7 0,0-7 0,1 10 0,1 0 0,-1-7 0,2 6 0,0-6 0,1 9 0,1-1 0,0 1 0,1 0 0,0-3 0,0 5 0,3-9 0,-2 11 0,1-2 0,-1 6 0,-2 4 0,1 0 0,0 1 0,2 1 0,0 0 0,2 0 0,0 1 0,1 0 0,1 0 0,-1 0 0,5-2 0,-2 1 0,3-1 0,-4 1 0,10-6 0,-10 5 0,8-5 0,-11 7 0,-1 0 0,0 0 0,-2 2 0,1-1 0,-3 1 0,0 0 0,1 0 0,-1 0 0,1 1 0,1-1 0,0 1 0,-1 1 0,1 0 0,0 0 0,0 0 0,1 1 0,0 0 0,1 0 0,-1-1 0,1 2 0,0-1 0,1 1 0,-2 0 0,2-1 0,-1 1 0,1-1 0,-1 0 0,0 0 0,-1 1 0,3 3 0,1 0 0,1 2 0,-1 2 0,1 4 0,-4 0 0,3 6 0,-4-2 0,0 3 0,-1 3 0,1 3 0,1 2 0,-2 0 0,0 6 0,1-4 0,-2-6 0,1-1-615,0 9 0,1 3 0,-1-6 615,1 4 0,-2-2-726,2 0 726,-2-2-476,1-3 476,0-1 0,0-4-296,-1 7 296,0-11 378,0 2 1,1-16 0,0-2 0</inkml:trace>
  <inkml:trace contextRef="#ctx0" brushRef="#br0" timeOffset="236959">21814 17144 5734,'5'9'0,"0"2"0,-1 4 0,1 2 0,1 4 0,5 15 0,-3-5 0,5 11 0,-2 5 0,-3-11 0,-1 1 0,-1 0 0,-2-1-261,-1-3 0,0-2 261,-2-6 0,-1 3 0,0-14 0,-1-4 0,-1-3 0,0-3 0,-2-4 0,-1-3 522,-1-2-522,-1-5 0,-1-3 0,0-4 0,0-4 0,0-4-254,1-5 254,0-3-1145,1-3 1145,2-3 0,1-1 0,1 1 0,2 1 0,0 4 0,1 2 0,5-15 0,9 7 0,-1 0-387,5 16 387,-7 16 0,16 3 0,-10 4 0,11 2 115,-14 4-115,-1 2 1110,-1 2-1110,-2 0 0,-1 1 0,2 12 0,-6-7 0,0 10 443,-7-11-443,-5 5 0,-1-4 0,-5 3 0,-4-1 0,2-5 0,-12 7 0,10-9 118,-4 2-118,6-6 0,3-1 0,0 0 0,3-1 0,1-1 0,2 0 0,1 0 0,2 1 0,3 1 0,2 2 0,4 2 0,2 2 0,4 2 0,8 7 0,1 1 0,4 2-677,-1 0 1,0-2 676,-2-1 0,1-2-815,6 7 815,-8-7 0,4 3 0,-8-5 0,-7-5 0,5 3 1229,-7-4-1229,-1-1 939,-3-3-939,-3-4 0,0-4 0,3-4 0,0-2 0</inkml:trace>
  <inkml:trace contextRef="#ctx0" brushRef="#br0" timeOffset="237281">22371 17226 5734,'-7'37'0,"3"-13"0,2 2 0,1 0-1730,3 6 1730,1 2 0,2 1 0,1 1-108,-1-12 1,1 0 107,5 11 0,8-4 0,2-4 0,2-9 0,17 3 0,-19-31 0,-1-9 0,6-21 0,-8 4 0,-8 12 0,-2-3 0,-4-3 0,-3 0 0,-2-16-473,-3 16 1,-1 1 472,-8-9 0,-5 3-497,5 14 1,-1 1 496,-9-8 56,-7-1-56,9 15 67,-8 4-67,6 7 0,-4 3 307,12 4 0,2 2 1,3 1-1</inkml:trace>
  <inkml:trace contextRef="#ctx0" brushRef="#br0" timeOffset="237783">23016 17236 5734,'-10'-7'0,"2"-1"0,0 4 0,0 1 0,-2 2 0,-7 3 0,-4 5 0,-1 3 0,1 5 0,6 1 0,2 4 0,-2 16 0,6-5-370,4-2 0,1 1 370,4 7 0,1-12 0,2 0 0,2 0 0,3-1 0,5 13 0,-4-14 0,2-1 0,15 16 0,-5-13 0,8 3 0,-8-15 0,0-3 0,2-6 0,6-4 0,-8-3 0,4-3 0,-12-1 0,-1-2 0</inkml:trace>
  <inkml:trace contextRef="#ctx0" brushRef="#br0" timeOffset="238525">23213 17702 5734,'3'-6'0,"-1"2"0,1 1 0,2-2 0,-1 0 0,4-2 0,2-1 0,-2 2 0,5-2 0,-4 3 0,1 1 0,0 0 0,10 3 0,-9 1 0,7 3 0,-13 2 0,0 7 0,-5-2 0,-1 7 0,-3-3 0,-7 8 0,2-4 0,-4 4 0,-5 6 0,7-12 0,-7 8 0,9-11 0,2-4 0,1 0 0,4-3 0,3-3 0,3 1 0,8-3 0,-1 0 0,7-2 0,-2-2 0,2 0 0,0-2 0,2 0 0,0-1 0,0 0 0,-1 0 0,-2-1 0,-2 2 0,-2-1 0,-3 2 0,0 1 0,-7 7 0,0 2 0,-12 10 0,4-2 0,-4 2 0</inkml:trace>
  <inkml:trace contextRef="#ctx0" brushRef="#br0" timeOffset="239267">19116 18722 5734,'45'4'0,"1"1"0,-9-3 0,5-1 0,-2-2 0,6-1 0,2 0 0,-4 0-1093,0-2 1,-2 1 0,3-2 496,0 1 0,4-1 0,0-1 0,-2 1 577,-6 1 1,-2-1 0,0 0 0,0 0 18,3 0 0,1 0 0,0 0 0,1 0 0,2-1 0,0 1 0,1-1 0,0 1 0,-7 0 0,-1 1 0,1-1 0,0 0 0,0 1 0,2-1 0,0 1 0,0-1 0,0 1 0,1 0 0,0-1 0,1 1 0,0-1 0,0 1 0,0 0 0,0 0 0,0 0 0,0 0 0,1 0 0,3 0 0,-4 1 0,2 0 0,2-1 0,0 1 0,0 0 0,-1-1 0,-3 1 0,-1 1 0,-2-1 0,-1 0 0,0 1 0,0-1 0,3 1 0,-1-1 0,2 1 0,1-1 0,1 1 0,-1-1 0,0 1 0,-2 0 0,4 1 0,-1-1 0,-1 1 0,0 0 0,-2 0 0,-1 0 0,7 0 0,-4 0 0,1 1 0,3 0 0,-7 0 0,4 0 0,2 0 0,-1 1 0,-4-1 0,-4 1 0,5 0 0,-5 1 0,2 0 0,3 1 0,3 0 0,-1 1 0,-7 0 0,-2 1 0,-5 2 0,9 1 0,-9 2 0,-18 0 1088,-18-2-1088,-7-7 692,0-2 1,-3-2 0,1-2 0</inkml:trace>
  <inkml:trace contextRef="#ctx0" brushRef="#br0" timeOffset="239459">23722 18051 5734,'-21'6'0,"1"-5"0,11-3 0,1-4 0,8-8 0,2 4 0,2-8 0,0 4 0</inkml:trace>
  <inkml:trace contextRef="#ctx0" brushRef="#br0" timeOffset="280096">16695 4944 5734,'7'0'0,"1"-1"0,-3 1 0,4-1 0,-2 0 0,1 0 0,-2 0 0,4 0 0,-4 0 0,6 1 0,-5-1 0,1 1 0,-3 0 0,2 0 0,-2 0 0,2 1 0,-4 0 0,0-1 0,0 1 0,1-1 0,-1 1 0,2-1 0,-1 0 0,1 0 0,0 0 0,0-1 0,0 1 0,0 0 0,0-1 0,0 1 0,8-1 0,-7 0 0,7 1 0,-8 1 0,0 0 0,1-1 0,-2 1 0,1-1 0,-2 0 0,4 0 0,-3 0 0,2 0 0,-2 0 0,1 0 0,-2 0 0,0 0 0,-1 0 0,0 0 0,4 1 0,-2-1 0,3 1 0,1-1 0,0 0 0,2 0 0,-3 0 0,1 0 0,-1 0 0,0 0 0,-1 0 0,0 0 0,-1 0 0,1 1 0,0 0 0,1 1 0,-1-1 0,0 0 0,1 0 0,0 1 0,1-1 0,2-1 0,-2 1 0,2-1 0,-1 1 0,4 1 0,-2 0 0,2 0 0,-5-1 0,-1 0 0,3 0 0,-4 0 0,2 0 0,-3-1 0,0 1 0,0-1 0,3 1 0,-1 0 0,2 0 0,-1-1 0,6 1 0,-5-1 0,5 0 0,-8 0 0,1 0 0,4 0 0,-3 0 0,2 0 0,-3 1 0,-1-1 0,-1 1 0,1-1 0,-1 0 0,1 1 0,0-1 0,1 1 0,-1 1 0,1-2 0,0 1 0,1-2 0,6 1 0,-4-1 0,3 0 0,-4 0 0,3 1 0,-2-1 0,6 2 0,-7 0 0,2 1 0,2-1 0,-6 1 0,15 0 0,-7-1 0,3 0 0,-3-1 0,-4 0 0,-3 0 0,7 0 0,-7 0 0,7 0 0,8 0 0,-6 0 0,10 0 0,-13 0 0,5-2 0,-5 1 0,4 0 0,-9-1 0,-1 2 0,-1 0 0,1 0 0,-2 0 0,1 0 0,-2 0 0,3 0 0,-2 0 0,1 0 0,4 0 0,-2 0 0,13-2 0,-9 0 0,12-1 0,-15 1 0,4 0 0,-6 1 0,-2 1 0,1 0 0,1-1 0,-2 1 0,5-1 0,-5 0 0,2 0 0,-4 1 0,1-2 0,-3 1 0,1 1 0,-1 1 0,0 0 0,0 1 0,-1-1 0,0-1 0,2 0 0,2 0 0,1 0 0,3 0 0,0 0 0,5 0 0,-2 1 0,4 0 0,-5 0 0,7 0 0,-3 1 0,10 1 0,-10-2 0,4 2 0,-3-1 0,-5 0 0,1 0 0,-3 0 0,-3-1 0,1 0 0,-4 0 0,-1-1 0,0 0 0,-1 0 0,0 0 0,1 0 0,-1 0 0,4 1 0,-3-1 0,3 0 0,4 0 0,-4 0 0,4-1 0,-6 0 0,3 1 0,-1 0 0,2 0 0,-2 0 0,0 0 0,0-1 0,0 1 0,0-1 0,1 1 0,1 0 0,0 0 0,1 1 0,1-1 0,6 1 0,-4-1 0,11 0 0,-11 0 0,4 0 0,-9 0 0,1 0 0,-1 0 0,-1 0 0,2 0 0,-2 0 0,2 0 0,-4 0 0,1 0 0,0 0 0,0 0 0,6 0 0,-4 0 0,6 0 0,-2 0 0,-2-1 0,23-1 0,-15 0 0,14 0 0,-12 3 0,5 1 0,-4 0 0,2 0 0,-10 0 0,1 1 0,-4-1 0,1 0 0,-4 0 0,0-1 0,-2 0 0,-1 0 0,0 0 0,0-1 0,0 1 0,0-1 0,0 0 0,-1 0 0,0 0 0,1 0 0,0 0 0,2 0 0,2 0 0,8 0 0,-1 0 0,8 0 0,-5 1 0,1-1 0,1 0 0,17 1 0,2 1 0,0 0 0,-7 1 0,-11-2 0,-6 0 0,2 0 0,-7 0 0,-2-1 0,1 2 0,-3-2 0,1 1 0,-3-1 0,-1 0 0,1 0 0,-1 0 0,1 0 0,0 0 0,1-1 0,1 0 0,3-1 0,2 0 0,0 1 0,1-1 0,-5 1 0,4 0 0,-1 0 0,1 0 0,-2 1 0,0-1 0,1 1 0,0 0 0,0 0 0,1 0 0,1-1 0,29-1 0,-19 1 0,22-2 0,-22 2 0,-4 0 0,13 0 0,-14 1 0,17-3 0,-17 2 0,9-1 0,-3 0 0,-5 0 0,5 0 0,0-2 0,-6 2 0,5-2 0,-6 2 0,0-1 0,-1 2 0,0 0 0,-1-1 0,0 1 0,-1 0 0,10-2 0,-2 2 0,14-3 0,-15 2 0,4 0 0,-11-1 0,19-2 0,-13 2 0,14-2 0,-12 2 0,4 1 0,-3 0 0,0 0 0,-9 2 0,5 0 0,-3 0 0,9 0 0,-9 0 0,2 0 0,-5 0 0,0-1 0,0 0 0,0 0 0,0 0 0,4 1 0,-3-1 0,4 1 0,-5 0 0,-1-1 0,1 0 0,-2 0 0,1 0 0,4 1 0,-4 0 0,11 1 0,-8-1 0,5 0 0,7-1 0,-10 0 0,10-1 0,-12 1 0,11 0 0,-4 0 0,4 1 0,1-2 0,-10 1 0,5-1 0,-8 1 0,5-1 0,-3 2 0,5-1 0,-5 1 0,0 0 0,1 0 0,-2 0 0,11 0 0,-4 0 0,5 0 0,6-2 0,-13 1 0,8-2 0,-7 2 0,-5-1 0,4 1 0,-6-1 0,-2 1 0,4 0 0,-5-1 0,2 2 0,-4-1 0,3 1 0,-2 0 0,2 0 0,-4 0 0,0 0 0,1 0 0,0 0 0,0 0 0,2 0 0,-1-1 0,1 0 0,9-1 0,-8 1 0,11-1 0,-12 2 0,3 0 0,-1 0 0,-2 0 0,3 0 0,-4 0 0,1-1 0,0 0 0,3 1 0,-3-1 0,13 1 0,-11 0 0,9 0 0,-10-1 0,0 0 0,2 0 0,4 1 0,-2 0 0,3 0 0,-6 0 0,0-1 0,-1 1 0,3 0 0,-3 0 0,3 0 0,0 0 0,-2 1 0,3-1 0,-3 0 0,4 1 0,-3-1 0,4 2 0,-6-2 0,2 0 0,-2 0 0,2 0 0,-2 0 0,2 0 0,-2 0 0,2 0 0,2 0 0,-3 1 0,2-1 0,-1 1 0,2-1 0,-1 0 0,-1 0 0,-6 0 0,3 0 0,-1 0 0,4 1 0,-3-1 0,4 0 0,-2 0 0,10 1 0,-10 0 0,5 0 0,-7-1 0,1 0 0,-1-1 0,1 1 0,4 1 0,-3 0 0,2 1 0,-3-1 0,0-1 0,-1 0 0,1 0 0,0 0 0,0 1 0,-1-1 0,5 2 0,-3-2 0,3 1 0,-5 0 0,1 0 0,-1-1 0,1 1 0,-1-1 0,4 1 0,-2-1 0,11 1 0,-11 0 0,9-1 0,-11 0 0,3 0 0,1 0 0,10 0 0,-3 0 0,4 0 0,-9-1 0,0 0 0,0 0 0,-1 1 0,0 0 0,9 0 0,-10 0 0,12 1 0,-12-1 0,1 1 0,-5-1 0,-3 0 0,-1 1 0,1 0 0,-1-1 0,3 0 0,-1 0 0,2 0 0,-2 0 0,4 0 0,-1 0 0,2 0 0,-2 0 0,5 0 0,-4 0 0,3 0 0,-1 0 0,-4 0 0,3 0 0,-6 0 0,10 0 0,-8 0 0,7 0 0,-9 0 0,5-2 0,0 0 0,2 0 0,-1 0 0,-6 1 0,2-1 0,-2 1 0,-1 0 0,2 0 0,1-1 0,-2 1 0,1 0 0,2-1 0,-2 0 0,3 1 0,-5 0 0,2 0 0,-2 1 0,3-1 0,-2 0 0,7-2 0,-5 2 0,4-1 0,0 0 0,-3 1 0,4-1 0,-4 0 0,4 1 0,-3 0 0,2 0 0,-2 0 0,0-1 0,5 0 0,-3 1 0,4-2 0,-5 0 0,3 0 0,-2 1 0,1 0 0,-4 1 0,8-1 0,-7 2 0,6-1 0,0 0 0,-6 1 0,7-1 0,-6 1 0,-1-1 0,6 0 0,-6 1 0,3-1 0,5 0 0,-6 0 0,7-1 0,-4 1 0,-2-1 0,13-1 0,-11 2 0,8 0 0,-11 1 0,-1 0 0,1 0 0,-1 0 0,3-1 0,-4 1 0,4-1 0,-4 1 0,0 0 0,0 0 0,1 0 0,0 0 0,0 0 0,1 0 0,6 0 0,-4 0 0,6 0 0,-6-1 0,1 0 0,1 0 0,1-1 0,0 1 0,9-1 0,-6 1 0,8-1 0,3 0 0,18-1 0,-9 1-951,7 0 951,-22 1 0,0 0-656,10 0 656,-8 0 0,19-1 0,-20 2 0,8-2-370,-11 1 370,-2 0-80,-1 1 80,-1-1 0,-1 1 0,4 0 0,-6 0 838,9 0-838,-15 1 685,4-1-685,-12-1 434,-13 1-434,-9-2 0,-18 0 0,15 0 0,-1 0 0,-3 0 0,0 0 0</inkml:trace>
  <inkml:trace contextRef="#ctx0" brushRef="#br0" timeOffset="282766">17989 2438 5734,'-5'2'0,"2"0"0,0 2 0,1 0 0,-1 4 0,1 5 0,1-2 0,0 6 0,1 10 0,0-9 0,0 10 0,-1-13 0,1 0 0,-1 7 0,0-6 0,0 6 0,1-7 0,0-1 0,1 0 0,0-1 0,0 1 0,-1 0 0,5 31 0,-3-20 0,2 22 0,-3-20 0,-1-6 0,0 21 0,0-21 0,0 24 0,0-28 0,-1 19 0,0-21 0,-1 6 0,-4 6 0,3-12 0,-3 11 0,3-15 0,1 0 0,1 1 0,-1 0 0,1 0 0,-1 11 0,1-9 0,-2 8 0,2 6 0,0-12 0,0 12 0,1-16 0,0 1 0,0 1 0,0-1 0,0 1 0,0 0 0,0 4 0,0-4 0,0 4 0,0 0 0,0-4 0,1 16 0,0-14 0,1 11 0,0 1 0,0-10 0,1 17 0,-2-18 0,1 4 0,-1-7 0,0 0 0,1 0 0,-1 0 0,0-1 0,1 1 0,-1-1 0,2 22 0,-1-16 0,2 20 0,-2-25 0,0 7 0,0-8 0,1 3 0,-1-6 0,-2 5 0,1-3 0,0 7 0,0-7 0,0 13 0,0-10 0,-1 7 0,0-9 0,0 5 0,1-4 0,0 5 0,1-5 0,-1 0 0,0-1 0,0 1 0,0 0 0,1-1 0,-1-1 0,0 0 0,0-1 0,-1 1 0,1-1 0,0 0 0,0 4 0,-1-3 0,0 13 0,0-12 0,0 8 0,0-8 0,-1 1 0,0-1 0,-1 0 0,1 5 0,-1-4 0,0 4 0,0-4 0,1 0 0,-2 1 0,1 5 0,0-5 0,0 4 0,0-7 0,1 0 0,0-1 0,0 0 0,-1 2 0,2-2 0,-3 16 0,2-13 0,-2 11 0,1-4 0,-2 11 0,0-6-441,0 7 441,2-15 0,-1 9 0,0-7 0,0 8 0,0-10 0,1 1-118,1 0 118,0-1 0,1 1 0,0 0 0,0 0 0,0 0 0,0-1 0,-1 0 0,0 0 0,0 0 0,0 1 0,1-1 0,0 1 0,0 0 0,0 0 0,0 8 0,0-6 0,0 12 0,0-14 0,0 5 0,1 4 0,-1-11 435,2 9-435,-2-14 124,2 1-124,-1 5 0,1 8 0,0-4 0,-1 2 0,0-12 0,1 4 0,0-3 0,-1 3 0,-1-5 0,0 1 0,1-1 0,-1 0 0,0 1 0,0 0 0,0 1 0,0 0 0,0 1 0,0 6 0,0-5 0,0 5 0,0-6 0,-1 1 0,1-1 0,0-1 0,0 1 0,-1 6 0,-1-5 0,0 9 0,0-10 0,0 3 0,1-2 0,1-3 0,-1 2 0,1-5 0,0 6 0,0-5 0,0 5 0,0-3 0,0-1 0,0 3 0,0-1 0,1 2 0,-1 0 0,0 6 0,0-6 0,1 5 0,-1-8 0,2 1 0,-1-2 0,-1-1 0,2 0 0,-2 0 0,2 6 0,0-7 0,0 10 0,-1-11 0,1 2 0,-1-2 0,1-1 0,-1 1 0,1 5 0,-1-2 0,1 3 0,-1-3 0,1-1 0,0 1 0,0 1 0,1 0 0,1 12 0,0-9 0,1 15 0,-1-15 0,0 6 0,1 0 0,0-5 0,1 6 0,-1-6 0,0 1 0,-1 0 0,1 1 0,-1-1 0,0 1 0,0-1 0,1 8 0,-1-5-235,1 5 235,-1-8 0,0 0 0,-1 1 0,0-1 0,0 1 0,-1 0 0,1 2 0,-1 1 0,1 23 0,-1-15 0,1 17 0,-1-6 0,-1-8 0,1 10 0,-1 4 0,-1 1 0,1-22 0,-1-1-570,1 8 0,-1 3 1,0-5 569,-1 8 0,0 0 0,0-4 0,-1 7 0,0-5 0,1-6 0,0-1 0,-1 6 0,0 4 0,1 0 0,-1-4 0,0 0 0,1-3 0,-1-3 0,1 1-578,0 4 0,-1 3 1,1-4 577,1 12 0,-1-1 0,1-5 0,0 0 0,0-14 0,0-1 0,0 13 0,0-1-357,1-3 357,-1-4 0,2-4 0,-1-3 0,0-1 0,-1-7 1279,0-1-1279,0-8 1976,0-5-1976,-1-7 779,-1-2-779,0-9 0,-1-4-263,-2-8 1,-1-11 0,0-5 0</inkml:trace>
  <inkml:trace contextRef="#ctx0" brushRef="#br0" timeOffset="284003">23805 4740 5734,'20'3'0,"-6"-1"0,29 1 0,-19-2-1628,18 1 1628,-14 1 0,2 0 0,2 2 0,-5-2 0,0 0 0,17 3-795,-14-2 1,1 0 794,14 1 0,-10 0 0,0-1 0,-8-1 0,2 0 0,8 0 0,6 1 0,0-2-621,3 0 0,2-1 1,-2 0 620,-5 0 0,-1 1 0,1-1-219,3-1 1,0 0 0,-5 0 218,-12 0 0,-3 0 0,11 0 0,-1 0 0,-8 0 0,0 0 0,6 0 0,0-1 0,9 0 0,0 0 0,-1 0 0,0-1 0,-2 0 0,-2 0 0,-1-1 0,-23 2 0</inkml:trace>
  <inkml:trace contextRef="#ctx0" brushRef="#br0" timeOffset="285342">17884 2776 5734,'-11'1'0,"-1"0"0,2-1 0,0 0 0,2-1 0,1 0 0,1-1 0,1 0 0,1 0 0,-1 0 0,2 1 0,0-1 0,1 1 0,0 0 0,2 1 0,-2-1 0,1 0 0,-1 0 0,0 2 0,1 0 0,8-16 0,-3 6 0,13-25 0,-9 18 0,9-15 0,-8 15 0,2-5 0,-2 5 0,5-7 0,-4 5 0,2-5 0,-4 8 0,1-4 0,-2 7 0,-1-3 0,-3 8 0,-1 1 0,0 2 0,-1 1 0,0 2 0,1 4 0,-1 1 0,0 4 0,1 2 0,1 14 0,1-2-768,2 13 768,1-6 0,1 4 0,3 3 0,1 2 0,2 2 0,-3-11 0,2 1 0,-3-8 0,0 0-672,3 7 1,1-1 671,7 8 0,-1-2 0,2-3 0,-3-7 0,0-1 0,5 5 0,-6-8 0,-1-1 0,0 4 0,-5-4 0,-3 6 0,-5-5 0</inkml:trace>
  <inkml:trace contextRef="#ctx0" brushRef="#br0" timeOffset="286116">17895 7958 5734,'1'-9'0,"0"-3"0,0 5 0,0-2 0,1 7 0,-1 2 0,2 4 0,2 10 0,0 0 0,3 8 0,-2-3-223,1-1 223,1 2 0,2-2 0,0 1 0,1-3 0,2 0 0,2-4 0,1-2 0,3-3 0,2-4 0,2-4 0,16-13 0,-7-1-697,-10 3 0,0-1 697,11-11 0,-2-3 0,0-3 0,-4-2 0,-10 9 0,-1 0 0,5-12-211,-7 3 1,-7-2 210,-22-8 0,7 17 0,-4 1 0,-10 6 0,-2 3 0,2 3 0,1 1 0</inkml:trace>
  <inkml:trace contextRef="#ctx0" brushRef="#br0" timeOffset="287036">16826 4893 5734,'-18'-7'0,"0"1"0,-9-1 0,2 2 0,-12-2 0,10 3 0,-1 1-3277,-20-3 3257,15 3 0,-4-1 20,0 1 0,-3 1 0,0 0 0,3 0 0,0 0 0,0 1-770,-8-1 0,-1 0 0,2 0 770,8 1 0,2 1 0,3-1 0,-4 1 0,3-1-38,0 1 0,0-1 38,2 1 0,0 0-16,2 0 1,1 0 15,1 0 0,2 0 0,-21 0 24,5 0-24,4 0 0,5 0 1828,-2-1-1828,11 1 1533,-1-2-1533,12 1 636,3 1-636,3 0 1085,1 1-1085,3 2 628,3 0-628,1 2 0,4 2 0,-2 0 0,2 2 0,1-4 0,1 1 0</inkml:trace>
  <inkml:trace contextRef="#ctx0" brushRef="#br0" timeOffset="287436">15685 4621 5734,'-14'7'0,"-1"2"0,1 1 0,-4 4-1048,-1 2 1048,-3 3 0,0 1 0,-10 14 0,8-7 0,-3 7 0,1 2 0,13-15 0,1 0 0,-6 8 0,2 0 0,6-1 0,16 1 0,1-12 0,30 12 0,-10-21 0,11-1 0,3-2 0,4-4-151,-8 1 1,1 0-1,-13-1 1,-1-1-1,2 1 1,0 0-1</inkml:trace>
  <inkml:trace contextRef="#ctx0" brushRef="#br0" timeOffset="288318">24962 4639 5734,'-4'-8'0,"1"1"0,6-1 0,1 4 0,6-4 0,-2 5 0,2-1 0,-1 4 0,5 0 0,-3 1 0,16 6 0,-5 8 0,4 5 0,-9 0 0,-10-1 0,-5-4 0,-2 1 0,-1 0 0,-4 7 0,0-5 0,-1 5 0,-1-9 0,-2 6 0,1-6 0,-16 19 0,12-17-52,-12 9 1,13-17 0,-2-1 0</inkml:trace>
  <inkml:trace contextRef="#ctx0" brushRef="#br0" timeOffset="292517">20371 2711 5734,'-3'29'0,"0"-3"0,0 3 0,1-11 0,-1 7 0,2-11 0,1-5 0,-2 3 0,2-7 0,-2-2 0,1-3 0,0-3 0,1-2 0,0-6 0,0 0 0,1-5 0,0 1 0,1-1 0,-1-2 0,1 0 0,0-2 0,1 1 0,1 0 0,0 1 0,1 0 0,1 2 0,-2 1 0,3 1 0,-2 2 0,11-9 0,0 10 0,2-3 0,3 17 0,-11 4 0,3 5 0,-4 0 0,-1 2 0,1 2 0,0 8 0,-2-5 0,1 6 0,-4-8 0,2 30 0,-4-26 0,1 4 0,-1-2 0,-2-14 0,0-1 0,0-9 0</inkml:trace>
  <inkml:trace contextRef="#ctx0" brushRef="#br0" timeOffset="292938">20688 2515 5734,'-2'-4'0,"0"1"0,2 0 0,2 3 0,2 0 0,11 7 0,-2 0 0,7 3 0,-5-2 0,19 9 0,-12-6 0,14 8 0,-6-5 0,-8-4 0,7 4 0,-4-2 0,-8-3 0,3 1 0,-7 1 0,-6-4 0,1 5 0,-6 2 0,-2-2 0,-3 5 0,-3-3 0,-3 0 0,-3 1 0,-3 1-451,-2 1 451,-2 1 0,0-2 0,-8 8 0,6-7-586,-6 5 586,8-8 0,-4 2 0,0 0 0,-4 5 0,-13 6 0,28-18 0,10-7 105,2-1 1,7-4 0,3-3 0</inkml:trace>
  <inkml:trace contextRef="#ctx0" brushRef="#br0" timeOffset="293956">21099 2802 5734,'-6'2'0,"0"0"0,0 2 0,-2 1 0,0 1 0,-2 2 0,-8 7 0,-11 11 0,-5 4-1159,0-1 1159,9-6 0,8-8-136,2-2 136,1 1 0,3-3 0,0 1 0,3-3 0,-1 1 1141,4-3-1141,-1-2 154,8-6-154,9-4 0,1-4 0,8 0 0</inkml:trace>
  <inkml:trace contextRef="#ctx0" brushRef="#br0" timeOffset="294426">21565 2546 5734,'-7'-1'0,"-5"0"0,1 2 0,-5 2 0,-4 3 0,5 0 0,-5 3 0,-1 3 0,5 0 0,-4 5 0,1 5 0,4-3 0,3 2 0,0 2 0,2 1 0,-2 15 0,9-10 0,4-8 0,2 4 0,2-11 0,3 0 0,2-5 0,10 1 0,-3-7 0,7-1 0,2-11 0,-2-10 0,-2-3 0,7-5-112,-9 2 0,-4-1 112,-12-9 0,-4 7 0,-4-9-684,-2 12 684,-2 0 0,-2 1 0,-7-6 0,3 9 0,-6-2 0,5 13 0,-17 6 0,10 5 0,-11 4 0</inkml:trace>
  <inkml:trace contextRef="#ctx0" brushRef="#br0" timeOffset="294936">20277 3176 5734,'15'0'0,"1"0"0,14-1 0,4 0 0,13-1-1093,-4 0 1,8-1 0,-4 1-100,-9-1 0,-1 1 1192,1 0 0,4-1 0,2 1-15,-7 0 0,4 0 1,0 0-1,-1 0 1,-5 0 14,-1 1 0,-3 0 0,3 0 0,11 0 0,7-1 0,-1 0 0,-10 0 0,-10 2 0,0 0 0,3-1 0,6 0 0,-1 0 0,-4-1 0,-1 1 0,-1 0 0,9-1 0,4 1 0,-8-2 0,3-4 0,-25 5 73,12-5-73,-28 5 0,0-2 0,-2-1 0</inkml:trace>
  <inkml:trace contextRef="#ctx0" brushRef="#br0" timeOffset="295154">22237 3054 5734,'-8'0'0,"-2"-3"0,4 1 0,-2-3 0,5 2 0,-1-1 0,3 0 0,-4 3 0,3 0 0,-1 2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6-29T01:59:49.5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8653 2296 5734,'0'-6'0,"0"2"0,1 1 0,-1 1 0,1 1 0,0 4 0,-1 2 0,0 8 0,0-3 0,0 19 0,0-12 0,1 7 0,0 1 0,1-3 0,3 20 0,-3-26 0,1 2 0,1 2 0,-3-10 0,3 6 0,-3-12 0,-1-2 0,-2-3 0,-9-6 0,2-1 0,-5-5 0</inkml:trace>
  <inkml:trace contextRef="#ctx0" brushRef="#br0" timeOffset="528">8663 2125 5734,'-7'-1'0,"0"0"0,0 3 0,-3 2 0,2 0 0,-4 1 0,-1 3 0,4-2 0,-4 4 0,1 4 0,-1 7 0,2 1 0,1 4 0,3 6 0,2-5 0,0 9 0,5-10 0,2 0 0,11 18 0,-3-17 0,10 12 0,4-19 0,-2-7 0,5-7 0,1-4 0,4-4 0,-7-2 0,1-2 0,1-9 0,-3-2 0,8-6 0,0-8 0,-2-1 0,-7-1 0,-6-5 0,-4-1 0,-9 3 0,-7-3 0,-5 0-1088,-4 9 1088,1 7 0,-2 1 0,-12 0-561,4 7 561,-7 0 0,-2 8 0,7 4 0,-6 3-292,6 8 292,9 1 0,-1 4 0,10-2 0</inkml:trace>
  <inkml:trace contextRef="#ctx0" brushRef="#br0" timeOffset="2142">13200 2290 5734,'-7'-2'0,"1"-1"0,1 2 0,2 0 0,1-1 0,-1 0 0,2 1 0,-1 0 0,0 1 0,0-1 0,1 0 0,0-1 0,-1 1 0,2-1 0,-2 0 0,1 1 0,-1-1 0,0 1 0,1-1 0,0-1 0,0 1 0,1-1 0,0 2 0,0-1 0,1 1 0,0-1 0,0 1 0,3-6 0,-1 2 0,2-3 0,1 1 0,-1 1 0,2-1 0,3-2 0,-3 4 0,9-6 0,-9 8 0,9-4 0,-11 5 0,5 0 0,-7 3 0,1 2 0,-4 5 0,-1 0 0,-2 5 0,-4 7 0,1-3 0,-3 8 0,-4 3 0,4-6 0,-7 16 0,5-3 0,2-7 0,2-1 0,5-19 0,1 0 0,0-2 0,2-1 0,0 0 0,1-1 0,0-1 0,2 0 0,1-2 0,1 0 0,2-2 0,10-4 0,-6 1 0,8-5 0,-4 0 0,-5 2 0,3-3 0,-7 3 0,0 0 0,-2 1 0,0 1 0,-2 0 0,-1 2 0,-1 2 0,-1 0 0,-2 0 0,0 0 0,0-1 0</inkml:trace>
  <inkml:trace contextRef="#ctx0" brushRef="#br0" timeOffset="2591">13251 2006 5734,'-8'-3'0,"-6"0"0,3 3 0,-18 3 0,13 1 0,-22 11 0,21-5 0,-2 6 0,2 1 0,3 1 0,-7 13 0,10 1 0,3-5 0,0 10 0,7 5-1119,2-9 1119,4 11 0,9-2 0,0-12-244,5-4 0,4-2 244,18-1 0,-17-9 0,1-3-834,18-6 834,-11-11 0,1-4 0,-2-8 0,-1-2 0,8-7 0,-10 4 0,0-2 0,-10 2 0,-2 1 0,6-14 0,-10 13 0,-1-2 0,-7-6 0,-4-1 0,-2-8-520,-2 8 1,-2 1 519,-7 0 0,-3 3 236,-3 3-236,-1 3 0,-15-2 0,7 9 0,-3 7 0,-1 4 0,-3 5-179,9 1 0,0 3 179,0 5 0,4-2 0,0 0 0</inkml:trace>
  <inkml:trace contextRef="#ctx0" brushRef="#br0" timeOffset="33843">18691 2825 5734,'0'18'0,"1"2"0,-1 3-1086,2 2 1086,0 3 0,0 2 0,0-6 0,-1 1 0,0 15 0,-1-6 0,-1 4 0,-1 2 0,0-1 0,0-6 0,0-1 0,0 5 0,-1-2 0,1 12 0,0-21 0,1-1 0,0 17 0,-1 3 0,2-32 0,0 1 349,0-13-349,0-5 179,-1-4-179,0-3 0,1-3 0,0-2 0</inkml:trace>
  <inkml:trace contextRef="#ctx0" brushRef="#br0" timeOffset="34262">18867 3021 5734,'5'-3'0,"3"-1"0,-1 1 0,4-1 0,4 1 0,-2 0 0,5 2 0,0 2 0,-5 2 0,9 7 0,-13-2 0,4 7 0,-10 2 0,-1-1 0,-3 6 0,-3 7 0,2-5 0,-2 3 0,1 0 0,1 1 0,0-2 0,0 0 0,4 12 0,0-8-278,3 2 278,-1-20 0,2 0 0,4 0 0,-1-4 0,4-1 0,1-6 0,-4-3 0,2-2 278,-4-2-278,-1-9 0,-2 1 0,0-5 0</inkml:trace>
  <inkml:trace contextRef="#ctx0" brushRef="#br0" timeOffset="34445">18847 3268 5734,'27'-8'0,"16"-4"0,-9 2-326,-11 3 1,1 1 325,22-6-324,-12 2 1,9-1-1,-15 2 1</inkml:trace>
  <inkml:trace contextRef="#ctx0" brushRef="#br0" timeOffset="34705">19223 2824 5734,'2'15'0,"-1"3"0,3 20 0,-2-4-603,0-9 1,-1 1 602,0 6 0,-1 0-897,1-7 0,0 0 897,0 9 0,0 2 0,0 0 0,0 2 0,1-3 0,-1-4 0,0-1 0,1 4 0,0 3 0,0-6 0,1 5-162,-2-10 0,0-1 162,1 4 0,-2 9 0,1-31 0,0-4 0</inkml:trace>
  <inkml:trace contextRef="#ctx0" brushRef="#br0" timeOffset="36031">19662 2954 5734,'-9'-4'0,"2"1"0,-2-1 0,1 1 0,2 0 0,-3 0 0,4 1 0,-2 0 0,1 0 0,1-1 0,-9-3 0,7 3 0,-6-3 0,9 4 0,0 1 0,1 0 0,-1 0 0,3 0 0,-2 1 0,2 1 0,1 1 0,2 0 0,1 2 0,2 0 0,1 1 0,2 2 0,2 1 0,1 1 0,2 1 0,3 2 0,10 6 0,-5-2 0,9 4 0,3 1-956,-8-6 956,7 4 0,-11-7-297,0 0 297,-2-1 0,0-1 0,3 4 0,-6-5 0,2 3 0,-6-1 0,-5-3 926,0 3-926,-7-2 0,-8 9 0,-2-2-328,-9 9 328,-2-4 0,2-4 0,0 0 0,-13 10-646,11-10 0,1 1 646,-9 5 0,1-2-710,2 0 710,2-3 0,2 0-194,4-4 194,3-2 505,1-1-505,7-5 1230,4-3-1230,10-7 0,9-4 0,3-4 0</inkml:trace>
  <inkml:trace contextRef="#ctx0" brushRef="#br0" timeOffset="38829">20265 2751 5734,'0'34'0,"-1"-12"0,2 22 0,-1-16 0,0 3 0,0 1-2949,-1 11 2949,0-9 0,1 1 0,-1-6 0,1-1 0,0 17 0,0-17 0,0 1 0,0 0 0,0-2 0,0 15 368,0-15 1,0-1-369,0 21 0,1-12 0,-2 6 0,0-8 0,-1-10 504,-1 2-504,0-7 0,0-7 0,-2 1 1579,0-10-1579,-1-2 0,0-7 0,1-2 0</inkml:trace>
  <inkml:trace contextRef="#ctx0" brushRef="#br0" timeOffset="39788">20565 2772 5734,'-2'3'0,"0"-1"0,2-2 0,-1 1 0,0 1 0,0 0 0,0 2 0,-1 3 0,2-2 0,-2 4 0,2-3 0,-2 9 0,2 0 0,-1 3 0,1-2 0,0 0 0,1-5 0,-1 5 0,0-2 0,0-3 0,0 4 0,-1-4 0,0 0 0,0 8 0,-1 6 0,2-6 0,-1 2 0,2-16 0,-1 1 0,1-5 0,2-5 0,-4-2 0,1-1 0,-4 0 0,1 3 0</inkml:trace>
  <inkml:trace contextRef="#ctx0" brushRef="#br0" timeOffset="40541">20400 3250 5734,'14'2'0,"-1"1"0,-6-2 0,5 0 0,-2 0 0,3-1 0,-3 0 0,0-1 0,-1 0 0,4-1 0,-1 1 0,-2 0 0,-3 2 0</inkml:trace>
  <inkml:trace contextRef="#ctx0" brushRef="#br0" timeOffset="40989">20622 3179 5734,'-4'2'0,"2"-1"0,1 0 0,3 1 0,0-1 0,2 1 0,2-1 0,1 0 0,4 0 0,4-1 0,-1-1 0,4 1 0,9 0 0,-11 0 0,32-2 0,-27 1 0,11-2 0,-22 1 0,-5 0 0,-2 1 0,-2 2 0,-3 1 0,-2 1 0</inkml:trace>
  <inkml:trace contextRef="#ctx0" brushRef="#br0" timeOffset="41572">20728 3296 5734,'10'-2'0,"-1"1"0,7 1 0,-7 0 0,6 2 0,-9 0 0,-1 1 0,-1 1 0,2 3 0,-3-1 0,2 2 0,-5 6 0,-1-5 0,-2 11 0,-1-10 0,0 3 0,-4 7 0,5-10 0,-3 7 0,7-14 0,0-2 0,1-1 0,-1-1 0,3 0 0,-2 2 0,5 3 0,-2-1 0,3 2 0,-1 2 0,-2 0 0,0 1 0,-3 0 0,-6 4 0,0-4 0,-12 9 0,8-10 0,-15 6 0,13-9 0,-5 1 0,6-5 0,2-3 0,-1-1 0,4-2 0,1-2 0,1 0 0</inkml:trace>
  <inkml:trace contextRef="#ctx0" brushRef="#br0" timeOffset="41942">21200 2668 5734,'-2'24'0,"-1"0"0,0 0 0,1 1 0,-1 6 0,0 1-1639,2-5 1,-1 0 1494,-1 9 0,0 2 144,1 2 0,-1 1 59,0 2 0,0 3-59,1-3 0,0 2 0,0-2-550,0 1 1,1-2 549,0 4 0,0-4 0,0-4-469,1-6 469,-1-4 969,0 2-969,-1-11 609,0 0-609,-4-10 0,1-6 0,-3-4 0</inkml:trace>
  <inkml:trace contextRef="#ctx0" brushRef="#br0" timeOffset="43052">21466 3104 5734,'-2'-4'0,"3"-1"0,2 1 0,4 0 0,18 0 0,-9 3-275,16-1 275,-15 3 0,1 0 0,8 1 0,-7-1 0,5 2 0,-10-1 68,-1 2-68,-3-1 0,0 1 0,-19 10 0,2-8 0,-14 9 0</inkml:trace>
  <inkml:trace contextRef="#ctx0" brushRef="#br0" timeOffset="43223">21401 3320 5734,'28'-7'0,"-8"3"0,10-3-848,-10 2 848,3 1 0,11-2 0,-8 4 274,6-1-274,-12 4 0,-2-2 0,-1 1 0</inkml:trace>
  <inkml:trace contextRef="#ctx0" brushRef="#br0" timeOffset="43867">22161 2653 5734,'2'7'0,"-1"-1"0,1 3 0,-1 0 0,0 2 0,1 21 0,0-15 0,1 18 0,-1-21 0,1 9 0,-1-6 0,0 6 0,-1-8 0,1-1 0,-2 0 0,1-1 0,-1-2 0,-1 4 0,1-4 0,-4 9 0,2-10 0,-3 3 0</inkml:trace>
  <inkml:trace contextRef="#ctx0" brushRef="#br0" timeOffset="44326">22062 3135 5734,'2'-4'0,"7"0"0,-2 3 0,19-4 0,-11 4 0,15-2 0,1 1 0,-4 1-508,0 1 1,-1-1 507,-6 1 0,-1 0 119,6 0-119,-9 1 0,1 1 0,-10 0 0,-2 1 0,-3 0 0,0 1 0</inkml:trace>
  <inkml:trace contextRef="#ctx0" brushRef="#br0" timeOffset="44879">22048 3313 5734,'12'-5'0,"0"0"0,-2 1 0,1 0 0,2 0 0,7-2 0,-4 1 0,18-2 0,-17 5 0,9 0 0,-10 4 0,-5 0 0,6 7 0,-11-2 0,-2 13 0,-8-8 0,-4 7 0,-5-1 0,2-4 0,-4 4 0,0-1 0,5-5 0,-6 7 0,10-11 0,-2 1 0,13-7 0,-1-1 0,9-2 0,-2 1 0,8 1 0,-4 1 0,6 2 0,-1 4 0,-6-1 0,4 4 0,-6 11 0,-8-9 0,-4 10 0,-12-11 0,-4-1 0,-16 4 0,5-3-782,-10 1 782,11-5 0,0-2-327,2-1 327,2-3 0,2-1 0,-2-3 0,8-1 0,-2-1 0</inkml:trace>
  <inkml:trace contextRef="#ctx0" brushRef="#br0" timeOffset="50337">892 5305 5734,'4'0'0,"-1"0"0,0 5 0,0 1 0,7 14 0,-5-6 0,4 9 0,-2 3 0,0 0 0,-1-2-269,1 2 0,-1-2 269,-4-10 0,0 3 0,0-5 0,-2 8 0,-1-13 0,-2 3 0,-3-6 538,-1-3-538,-2-2 0,2-3 0,0-3 0</inkml:trace>
  <inkml:trace contextRef="#ctx0" brushRef="#br0" timeOffset="50827">906 4990 5734,'-11'-2'0,"1"2"0,-7 10 0,4-2 0,-20 25 0,17-13-450,-10 17 450,8 4-1679,5-5 1679,5-13 0,0 2 0,3 4 0,1-1 0,-1 16 0,3-15 0,1 0 0,5 1 0,0-2 0,5 14 0,-2-16 0,2 0 0,3-3 0,1-1 0,10 8 278,9 4-278,8-17 0,-7-8 0,12-7 0,-13-18 0,3-11 0,-5 2 0,-8 7 0,-2-2-575,10-7 0,3-6 0,-10 4 575,-10-11 0,-7-1 59,-6-1-59,-6 0 0,-5 1 0,-5 2 0,1 15 0,-2 1 0,-10-10 0,9 14 0,-3 2 0,-12 2 0,-1 5 0,-4 0 0,-2 5 0,2 5 0,6 11 0,-8 6-128,13 0 0,3 1 0,2 2 1</inkml:trace>
  <inkml:trace contextRef="#ctx0" brushRef="#br0" timeOffset="51996">902 9722 5734,'3'-5'0,"0"0"0,1 2 0,0 0 0,2-1 0,4-1 0,-2 1 0,3-2 0,3 2 0,-5 2 0,5-1 0,-3 2 0,-1 4 0,2 8 0,-5-1 0,-4 7 0,-3-3 0,-6 9 0,1-3 0,-5 7 0,-2-1 0,3-6 0,-1 4 0,4-10 0,2 1 0,2 1 0,2-5 0,3-1 0,3-9 0,3-2 0,3-2 0,3-1 0,3-3 0,0 1 0,1-2 0,-1 1 0,-2-1 0,0 1 0,-3 1 0,-2 1 0,1-1 0,-5 3 0,1-1 0,-5 2 0,-2 1 0,-10 5 0,1-2 0,-6 1 0,6-3 0</inkml:trace>
  <inkml:trace contextRef="#ctx0" brushRef="#br0" timeOffset="52382">919 9495 5734,'-20'1'0,"-14"7"0,16 1 0,-4 7 0,1 3 0,4 6 0,0 15 0,4 2-3277,5 5 3055,3-7 0,3 1 222,5-4 0,3-2 0,-1-8 0,1 1 0,3 7 0,2 0 0,5-3 0,2-3 0,-3-8 0,0 0 0,4 6 0,6-5-671,15-14 0,10-7 0,-6-3 671,-11-1 0,-1-2 0,2-1 0,5-1 0,-1-2 0,-8-3 0,-5-8 0,-5-4 0,3-1 0,-2-2 0,-1 0 0,-1-2 0,-2 1 0,-1-3 0,-3-6 0,-3-4 0,-1 2 0,-2 1 0,-2 1 0,-1-2 0,-2-2 0,-3 4 0,-4 7 0,-5 2 0,-12-6 0,-7-2 0,2 4 0,3 5 0,-2 2 0,-5-2 0,-4-2 0,3 7 0,5 12 0,1 4 0,-2 0 0,1 2 0,1 1 0,-1 1 0,2 2 0,1 0 0,-21 2 0,5 3 0,4 3 0,4 2 1329,3 2-1329,3 2 0,5 1 0,0 0 0</inkml:trace>
  <inkml:trace contextRef="#ctx0" brushRef="#br0" timeOffset="62995">6037 4412 5734,'30'7'0,"0"0"0,-1 0 0,-1-2 0,2-2 0,0-2-1639,-4 1 1,1-2 1319,11 1 1,3-1 318,-6 0 0,1-1 0,-1 0-910,8-1 0,2-1 910,-5 1 0,3 0 0,1 0 0,-7-1 0,2-1 0,0 1 0,-1-1 0,4 0 0,-1 0 0,2 0 0,-3 0 0,3-1 0,1 0 0,0 0 0,2-1 0,1-1 0,0 0 0,-2 1 0,-9 0 0,-3 1 0,2-1 0,4-1 0,-2 0 0,5-1 0,2 0 0,2-1 0,-2 0 0,-2 0 0,-4 1 0,2 0 0,-4 0 0,-2 0 0,4 0 0,5-2 0,2 0 0,2-1 0,-2 0 0,-3 1 0,-4 0 0,-2 0 0,-2 1 0,-2 0 0,2-1 0,-3 1 0,2 0 0,5-2 0,1-1 0,-1 1 0,-3-1 0,-1 1 0,-4 1 0,-2 0 0,0 1 0,14-6 0,-5 1 0,-14 4 0,-3 0 274,-29-1-274,0 7 1799,-16-4-1799,-4 6 0,5 1 2589,-9-2-2589,11 0 0,0 1 0,2-2 0</inkml:trace>
  <inkml:trace contextRef="#ctx0" brushRef="#br0" timeOffset="64248">7556 4357 5734,'0'4'0,"-1"0"0,4-1 0,-2 0 0,1 3 0,1 5 0,0 0 0,2 6 0,0 5 0,-1-3-218,2 6 218,-3-6 0,1 0 0,0-1 0,1 5 0,-1-6 0,1 6 0,-3-11 0,0 1 0,-2-6 0,0-2 0,0 0 218,0-2-218,0-1 0,-1-1 0,0-5 0,-3-13 0,1 4 0,-2-10 0,3 10 0,0 0 0,1-2 0,-1 1 0,3-8 0,-1 5 0,2-6 0,1 6 0,0 1 0,0 0 0,1 1 0,0 2 0,3-4 0,-3 6 0,3-1 0,-1 6 0,-2 3 0,3 2 0,-3 4 0,2 1 0,1 3 0,0 2 0,7 17 0,1 9 0,-1 1 0,0 7-607,-8-23 607,1 5-141,-1-5 141,-1-6 0,-1 3 0,-1-9 0,0 1 0,-2-4 149,1-2 0,-1-10 1,1-3-1</inkml:trace>
  <inkml:trace contextRef="#ctx0" brushRef="#br0" timeOffset="64943">7819 4243 5734,'-2'5'0,"-1"-1"0,0 0 0,0-2 0,1 2 0,-1 1 0,2-2 0,0 3 0,1-4 0,0 1 0,0 2 0,1-2 0,3 7 0,-1-5 0,3 3 0,9 5 0,-7-5 0,10 4 0,-8-6 0,1-1 0,0 0 0,0 0 0,0-1 0,1 0 0,-1-1 0,5 0 0,-4-1 0,4 0 0,-7 0 0,1-1 0,-2 0 0,-1 1 0,2-1 0,-3 1 0,1 0 0,-5-1 0,0 0 0,-2 1 0,0 0 0,0 0 0,-4 4 0,1-1 0,-3 2 0,-11 18 0,8-13 0,-10 15 0,14-17 0,-1 0 0,1 0 0,1-1 0,-3 4 0,3-4 0,-2 3 0,1-4 0,2-3 0,0-1 0,-2-7 0,3 0 0,-1-4 0,3 1 0</inkml:trace>
  <inkml:trace contextRef="#ctx0" brushRef="#br0" timeOffset="65349">8011 4656 5734,'4'-6'0,"0"0"0,1-2 0,2-7 0,0 2 0,2-5 0,4-10 0,-5 10 0,11-23 0,-12 25 0,9-20 0,-10 27 0,2-9 0,-4 14 0,-4 3 0,-1 0 0,-2 1 0,0 1 0,2-1 0</inkml:trace>
  <inkml:trace contextRef="#ctx0" brushRef="#br0" timeOffset="65874">8328 4280 5734,'-4'7'0,"0"2"0,0-1 0,0 2 0,1 1 0,-5 16 0,3-9 0,-3 12 0,2 16 0,4-23-364,-1 21 364,5-32 0,2 3 0,1-6 0,13 4 0,-6-12 0,17-4 0,5-19 0,-7 3-451,7-10 451,-18 11 0,-2-1-559,2-9 559,-6 6-74,-1-15 74,-7 15 0,-3-5 0,-9 1 0,2 11 0,-6-5 0,4 14 0,-2 2 760,-1 2-760,-1 2 150,-5 6 1,7-1-1,-2 4 1</inkml:trace>
  <inkml:trace contextRef="#ctx0" brushRef="#br0" timeOffset="66906">12767 4147 5734,'-1'8'0,"0"7"0,1-3 0,0 4 0,0 7 0,0-9 0,0 19 0,0-19 0,1 7 0,-1-11 0,0-1 0,0-2 0,1 0 0,0-3 0,1-2 0,-1-5 0,1-3 0,0-6 0,0 2 0,1-6 0,-1 4 0,1-1 0,0 0 0,2 0 0,2-8 0,0 6 0,2-5 0,-1 7 0,0 0 0,1 2 0,-1 0 0,0 3 0,0 1 0,6 4 0,-1 8 0,3 2 0,-4 7 0,0 6 0,-3-4 0,1 7 0,0 0 0,-4-6 0,1 5 0,-2-8 0,-2 12 0,-2-15 0,-6 9 0,-2-20 0,-3-1 0</inkml:trace>
  <inkml:trace contextRef="#ctx0" brushRef="#br0" timeOffset="67503">11200 4146 5734,'24'13'0,"1"1"0,11 2 0,1-3 0,-10-6 0,0-2-1261,11 3 1,4-3 1260,-8-4 0,2-1 0,-2-1-1319,9 1 1,0-2 1318,-5 1 0,3-1 0,0-1 0,3-1 0,0 0 0,-1-1-192,-8 2 0,-1-1 0,1 1 192,9-3 0,2 1 0,1-1 0,0-2 0,0 0 0,-3 0 0,-8 1 0,-2 1 0,1-1 0,9-3 0,1 1 0,0-2 0,-3 1 0,-1-1 0,-3 1 0,7-3 0,-2 0 0,-7 2 0,1 1 0,-2-2 0,12-4 0,-4 1 0,-10 4 0,-2-1 0,7-1 0,-1-1 0,-7 3 0,-4 1 0,11-4 0,6-2 0,-22 8 1540,-1 0-1540,-9 3 467,-2 1 0,-10 3 1,-1-1-1</inkml:trace>
  <inkml:trace contextRef="#ctx0" brushRef="#br0" timeOffset="68756">13285 4074 5734,'-5'5'0,"1"0"0,-4 3 0,2-2 0,-3 4 0,-6 4 0,5-4 0,-10 10 0,9-9 0,-3 3 0,-17 21 0,16-19-393,-16 19 393,24-26 0,-2 2 0,2-3 0,1 1 0,2-3 0,1-1 0,0 5 393,4-6-393,1 5 0,3-5 0,5 3 0,0 0 0,17 6 0,-11-7 0,11 3 0,-6-4 0,-4-1 0,4 2 0,-1-1 0,-5-1 0,3 2 0,-7-3 0,1 1 0,-2-1 0,0-1 0,-1 1 0,-3-1 0,0-1 0,-2 1 0,-1-1 0,1-1 0,-4 0 0,2 0 0</inkml:trace>
  <inkml:trace contextRef="#ctx0" brushRef="#br0" timeOffset="69801">13718 4116 5734,'-2'-3'0,"0"0"0,-1 2 0,1 0 0,-2 0 0,-2-2 0,3 2 0,-4-2 0,4 2 0,-1 1 0,0-2 0,1 1 0,0-1 0,1 2 0,0-1 0,-4 0 0,4 1 0,-3-2 0,1 1 0,2 1 0,-1 0 0,0 0 0,1 0 0,-2 0 0,1 0 0,-1 0 0,0 1 0,0 0 0,2 0 0,-1 0 0,1-1 0,-1 0 0,0 1 0,0 0 0,-1 1 0,1 0 0,-4 1 0,4-1 0,-4 1 0,4 0 0,0 0 0,1-1 0,-1 1 0,2-1 0,-2 1 0,2-1 0,-2 0 0,-1 2 0,1-2 0,-2 3 0,1-2 0,2 1 0,-5 3 0,3-3 0,-2 2 0,3 1 0,0-2 0,0 3 0,1 1 0,1-1 0,0 1 0,1 3 0,0-2 0,1 3 0,0-3 0,1 0 0,0 1 0,1-1 0,1 0 0,0-1 0,0 0 0,1-1 0,1 0 0,4 4 0,-1-3 0,21 9 0,-15-12 0,15 3 0,-17-11 0,0-2 0,1-2 0,6-7 0,-5 3 0,3-7 0,-8 5 0,-1-1 0,-1-2 0,0-15 0,-3 10 0,-1-11 0,-4 15 0,-1 0 0,0 2 0,-1 0 0,-1-4 0,-1 5 0,-1-2 0,-4 2 0,1 5 0,-5-1 0,1 5 0,-2 0 0,-2 1 0,0 2 0,-2 1 0</inkml:trace>
  <inkml:trace contextRef="#ctx0" brushRef="#br0" timeOffset="75876">17085 5521 5734,'-17'-11'0,"-1"-1"0,-2 0 0,-15-6 0,7 3 0,-5 1 0,-2-1-3000,-4 0 3000,8 3 0,-2 1 0,6 2 0,0 1 0,-15-4 0,15 3 0,-3 1 0,-3-2 0,-3 0 0,3 0 0,4 2 0,0 0-454,-6-2 1,-3 0 0,5 0 453,-13-2 0,23 6 0,-1 0 486,-22-6-486,13 5 0,-1-1 0,9 2 0,0 0-492,-8-2 0,0 1 492,-12-2 0,0 2 0,-1 1 0,2 2 0,-1 1 0,16 2 0,0 0-137,-17-1 0,1 2 137,19 0 0,3 2 0,-3-1 0,1 1 228,0 0 1,1-1-229,-1 2 0,0-1 0,0 1 0,1-1 0,-1 1 0,1 0 0,-1 0 0,1 1 0,0-1 0,-1 1 0,1 0 0,0 0 0,0 0 0,0 1 0,0 0 0,0 0 0,-22 5-71,0 2 71,15-3 0,0 1 0,8-3 0,0 1 0,-6 2 0,-1 1 0,2 0 0,1 0 0,-14 7 42,15-6 0,1-1-42,-9 6 0,1-1 645,1 0-645,1 1 0,1-1 0,1 2 0,1-1 459,1 0-459,2 1 0,-1 0 0,2 0 0,-1 3 0,2-1 0,-1 2 0,-6 8 0,5-6 0,0-1 0,-1 6-479,-2 1 479,0 2 0,7-10 0,0 2 0,5-6 0,0 0 0,-5 6 0,0-1 0,-7 10 0,8-10 0,0 1 0,-9 13 0,4-4 0,1-1 0,-3 8 0,10-13 0,-2 4 0,2-4 0,3-4 0,2 0-86,-8 13 1,0-1 85,2 3 0,0 2 338,3 0-338,5-11 0,0 1 0,-2 17-306,5-16 0,0-1 306,0 14 0,2 0 0,2 2 0,1 0 0,2 1 0,2 0 0,1 0 0,0 1 0,2-1 0,0-14 0,0 1 0,-1-9 0,0 1 0,2 6 0,0 0 0,1 0 0,1-2 0,-2-7 0,0 1 0,2 6 0,1 0 53,4 11-53,3 0 0,-1 0 0,2 0 0,1 0 94,0 1-94,1-2 0,0 1 0,2 0 0,-6-11 0,0 0 0,-3-8 0,0 2 0,8 14 0,2 2 0,1 0 0,-1-2 0,-3-6 0,1 0-361,2 4 1,-1-4 360,2 2 0,-6-12 0,1 0 0,7 11 106,-7-12 1,-1 0-107,7 7 110,1-1-110,1 0 0,0-2 0,7 4 0,3 1 0,-17-13 0,1-1 0,8 6 0,4 3 0,-5-4 0,10 4 0,-4-3 0,0-1 0,8 4 0,-15-10 0,1 1 0,2 0 0,-1-1 0,-6-3 0,0 0 0,7 3 0,1 0 0,12 6 0,1-2-57,-21-9 0,0-1 57,1 0 0,1-1 0,-1 1 0,2-1 0,12 2 0,2-1 0,-10-3 0,2 0-137,9 1 0,1-1 137,-11-3 0,0-1 0,1-1 0,1-1 0,0-1 0,1 0 0,1-2 0,1 0 0,1-1 0,0 0 0,1-1 0,1-2 0,1 1 0,1-2-205,0-1 1,3-2 0,-2 1 204,-9 1 0,0 1 0,1-2 0,8-1 0,3-2 0,1-2 0,-3-1 0,2-3 0,-1 0 0,-2 1 0,-4 1 0,-2 1 0,3-1 0,3-3 0,3-2 0,0 0 0,-5 1 0,-7 3 0,-4 1 0,0-1 0,1 0 0,-1-1 0,2-2 0,-1-2 0,2-2 0,0 0 0,-2 1 0,1-3 0,-1 1 0,0-2 0,-2 1 0,2-1 0,-1-1 0,-2 2 0,-2-2 0,-2 2 0,-1-1 0,0-1 0,0 1 0,-1-1 0,0 0 0,-1 1 0,0-3 0,-1 2 0,0-2 0,0-1 0,0-2 0,2-5 0,0-3 0,0 0 0,-2 0 0,0 0 0,-1 1 0,-1-1 0,-1 1 0,0 3 0,-1-1 0,-2 2 0,-2 2 0,0-15 0,-5 6 0,-5 14 0,-1 2 0,-2 1 0,1-1 0</inkml:trace>
  <inkml:trace contextRef="#ctx0" brushRef="#br0" timeOffset="77339">15931 9644 5734,'-36'-10'0,"1"-1"0,0 1 0,1 0 0,1 1 0,4 1 0,3 1 0,1 1-924,-1-1 1,-3 0 923,-13-4 0,-2 1-1275,9 2 1,0 1 1274,-11-4 0,-2 1 0,15 4 0,-1 0 0,1 0 0,-6-1 0,0 1 0,5 1 0,-2 0 0,2 0 0,-2 1 0,-2 1-446,-7 2 0,-6-1 0,4 2 446,1-1 0,0 1 0,-2 1 0,-3 0 0,5 0 0,7 2 0,3 0 0,-2 1 0,1 0 0,1 1 0,0-1 0,1 1 0,0 1 0,-12 3 0,1 0 0,11-2 0,1 0 0,-9 3 0,1 0 0,3 0 0,3 1 0,9-3 0,0 0 0,-5 2 0,-1 1 0,5 0 0,1 0 0,-13 6 0,16-6 0,0 0 0,-6 3 0,-9 9 0,11-5 0,-7 5 0,13-7 0,0 1 1671,2 0-1671,0 0 0,2-1 2058,0-1-2058,0 3 0,-1 3 0,2-1 0,0 0-43,-2 3 0,-1 0 43,-9 14 0,14-17 726,-2 0-726,1 0 0,-9 10 0,6-7 0,-8 7 0,0 3-1353,-4 2 1353,0 0 0,1-1-732,9-10 732,0 0 0,0 0 817,2-1-817,-1 1 0,1 0-538,1 0 538,0 0 0,-7 13 0,5-9 410,-6 9-410,8-9 0,2 1 575,1 0-575,5-6 0,0 1 0,-5 13-159,5-13 0,1 0 159,-2 12-334,0 0 334,0 0 0,2 1 0,-1 0 0,1 0 0,0 1 0,1 1 0,0 1 0,3-11 0,1 0 0,-2 17-250,3-15 1,0-1 249,2 13-539,6-6 1,2 9 0,1 2-1,-1-7 539,-1-2 0,2-1 0,-1-2 0,2 6 0,1 1 0,0-2 0,-1-9-122,1-5 1,0-3 121,3 9 0,1-1 0,-3-9 0,0-1 0,0 0 0,0 0 0,1 0 0,-1 0 0,1-1 0,1 1 0,-1 0 0,0 0 0,0-1 0,1 1 0,10 19 0,0 0 0,-8-14 0,0-1 0,8 15 0,-1 0 0,-9-19 0,-2-1 0,1 1 0,-1-1 309,12 22-309,0-1 0,-1-1 212,1 0-212,0-2 0,0 0 0,1-1 0,0-1 0,0-1 0,-1-1 0,-7-10 0,1-1 0,8 14 0,-9-15 0,1 1 0,6 7 209,1-1-209,2-1 407,-8-10 1,2 1-408,11 9 0,-12-11 0,2 0 0,1-1 0,-1-2 0,13 8-30,-11-9 1,0 0 29,12 3 0,2-1 0,2-1 0,3-3 0,2-2 0,-9-5 0,6-1 0,-1-1 0,-7-1 0,-1-1 0,2-1 0,6 0 0,3 0 0,1 0 0,-4-2-379,-4 0 0,-3-2 1,1-1 378,1 0 0,0 0 0,-2-1 0,5-2 0,2-1-117,-2-1 0,4-2 1,-2 1 116,-7 2 0,-2 0 0,2-1 0,9-3 0,3-2 0,-3 2 0,-10 2 0,-1 0 0,1-1 0,1 0 0,2-3 0,1 1 0,-2 0 0,1-1 0,-1 0 0,2-1 0,-3 0 0,2 0 0,2-2 0,-1-1 0,0-2 0,0-2 0,0-1 0,0-2 0,0 0 0,-2 1 0,3-2 0,0 2 0,-1-2 0,0-1 0,-3 2 0,1-3 0,-1 0 0,-1 0 0,-4 3 0,1-4 0,-5 1 0,0 0 0,1-2 0,-1-1 0,-1-1 0,0 0 0,-1 0 0,-1-4 0,0-2 0,-1-5 0,0 0 0,-1 2 0,-5 8 0,0 1 0,-1 0 0,1-3 0,-1 1 0,0-2 0,0-2 0,0 2 0,-2 1 0,2-9 0,-2 2 0,-1 0 0,0 0 0,0 1 0,-1-3 0,-2 3 0,1-3 0,-2 0 0,0 3 0,0-2 0,0 3 0,-1-2 0,-2 5 0,1-2 0,-1 0 0,-1 3 0,0-10 0,-3 1 0,-2 7 0,0-1 0,-2 3 0,0-4 0,-1 1 0,0 8 0,-1-1 0,-2 1 0,-8-7 0,-2 3 0,4 10 0,-2 0 0,-5-6 0,-3 3 0,5 11 0,0 2 0,-1-1 0,-1 2 0,-1 0 0,0 0 0</inkml:trace>
  <inkml:trace contextRef="#ctx0" brushRef="#br0" timeOffset="85254">22880 8471 5734,'2'-3'0,"-1"1"0,-2 2 0,0 0 0</inkml:trace>
  <inkml:trace contextRef="#ctx0" brushRef="#br0" timeOffset="95019">22813 8292 5734,'2'4'0,"0"-2"0,0 3 0,0-3 0,0 4 0,0 2 0,1 7 0,1 3 0,0 3 0,-1-2 0,0-4 0,-1 2 0,0 2 0,-1 2 0,0 3 0,0 2 0,1 3 0,-2 14-1178,1-10 1178,-1 11 0,2-16-486,-2-1 486,2-2 0,-1-1-202,0-2 202,0-2 0,1-2 0,-1-3 0,1-1 1089,-1-2-1089,1-2 537,0 2-537,0-4 240,0-1-240,-2-5 0,0-2 0,0-4 0,0 2 0,0-6 0,-2 2 0,1-3 0,-3 3 0,1-1 0,1-1 0,-1 0 0</inkml:trace>
  <inkml:trace contextRef="#ctx0" brushRef="#br0" timeOffset="95700">22936 8415 5734,'0'3'0,"1"-1"0,0-1 0,-1 0 0,2 0 0,-1-1 0,2 0 0,-1 2 0,0-2 0,0 2 0,2-1 0,1 2 0,-1 0 0,1 0 0,2 3 0,-4-3 0,4 3 0,-4-4 0,3-1 0,0 1 0,1 1 0,3 0 0,-3 0 0,3 1 0,1 2 0,-4-1 0,3 2 0,-4 0 0,2 3 0,-2 0 0,-1 3 0,-3-2 0,-3 2 0,-1 2 0,-3 2 0,-2 2 0,-7 10 0,4-6 0,-4 8 0,1-2 0,-2 6 0,4-6 0,1-1 0,8-16 0,0-2 0,2-2 0,0-2 0,2-1 0,3-2 0,-1-2 0,5-4 0,-1-2 0,8-13 0,-7 6 0,6-9 0,-9 9 0,-1-1 0,2 0 0,-2-1 0</inkml:trace>
  <inkml:trace contextRef="#ctx0" brushRef="#br0" timeOffset="95946">22931 8576 5734,'9'-1'0,"1"0"0,23 1 0,-13-1-836,18 0 836,-20-1 0,1 0 0,7 0 0,-8 1 171,10 1-171,-16 0 0,3 0 0,-6 0 0</inkml:trace>
  <inkml:trace contextRef="#ctx0" brushRef="#br0" timeOffset="96612">23211 8232 5734,'2'17'0,"1"1"0,-1 4 0,1 2 0,1 12 0,1 10 0,0-6 0,-1-13 0,0 2-820,1 7 1,1 8 0,1 0 0,-2-9 315,4 8 504,0-3 0,-1-1 64,0-6-64,2 7 0,-2 1 0,-3-16 0,-1 9 0,-2-21 0</inkml:trace>
  <inkml:trace contextRef="#ctx0" brushRef="#br0" timeOffset="97995">23869 8337 5734,'-10'15'0,"0"1"0,-4 3 0,3-3 0,-7 5 0,-3 4 0,3-6 0,-6 7 0,4-5 0,-1-1 0,-1 3-567,1-3 0,2-1 567,4-5 0,1-1 125,-3 4-125,5-5 0,-1 1 0,5-5 0,2-2 0,1 0 0,1-2 849,1-1-849,1 0 160,0 1-160,2-1 0,0 2 0,2-1 0,1 1 0,1 1 0,2 0 0,2 0 0,2 0 0,2 0 0,2 0 0,3 0 0,0-1 0,4 0-273,-1 1 273,2-1 0,8 4 0,-7-2 0,13 4 0,-9-3 0,-1 1 0,4-1 0,-17-4 0,6 1 0,-13-3 0,-1 1 0,-1 0 0,-4 2 68,-1-1 0,-2 1 0,-1-2 1</inkml:trace>
  <inkml:trace contextRef="#ctx0" brushRef="#br0" timeOffset="104022">24151 8104 5734,'-4'1'0,"1"1"0,2-1 0,0-1 0,0 2 0,1-1 0,-2 0 0,2 0 0,-2 1 0,2 0 0,-3-1 0,1 1 0,-2 1 0,1 0 0,-1 1 0,0-1 0,-1 4 0,-8 15 0,6-9 0,-5 12 0,9-14 0,1 2 0,0 1 0,2 0 0,0 7 0,0-5 0,0 5 0,2-7 0,-1-2 0,1 2 0,0-3 0,0 5 0,2 4 0,-1-7 0,1 2 0,-3-12 0,0 0 0,0-1 0,-1 0 0,1 0 0,0-2 0,1 0 0,0 0 0</inkml:trace>
  <inkml:trace contextRef="#ctx0" brushRef="#br0" timeOffset="104401">23899 8615 5734,'13'4'0,"-1"-1"0,5-1 0,-2-1 0,6-1 0,3-1 0,-4-2 0,8 0 0,3-3 0,-7 0 0,8-1 0,10-7 0,-16 7 0,-2 0 0,0 0 0,6 1 0,-7 1 0,-3 2 0,-14 1 0,0 2 0,-2-1 0</inkml:trace>
  <inkml:trace contextRef="#ctx0" brushRef="#br0" timeOffset="105056">24153 8774 5734,'13'-9'0,"-3"3"0,5-3 0,-3 4 0,-1 0 0,2 0 0,0 0 0,7 0 0,-4 2 0,5-1 0,17 4 0,-19 1 0,15 2 0,-22 4 0,-5-2 0,1 5 0,-4-1 0,-2 1 0,-2 1 0,-4 1 0,0 2 0,-3 1 0,-7 6 0,-4 3 0,-2 0-438,-1-3 438,6-7 0,-6 3 0,6-6 0,-4 1 0,8-6 0,1-1 0,1 0 0,0-2 0,3 0 438,0-1-438,3-2 0,2 0 0,5 1 0,2 0 0,5 1 0,1-1 0,12-1 0,-4-1-375,9 0 375,-6 0 0,10-2 0,-6 1-580,7-1 580,-11-1 0,1 0 0,-2-1 0,15-4 0,-16 4 0,11-4 0,-21 5 0,-3-1 0,-4-1 0</inkml:trace>
  <inkml:trace contextRef="#ctx0" brushRef="#br0" timeOffset="106528">24768 7754 5734,'-9'-4'0,"0"1"0,-6-1 0,-3 3 0,-7-1-1092,-4 1 1092,-6 1-1082,-7 1 1082,19-1 0,-2 2 0,-16-1 0,-3 1 0,9 0 0,-1 0 0,5-1 0,-2 1 0,-1 0 0,-3 0 0,-2 0 0,2-1-1336,-8 2 0,-1-1 1336,5 0 0,-2 0 0,2 0-444,-6 0 0,-1 0 444,13-1 0,-3 0 0,1 0 0,0 0 0,-2 0 0,2 1 0,-3-1 0,3 0 0,-2 0 0,-1 0 0,3 0 0,1 0 0,1-1 0,0 1 0,0 0 0,0-1 0,-1 1 0,2-1 0,-1 0 0,1 1 0,0-1 0,0 0 0,0 0 0,2 1 0,1-1 0,-6 0 0,-4 0 0,-7 0 0,-3 0 0,2 0 0,6 0 0,4 0 0,4 0 0,-4 0 0,-1 0 0,-5 0 0,-1 0 0,4 0 0,8 0 0,5 0 0,5 0 0,-22 0 0,7 0 0,6 0 0,7 0 0,5 0 0,3 0 1514,5 0-1514,4 0 2982,2 0-2982,3 0 1079,12 4-1079,-4-2 159,10 3-159,-8-2 0,2 0 0,-2 0 0,1 1 0,1-1 0,-3 2 0,3 0 0,-3 1 0,5 8 0,-4-1 0,7 19 0,-5-7-298,4 12 298,-5-13 0,0 1-1554,4 18 1554,-4-14 0,0 2 0,-2-8 0,0 1 0,1 13 0,1 1 0,-3-8 0,1 0 0,1 9 0,0 2 0,-1 2 0,-1 2 0,-1-4 0,0 3 0,0-2 0,-1-6 0,1-1 0,-1 0 0,0 6 0,-1 2 0,1-3 0,-1 7 0,-1-4 0,1-9 0,0 0-807,0 8 0,0-1 807,-1-15 0,1 0 0,0 6 0,1-1-901,0 13 901,0-17 0,0-1 0,1 5-25,4 12 25,-2-18 0,2 10 0,-3-24 1084,-1 0-1084,1-3 1651,-1-1-1651,1-2 1317,0-1-1317,4 1 340,-1-2-340,10 0 0,-4-2 0,8 0 0,6-2 0,-3-1-667,10 0 667,-5-1 0,-6 0 0,2 0 0,16-2-830,-12 1 1,0 1 829,18-4 0,-21 4 0,1 0 0,0-1 0,3 1 0,1-1 0,3 0 0,-1 1 0,7-1 0,0 0-513,-4 0 1,2 0 0,1 1 512,5-1 0,0 1 0,-2-1-624,-7 2 0,-1 0 1,1-1 623,7 0 0,4 0 0,4 0 0,-9 2 0,5-1 0,2 0 0,1 0 0,-1 1 0,-5 0 0,4-1 0,-4 1 0,0-1 0,3 1 0,-2-1 0,5 1 0,1-1 0,-1 1 0,-3 0 0,-6-1 0,6 1 0,-6 1 0,-3-1 0,3 1 0,-4-1 0,-1 1 0,-1 0 0,-3 1 0,1-1 0,6 1 0,-1 0 0,-11 1 0,0-1 0,4 0 0,-1 1 0,3 0 0,15 3 0,-23-3 481,11 2-481,-27-2 2147,-3-2-2147,-1 1 1918,0-1-1918,-1 0 1117,-2-1-1117,0-1 71,-8-3-71,0-1 0,-5-3 0,-12-16 0,7 5 0,-9-13 0</inkml:trace>
  <inkml:trace contextRef="#ctx0" brushRef="#br0" timeOffset="106749">24827 8044 5734,'3'32'0,"0"0"0,0 0 0,1 14 0,0-2 0,0-12 0,-1-1-1639,1 1 1,0 0 1366,0-1 0,0 2 272,0 5 0,0 3 0,0-2-747,0-1 0,0 0 747,-1-1 0,1 3 0,-1-2 0,-1 2 0,-1-3-16,-1-8 1,0-2-1,0 7 1,0-1-1,-2 9 1</inkml:trace>
  <inkml:trace contextRef="#ctx0" brushRef="#br0" timeOffset="120878">4099 2368 5734,'-28'4'0,"1"-1"0,-13 3 0,0 1 0,9-2 0,0 2-1639,-9 1 1,0 1 1357,13-2 1,0 2 280,-12 5 0,0 0 0,9-2 0,1 0 0,-9 5 0,0 1 0,11-4 0,2 0 0,0 1 0,-1 1-364,1 1 1,1 1 363,-1 0 0,1 1 0,0 0 0,0 2 0,-9 12 0,1 1 0,7-9 0,0 4 0,3 3 0,-4 9 0,-1 3 0,2-1 0,3-7-390,4-4 0,2-3 1,0 3 389,-2 2 0,-2 5 0,0 1 0,2-1 0,3-3 0,3 1 0,3-3 0,1-1 0,-1 7 0,2 0 0,1-7 0,0 2 0,2-2 0,2 0 0,3-1 0,5 13 0,2-1 0,0-11 0,1 0 0,4 7 0,5 3 0,5-9 0,5 1 0,-2-3 0,1 1 0,2-1 0,1 0 0,3 2 0,2-3 0,-3-7 0,2-2 0,-1-2 0,8 5 0,0-2 0,-4-2 0,2-1 0,-1-1 0,5-1 0,1 0 0,-1-2 0,3 0 0,-1-1 0,-10-3 0,-1-2 0,2 1 0,-2-1 0,2 0 0,0 0 0,-2-1 0,1-1 0,-2-2 0,0 0 0,1-1 0,0 0 0,0 0 0,0-1 0,0-1 0,2-1 0,0-1 0,3-1 0,0-1 0,-2 0 0,3-1 0,-3 0 0,2-1 0,-3 0 0,2-1 0,0-1 0,-1-2 0,0-1 0,0-2 0,-1-1 0,-2 0 0,3-2 0,-2 1 0,2-2 0,-4 1 0,1 0 0,1-2 0,-1-2 0,4-6 0,1-4 0,-2 0 0,-4 1 0,-2 3 0,-4 1 0,2-2 0,1-3 0,3-2 0,-1-1 0,-6 3 0,-2-7 0,-6 1 0,0-1 0,-2-1 0,-3 0 0,-3-2 0,-3 0 0,-2-2 0,-2 1 0,0-7 0,-2-1 0,-2 6 0,0-2 0,-2 2 0,-3-3 0,-3-2 0,-1 9 0,-4-5 0,0-2 0,-1 1 0,2 5 0,-1-1 0,1 3 0,-1-3 0,0 2 0,-2-4 0,-1-2 0,1 4 0,1 5 0,-4-3 0,1 4 0,1 1 0,-1 1 0,1 3 0,0 1 0,2 3 0,0 1 0,-12-15 0,5 5 0,2 4 0</inkml:trace>
  <inkml:trace contextRef="#ctx0" brushRef="#br0" timeOffset="132756">4732 14149 5734,'13'8'0,"-2"0"0,-3 13 0,-3-5 0,8 24 0,-7-21 0,3 11 0,-4-14 0,5 12 0,-3-6 0,2 5 0,-4-12 0,-3-5 0,-2-5 0,-3 0 0,-1-6 0,-1-2 0</inkml:trace>
  <inkml:trace contextRef="#ctx0" brushRef="#br0" timeOffset="133171">4558 13962 5734,'-13'5'0,"-1"2"0,-1 3 0,0 3 0,-7 12 0,6-3-1644,-4 11 1644,8-6 0,-2 18 0,7-9-540,3-11 0,1 1 540,2 11 0,4 1 0,3 0 0,4 0 0,3-2 0,1-12 0,1-1 0,9 10 0,-7-14 0,3-1 302,1-6 0,4-4-302,19-9 0,2-7 0,-6-3 0,0-2-298,-9 1 1,0-2 0,-4-3 297,5-16 0,-6-2 0,-12 13 0,-1-1 0,3-17 0,-3 0 0,-6-5 0,-6 15 0,-3 1 0,-8 1 0,-2 2 0,-11-12 0,-2 15 0,-6-2 0,3 5 0,7 6 0,-1 2-216,-18-8 0,1 3 216,8 11 0,4 3 861,4 3-861,4 3 0,7 1 0,2 3 0</inkml:trace>
  <inkml:trace contextRef="#ctx0" brushRef="#br0" timeOffset="133984">8549 14377 5734,'25'-25'0,"7"-1"0,-14 15-511,7-4 511,-8 6 0,3-2 0,-8 5 167,2-1-167,-11 9 0,-13 27 0,2-8-777,-11 22 777,4-17 0,0 1 0,-4 12 0,5-11 0,-2 8 0,8-15 0,3-2 0,2-3 236,3-2-236,4-4 0,10-3 0,1-7 0,10-4 281,-1-6-281,2-2 0,1-1 0,0-2 0,-2 1 0,-3-1 0,-1 2 0,-4 1 0,-1 1 0,0-2 0,-7 5 0,-1 0 0,-8 4 604,-2 2-604,-3 0 0,0 0 0,-1 0 0</inkml:trace>
  <inkml:trace contextRef="#ctx0" brushRef="#br0" timeOffset="134343">8655 13960 5734,'-30'4'0,"-17"8"0,10 1-1093,11 2 1,-4 3 0,3 0 305,5-1 0,0 1 787,-13 11 0,1 4 0,8 1 0,4-1 0,4-6 0,2 1-277,-5 10 0,2 0 277,8-11 0,2 1 0,2 10 0,2 0 0,2-10 0,2 0 0,3 8 0,2-3 259,10 9-259,8-6 0,6-5 0,7-5 0,6-7 0,-12-14 0,5-3 0,1-4 0,5-6 0,2-4 0,0-1-196,0 3 0,-1 1 0,1-6 196,-4-3 0,1-5 0,-1 0 0,-6 1 0,3-5 0,-4-1 0,-3 3 0,0-1 0,-4 1 0,0-2 0,-4-1 0,2-11 0,-3-1 0,-6 11 0,-3-1 0,0-8 0,-3 1 496,-5 12 1,-6 1-497,-9-4 0,-5-2 0,0 3 0,1 4 0,-1 2 47,-4-3 1,-3 0 0,0 5-48,2 9 0,0 5 0,-3 0 0,0 2 0,-2 0 0,0 3 0,-2 0 0,0 3 0,0-1 0,0 1 0</inkml:trace>
  <inkml:trace contextRef="#ctx0" brushRef="#br0" timeOffset="138271">14227 13396 1270,'-48'3'0,"0"0"0,0 1 0,0-1 0,0 0 0,-1 0 0,1 0 0,0 1 0,0-1 0,-1 0 0,-2 0 0,1 1 0,0-1 0,2 0 0,2 0 0,4 0 0,3-1-318,-3 1 1,6-1-1,2 0 1,-4 0 317,-1 0 0,-3 0 0,0 0 0,0 0 0,2 0 0,1 0 0,3 0 0,-1 0 0,-3-1 0,1 1 0,-3 0 0,-1 0 0,0-1 0,2 1 0,4 0 0,-11 0 0,4 0 0,-1 0 0,3 0 0,-2 0 0,0 0 0,4 0 0,2 0 0,2 0 0,-2 1 0,-8 0 0,-4 1 0,0-1 0,4 1 0,5-1 0,3 0 0,-3 1 0,-2-1 0,-4 1 0,1 0 0,6 0 0,-3 1 0,5-1 0,0 0 0,-1 0 0,7 0 0,-3 0 0,3-1 0,-5 1 0,1-1 0,-9 1 0,1 0 0,16-2 0,1 0 0,-9 0 0,1-1 0,10-1 0,0 0 0,-6 0 0,2 0 0,-6-2 0,6 0 1641,3 0-1641,-4-2 0,9 2 0,-8-3 0,15 2 0,-3-1 2250,7 2-2250,-2-1 678,4 0-678,-8-4 1165,9 3-1165,-6-4 0,7 3 0,-1-1 0,0-1 0,-2 1 0,3 0 0,-1 3 0,5 3 0,0-1 0,1 1 0,-2 0 0,3 1 0,-2 0 0,2 3 0,0-1 0,0 3 0,0 2 0,-4 7 0,0-1 0,-5 11 0,4-8 0,-1 12 0,3-10 0,0 8 0,3 5 0,0-5-876,2 11 876,0-8 0,0-5 0,1 1 0,1 15-743,-1-12 0,0-1 743,3 16 0,-1 2 0,-1-23 0,-1 2 0,3 12 0,-1 1 0,0-8 0,-1-1 0,2 12 0,1-1 0,-3-11 0,1 0 0,0 1 0,0 0 0,1-1 0,-1 2 0,3 14 0,1 0 0,-3-10 0,-1-1 0,3 10 0,0 2 0,-1-2 0,0 2-870,-2-5 0,0 3 0,0-2 870,-1-6 0,0-1 0,0 0 0,0 5 0,-1 2 0,0-3-381,0 9 0,-1-4 381,-1-9 0,0-1 0,1 11 0,-1-1 0,0-15 0,0 0 0,0 12 0,0 0 0,0-10 0,1 0 0,0 9 0,0-1 0,0-12 0,0-1 0,0 1 0,1 0 0,-1-2 0,1 2 0,2 9 0,0 3 0,0-5 0,0 2 0,0-2 0,1 10 0,0-1 42,-1-10 1,0 2 0,0-4-43,-1-4 0,-1-2 0,1 1 0,0 0 238,-1 0 0,1 0-238,0-2 0,-1 1 0,0-1 0,1 0 337,2 22-337,1-2 0,-1-2 0,-2-13 0,0 0 0,2 14-229,-1-15 0,-1-1 229,1 10 0,0-11 0,0 1 0,3 13 0,-3-14 0,0-1 0,3 10 834,-1 0-834,-1-1 0,1 2 0,-2 2 0,1 2 0,-2 2 0,1 1 0,-2 1 0,0 1 0,-1 0 0,0-13 0,-1 1 0,0-9 0,0 2 0,0 14 0,0 6 0,-1-6 0,0-9 0,1-1 0,-1 11 0,0 5 0,0-6 0,0-14 0,0-2 0,0 10 0,0-2 0,0 14 0,0 0 0,1-1 0,1-1 0,0-3 0,0 0 248,1-7 0,-1 1-248,0-6 0,0 0 0,1 5 0,-1-1 0,2 11 0,-1-16 0,0-2 606,1-2-606,0-2 1074,-1-1-1074,0-3 0,-1-2 916,1-2-916,-1-2 769,1-2-769,-1-2 391,1-1-391,-1-2 165,1 0-165,2 0 0,0-1 0,2-1 0,1-1 0,1-2 0,3 0 0,20-6 0,2-3 0,-6 1 0,1 0-1292,15-6 1292,2 0 0,-11 4 0,1-1-430,-8 3 1,1 0 429,15-4 0,-15 5 0,3 0 0,1 0 0,4 0 0,-3 2 0,-3 0 0,0 0-472,11-2 1,6-1 0,-7 2 471,-12 3 0,0 0 0,3-2 0,4 1 0,-2 0 0,-2 0 0,0 0 0,11-2 0,1 1 0,-11 1 0,-1-1 0,2 1 0,1-1 0,1 0 0,0 1 0,2-2 0,-1 1 0,1 0 0,0 0 0,0 1 0,1-1 0,-1 0 0,1-1 0,-1 2 0,1-1 0,-2 1 0,2-1 0,-1 1 0,6 0 0,0-1-704,-6 2 0,2-1 1,-2 1 703,4-1 0,-2 1 0,1 0 0,-1 0-29,2 0 0,0 1 29,-3-1 0,4 0 0,-6 2 0,4-1 0,1 0 0,-1 0 0,7 0 0,-1 0 0,2-1 0,-6 2 0,2-1 0,-1 0 0,-1 1 0,2-1 0,-1 0 0,-3 1 0,7-1 0,-1 0 0,0 0 0,1-1 0,-15 1 0,-1 0 0,0 0 0,1 0 0,0-1 0,-1 1 0,1-1 0,0 1 0,0-1 0,1 1 0,-1-1 0,1 1 0,0-1 0,0 1 0,0-1 0,0 0 0,0 0 0,3 0 0,0-1 0,4 0 0,1 0 0,-1 0 0,-2 0 0,5 0 0,-3 0 0,4 0 0,-7 0 0,3 0 0,2 0 0,-3 0 0,-3 1 0,0 0 0,-4 0 0,0 1 0,1-1 0,0 1 0,-1 0 0,0-1 0,-1 1 0,1 1 0,10-2 0,1 1 0,-1 0 0,4 0 0,0 0 0,-8 1 0,1 0 0,-3 0 0,0 0 0,-2-1 0,-1 2 0,-1-1 0,-1-1 0,-1 0 0,-2 0 0,1 0 0,8-2 0,1-2 0,-11 3 0,0-1 0,7-2 0,-1-1 0,9-3 0,-2-2 904,-3 0-904,0-3 0,-2 0 0,0-2 0,-2 0 0,-1-1 0,-1 0 1235,-2-1-1235,-3-1 0,6-9 0,-9 6 65,3-6-65,-12 9 0,-2 1 1171,-1 1-1171,-3 1 1129,0 1-1129,1-4 318,-3 4-318,2-19 0,-4 15 0,0-14 0,-4 8-218,-1-4 218,-3-7 0,-2-8 0,-3 4 0,-1-2 0,2 6 0,-1 0-957,1 3 1,-2-3-1,1 2 957,-3-7 0,-1-2 0,3 10 0,-1-3 0,0-1 0,0 2-578,-1-5 0,0 2 0,0-2 578,0 0 0,-1-2 0,1-1 0,0 2 0,-1-2 0,1 1 0,0-3 0,2 8 0,-1-4 0,0 0 0,0 0 0,1 2 0,0-1 0,-1 1 0,1 1 0,0-2 0,0 0 0,0 0 0,-1-2 0,1 0 0,-1 0 0,1 1 0,0-1 0,0 0 0,0 1 0,0 2 0,1 0 0,-1 2 0,1 0 0,-1-3 0,0 0 0,-1-3 0,0-1 0,-1-1 0,1 3 0,1 3 0,0 2 0,1 3 0,0 0 0,-1-1 0,-2-9 0,0-1 0,-1-1 0,1 4 0,1 3 0,1 2 0,-2-1 0,1 0 0,0-2 0,-1 0 0,1 3 0,-1-2 0,1 2 0,-1-2 0,1 4 0,0-1 0,0 0 0,0 0 0,-2-7 0,0 1 0,0-1 0,0 3 0,1-1 0,-1 0 0,1 2 0,-1-6 0,1 2 0,-1-1 0,2 8 0,1 0 0,0 1 0,1 3 0,1-3 0,2 4 0,-1-2 0,1 1 0,1 2 0,1-1 0,0 2 0,1-1 0,1 3 0,0 0 0,0-9 0,1 0 0,0 11 0,1 1 0,-1-6 0,1-1 0,-1 2 0,0 2 0,0-5 0,0-14 0,0 31 549,0 2-549,0 3 2504,0 3-2504,1 1 1940,0 2-1940,-3 0 741,1 1-741,0 1 0,1 1 0,0 0 0,-1 1 0,-7 3 0,-3 2 0,-8 3 0,-3-1 0,-5-1 0,-1 0 0</inkml:trace>
  <inkml:trace contextRef="#ctx0" brushRef="#br0" timeOffset="138619">15466 13552 5734,'7'24'0,"1"-2"0</inkml:trace>
  <inkml:trace contextRef="#ctx0" brushRef="#br0" timeOffset="154537">23047 15011 5734,'-37'11'0,"5"-2"0,17-5 0,3-1 0,2 0 0,0 0 0,2 0 0,2 0 0,3 8 0,5-4 0,3 8 0,1-7 0,2 1 0,-2-3 0,1-1 0,-1 0 0,-2 0 0,1 2 0,-2-1 0,0 0 0,-1-2 0,1 0 0,-3-2 0,2 0 0,-2 0 0,-2-1 0,0-9 0,-3 0 0,0-5 0,1 2 0,0 2 0</inkml:trace>
  <inkml:trace contextRef="#ctx0" brushRef="#br0" timeOffset="161371">19718 5525 5734,'-2'-4'0,"0"1"0,3 1 0,0 2 0,1 0 0,0 0 0,-1 2 0,0 1 0,0 11 0,-2 4 0,0 5 0,-4 12 0,1-10-774,-2 11 774,3-8 0,-1 16 0,3-10 0,-1 11 0,3-16 0,-1-1 0,3-3-309,-1-1 309,1-3 0,3 4 0,-3-9 0,3 5 0,-5-12 0,2 0 0,-3-7 187,0-2 0,1-3 0,0-3 0</inkml:trace>
  <inkml:trace contextRef="#ctx0" brushRef="#br0" timeOffset="162526">19605 10237 5734,'1'-3'0,"0"0"0,1 3 0,0-1 0,0 0 0,4 0 0,0-2 0,8-2 0,-4 2 0,4-3 0,7 2 0,-8 2 0,7 0 0,-5 8 0,-7-1 0,4 5 0,-7-1 0,-2 2 0,-2 2 0,-4 10 0,-3-3 0,-8 18 0,1-12-771,-5 7 771,4-9 0,-6 6 0,6-9 0,-2 5-135,5-9 135,5-6 0,-1 2 0,5-9 0,25-12 0,1-4 0,15-6 0,3-2 0,-17 7 0,-3 3 0,0-1 760,3-1-760,14-7 0,-19 10 146,3-2-146,-4 7 0,-8 3 0,1 3 0,-9 5 0,-2 1 0,0 1 0</inkml:trace>
  <inkml:trace contextRef="#ctx0" brushRef="#br0" timeOffset="165431">22274 11216 5734,'0'-3'0,"-2"5"0,-1 5 0,-1 8 0,0 4 0,-3 19 0,2-4 0,1 3 0,-2 9 0,2-5 0,1-12 0,0 0-798,-2 14 0,0 5 0,0-8 798,1 0 0,1-15 0,1-2 0,-1 4 0,-1 1 0,3-10 0,-3 1 0,3-14 0,-3-9 0,-1-43 0,2 11-168,1 3 0,1-3 168,3 3 0,0 1 223,0 5 0,1 0-223,1-9 0,1-1 0,0 11 0,0-1 0,4-10 0,0 0 0,-2 10 0,1 0 0,2-8 0,1 3 0,3-8-855,0 4 855,0 5-629,5-2 629,-4 12 289,3-1-289,3 18 0,-9 6 1569,7 7-1569,-12 4 0,-1 4 0,-2 1 0,-4 13 0,-2-6 391,-4 10-391,-1-9 0,-10 12 0,2-9 0,-6 8 0,-4-3 0,-2 3 0,5-8 0,3-3 0,13-17 848,3 3-848,4-3 0,3 4 0,3-4 0,3 2 0,2-1 0,3 2 0,7 0 0,4 0 0,-1-1 0,1-1-378,4 3 0,-1-1 378,-5-4 0,-1-1-571,11-1 571,-11-3 0,7-1-302,-6-7 302,-7-1-21,3-4 21,-8 1 0,1-8 0,-5 2 0,1-7 0,-6 4 0,-2-11 0,0 6 0,-3-10 0,1-3 0,0 8 0,0-10 0,-1-2 0,2 1 0,-1 8 0,0 2 0,0 7 0,0 13 1282,0 1-1282,-1 7 637,0 3-637,-5 13 375,1 1-375,0 10 0,0 3 0,0 5-665,2-4 0,0 0 665,2 5 0,2-10 0,1 1 0,1 13 0,1-6 0,1-1 0,2 4 0,4 8 0,-1-17 0,7-1 0,-2-10 0,7-5 0,-4-13 0,1-7 0,1-5 0,7-18 0,-8 3-182,-5 1 0,-1-2 182,-2-8 0,-4 12 0,-2-1-189,-3-10 189,-3 11 0,-1 1 0,-4-11 0,-11 1 0,-4 3 0,1 9 0,-1 2 0,-1 5 0,-7 15 0,8 2 0,-6 2 0</inkml:trace>
  <inkml:trace contextRef="#ctx0" brushRef="#br0" timeOffset="165877">23171 11168 5734,'-6'3'0,"-2"0"0,-2 2 0,-9 4 0,3 0-457,-7 5 457,4-1 112,-7 10-112,2 10 0,0 3 0,10-13 0,0 0-239,-8 15 0,6 1 239,12 8 0,4-12 0,3-6 0,2 0 0,6 3 0,7 7 0,11-9 0,1-14 0,2-3 0,11 6 0,-10-11 0,-3-4 0,-4-9 0</inkml:trace>
  <inkml:trace contextRef="#ctx0" brushRef="#br0" timeOffset="166285">23387 11597 5734,'5'-7'0,"-1"-1"0,0 2 0,6-6 0,-3 4 0,4-4 0,-4 7 0,0 0 0,0 2 0,0 2 0,-2 3 0,-1 4 0,5 16 0,-4-6 0,1 14 0,-5-2 0,0-6-329,-2 7 329,1-9 0,-2-1 0,-7 17 0,-1-16 0,-3 9 0,1-23 0</inkml:trace>
  <inkml:trace contextRef="#ctx0" brushRef="#br0" timeOffset="167010">23797 11621 5734,'-2'-18'0,"0"-3"0,1-3 0,1-1 0,1 4 0,1-11 0,0 7 0,5-18 0,0 18-739,3-7 739,-1 10 0,1 0 0,1 2 178,6-6-178,-3 10 0,3-3 0,0 9 0,-5 5 0,5 3 0,-7 5 0,5 12 0,-5-1 0,6 20 0,-7-9 0,-3-2 0,0 3 0,0 4 0,-1 1 0,0-5 0,-1-1 0,0 6 0,1-1 0,-3 1 0,1-3-970,1 8 970,-2-8 0,0-3 0,0-3 503,1 1-503,-2-8 0,2-2 0,0-9 0</inkml:trace>
  <inkml:trace contextRef="#ctx0" brushRef="#br0" timeOffset="167612">24225 11296 5734,'-4'26'0,"2"11"0,1 1 0,1-1-1264,0 1 0,1-1 1264,1-10 0,2 10 43,-2-11-43,1 4 558,-3-13-558,1 0 0,-2-7 0,1-1 1266,-4-15-1266,0-20 0,-1 1-87,2-14 87,2 13 0,3-16 0,-1 9-1003,4-12 1003,-1 14 0,7-13 0,-2 12 0,5-9 0,2 9 0,-3 9-616,12-9 616,-9 17-211,5-3 211,-5 9 596,3 4-596,-4 4 976,1 2-976,-4 12 723,-10 30-723,-7-5 0,0-12 0,-3 0-724,-18 11 724,9-16 0,-14 11 0,14-17-118,-3 2 118,8-9 0,2-3 0,-3 1 0,8-3 0,-1 1 984,10-2-984,5 0 141,8 2-141,-1 1 0,7 3 0,-4-1 0,9 8 0,-5-3-657,6 5 657,-7-4 0,7 6 0,-9-6 0,11 10 0,-16-11 0,3 3 0,-7-8 0,-3-1 0,-1-3 0,-2-1 0,-1-2 657,-1-3-657,-1-3 0,-1-1 0,0-3 0</inkml:trace>
  <inkml:trace contextRef="#ctx0" brushRef="#br0" timeOffset="167903">24659 11211 5734,'-8'9'0,"-3"10"0,2 0-1115,-2 9 1115,4-2 0,-2 16 0,3-8-1090,0 14 1090,4-14 0,2-10 0,1 1 0,2 11 0,4 9 0,8-10 0,-2-12 293,5 2-293,-4-17 0,7-8 0,-3-5 0,5-8 0,-8-19 0,-4-5 0,-1-1-670,-1-2 1,-3 0 669,-11 6 0,-7-13-450,2 14 450,-4-7 865,4 17-865,-3-1 0,3 9 0,-2-1 186,5 9-186,-3 4 363,5 3 1,-2 3 0,7 1-1</inkml:trace>
  <inkml:trace contextRef="#ctx0" brushRef="#br0" timeOffset="168568">25034 11211 5734,'-9'0'0,"-6"1"0,2 2 0,-6 2 0,4 4 0,-8 7 0,4 0-642,-5 8 642,8-2 0,-5 15 0,6-5-1108,-2 11 1108,9-10 0,3 1-173,7 7 0,4 4 173,4-15 0,0-1 0,0 13 0,3-4-361,5-18 1,0-6 360,2-7 183,14-6-183,-16-6 0,10-10 0,-14 3 0,3-4 0</inkml:trace>
  <inkml:trace contextRef="#ctx0" brushRef="#br0" timeOffset="169013">25067 11631 5734,'-1'5'0,"0"-1"0,0-1 0,0 0 0,3-3 0,0-1 0,5-2 0,-1 1 0,7-2 0,-4 3 0,3-2 0,5 1 0,-5 1 0,8 0 0,-11 2 0,2 1 0,0 4 0,-5 0 0,1 4 0,-13 11 0,2-6 0,-7 10 0,4-10 0,-1 1 0,1 0 0,-1 5 0,3-5 0,1 3 0,4-7 0,4 2 0,28 0 0,-3-9 0,13-2-537,-15-11 537,-10 2 0,0-5 0,-6 3 0,-2-4 0,-6 2 0,-2-1 0</inkml:trace>
  <inkml:trace contextRef="#ctx0" brushRef="#br0" timeOffset="183172">19074 13923 5734,'5'-1'0,"-2"1"0,-2-1 0,0 1 0,0-2 0,-1 0 0,1 0 0,-1 0 0,0 1 0,1-2 0,0 3 0,-1-1 0,1-4 0,1 0 0,2-3 0,1-1 0,5-7 0,-1 2 0,5-5 0,3-4 0,-2 5-493,5-7 493,-5 7 0,0 0 0,-1-1 0,1 0 0,8-9 0,-4 7-758,6-9 758,-7 9 0,9-9 0,-6 6 0,-2 4 0,1 1 0,4-5 0,-3 5 0,3-2 0,5-3 0,0 1 0,-5 4 0,0-1 0,15-9 0,-2 1 0,0 1 0,-5 6 0,0 0 0,4-3 0,-15 11 0,3-2 0,13-9 0,-2 2 0,2-2-615,-3 3 0,-1 0 615,-14 8 0,-1 1-86,-2 1 86,-1 1 0,-2 1 388,-1 2-388,-1 0 680,-1 1-680,1-2 1385,-3 3-1385,-1-1 114,-4 4-114,-4 1 0,-2 3 0,-5 2 0,-1 3 0,-4 2 0,-1 2 0</inkml:trace>
  <inkml:trace contextRef="#ctx0" brushRef="#br0" timeOffset="183799">19137 14051 5734,'9'-7'0,"1"0"0,-1-1 0,10-10 0,0 1 0,9-9 0,2-1 0,1-1-1639,-10 8 1,2 0 1610,1-1 0,2-2 0,0 0 28,-1 2 0,0 0 0,2-1-450,0 0 1,3 0 0,0-2-1,-1 2 450,4-4 0,-2 2 0,2-2 0,5-3 0,2-1 0,-5 3 0,-5 5 0,-3 1-288,1 0 1,0 0 287,-1 0 0,-1 1 0,0 1 0,-1 0 0,-1 0 0,0 1 0,-2 0 0,-1 1 0,-1 1 0,0 0 0,17-13 1133,-4 2-1133,-3 2 0,1 0 0,-9 5 0,0 0 365,5-4 1,-2 2-366,1-4 1249,-13 14-1249,-4 3 1242,1 1-1242,-3 1 0,-4 6 0,-2 0 1172,-7 7-1172,-4 2 0,-2 3 0,-4 2 0,-1 2 0,-1 1 0</inkml:trace>
  <inkml:trace contextRef="#ctx0" brushRef="#br0" timeOffset="184354">18981 14727 5734,'-6'13'0,"0"-2"0,3-5 0,2-1 0,0 0 0,1 0 0,1-2 0,0 0 0,0-3 0,2-1 0,1-2 0,3-3 0,2-1 0,4-4 0,3-5 0,4-4 0,0 0 0,2-2-1080,-4 4 0,2-2 1080,7-9 0,2 0-1056,-4 3 1,-1 1 1055,3-3 0,1 0 0,2-2 0,1 0-732,2-2 1,1 0 731,-11 11 0,1 0 0,3-3 0,1 1 0,4-3 0,1-2 0,1 1 0,-4 3 0,5-4 0,-2 1 0,3-1 0,-5 3 0,4-2 0,0 0 0,-1 0 0,-4 4 0,2-1 0,-4 2 0,1 1 0,0-1 0,0 0 0,0 0 0,0 1 0,-1-1 0,0 1 0,-1 1 0,0-1 0,1 0 0,6-5 0,3-1 0,-1-1 0,-6 4 0,0 0 0,0 0 0,-2 1 0,5-3 0,-1 0 0,-1 1 0,0 0 0,-1-1 0,-5 4 0,6-8 0,1-5 0,-13 10 731,2-6-731,-12 12 0,-2-5 0,-5 10 848,-7-5-848,-3 15 2748,-7 1-2748,1 8 0,-2 3 0,-2 1 0,-2 3 0</inkml:trace>
  <inkml:trace contextRef="#ctx0" brushRef="#br0" timeOffset="185271">20699 13817 5734,'16'-16'0,"4"-4"0,4-3-2582,5-4 2582,4-4 0,-5 6 0,2 0 0,-6 4 0,0 1-847,10-8 1,-1 1 846,-10 7 0,3-1 0,3-2 0,5-4 0,0-1 0,-3 3-618,1 0 1,-1-1 617,-2 3 0,3-3 0,0 1 0,-6 4 0,-2 3 0,-4 3-224,10-8 224,4-3 297,-16 13-297,-4 1 1427,-3 3-1427,-3 2 2762,-2 1-2762,-7 2 202,-14 11 0,2-1 1,-9 8-1</inkml:trace>
  <inkml:trace contextRef="#ctx0" brushRef="#br0" timeOffset="185633">21186 13844 5734,'8'-5'0,"2"0"0,12-10 0,9-9 0,2-2 0,-7 5 0,4-5 0,-3 4-1457,-6 4 0,0 0 1457,4-4 0,3-2 0,-3 3 0,10-9-591,-1 1 591,0 0 0,-11 10 0,-2 0 0,11-9 0,-12 10 0,-1 2-405,3-4 405,0 1 0,-4 3-219,2-3 219,-6 7 1744,-1-2-1744,-6 7 1436,-4 2-1436,-2 3 594,-6 6-594,-7 8 0,-1 2 0,-4 5 0,5-4 0</inkml:trace>
  <inkml:trace contextRef="#ctx0" brushRef="#br0" timeOffset="185923">21560 13965 5734,'17'-7'0,"10"-9"0,-6 3-1774,12-8 1774,-6 2 0,3-1 0,-6 3 0,0-1 0,-4 4 0,-1-1-655,7-5 0,0 0 655,11-10 0,0 0 0,-3 1 0,-1 1 398,-4 2-398,-10 10 0,0 0 0,0-1 0,0 0 0,15-12 0,-9 7 0,-19 17 0,-7 6 188,-10 10 1,1-1-1,-5 4 1</inkml:trace>
  <inkml:trace contextRef="#ctx0" brushRef="#br0" timeOffset="186239">21867 14094 5734,'21'-12'0,"2"-1"0,1-3-1867,3-2 1867,3-3 0,0-2-969,3-2 969,1-1 0,-2 0 0,1-2 0,-13 12 0,1-2 0,8-6 0,4-3 0,-4 4 0,7-7 0,-8 8 0,-1 1 0,3-4 142,-9 9-142,2-2 0,-11 8 0,-5 4 799,-4 2-799,-11 10 1279,-1 1-1279,-8 6 0,2 1 0,-1 1 0</inkml:trace>
  <inkml:trace contextRef="#ctx0" brushRef="#br0" timeOffset="186501">22043 14347 5734,'27'-18'0,"-1"0"0,-4 1-469,2-4 469,-6 4 0,1-1-1596,12-11 1596,-11 9 0,1 0 0,0-2 0,-1 2 0,12-12 0,-11 11 0,-1 1 0,8-7 0,7-6 0,-11 10-188,8-7 188,-17 16 0,-1 1 0,-8 6 189,-2 4-189,-4 2 1280,-5 3-1280,-3 5 0,-14 11 0,4-1 0,-9 8 0,6-5 0</inkml:trace>
  <inkml:trace contextRef="#ctx0" brushRef="#br0" timeOffset="186704">22193 14511 5734,'28'-22'0,"1"0"0,1-2-1556,-8 6 1,0 0 1555,11-9 0,-11 9 0,-1 0 742,6-7-742,7-8 0,-11 10 53,3-4-53,-14 12 0,-3 3 0,-6 3 0,-2 4 1573,-5 3-1573,-3 3 0,-3 2 0,-1 2 0</inkml:trace>
  <inkml:trace contextRef="#ctx0" brushRef="#br0" timeOffset="186915">22180 14789 5734,'22'-15'0,"1"1"0,6-6 0,1 0 0,8-7-1093,-11 7 1,4-3 0,-3 2 201,-6 4 0,0 0 891,8-6 0,4-3 0,-5 3 69,6-5-69,-9 7 0,-1 1 561,0-4-561,-10 10 0,1-2 0,-13 10 0,-4 3 0,-4 3 0</inkml:trace>
  <inkml:trace contextRef="#ctx0" brushRef="#br0" timeOffset="187206">22222 15106 5734,'21'-14'0,"0"0"0,7-6 0,-1 0 0,7-7 0,-9 7 0,5-4 0,-4 2-1639,-3 3 1,0 0 1269,12-10 0,2-2 369,-9 7 0,-2 0 0,-6 6 0,1 0 0,5-5 0,-1 0 797,7-6-797,-12 11 0,-1 0 0,8-6 0,3-2 0,-14 13 0,-3 3 694,-3 2-694,-2 3 0,-2 3 0,-3 7 2180,-4 2-2180,-4 7 0,-3 0 0,-3 2 0,-1 3 0,-1 1 0</inkml:trace>
  <inkml:trace contextRef="#ctx0" brushRef="#br0" timeOffset="187483">22230 15648 5734,'34'-21'0,"-10"5"0,0 0 0,9-9-1639,-10 7 1,1 0 1564,12-13 74,-17 14 0,0 0 0,1-1 0,0 0 0,1 0 0,0-1 0,-1-1 0,1 1 0,0-1 0,0 0 0,0 0 0,-1 0 0,1 1 0,-1-1 0,0 1 0,-1-1 170,0 2 0,0-1-170,5-5 0,1 0 0,-8 7 0,1 0 0,5-5 0,3-3 0,-5 4 0,0-3 0,0 3 0,-8 5 164,-28 22 0,-1 4 1,-9 7-1</inkml:trace>
  <inkml:trace contextRef="#ctx0" brushRef="#br0" timeOffset="187798">21824 16343 5734,'23'-17'0,"2"-1"0,4-4-733,-6 4 1,4-4 732,0 0 0,2-3 0,-1 0-1639,8-5 1,-1-1 1635,-5 4 0,1-1 0,-3 2 3,-2 2 0,-1 1-492,0-1 1,0 0 491,1 1 0,0-1 0,-1 1 0,0 0 0,0 1 0,0-1 0,9-7 0,-1 0 0,-8 8 0,-1 0 0,7-6 0,-1 1 0,-11 9 0,-1 2 0,17-16 214,-4 2 0,0 0-214,-6 5 0,-1 2 0,3-4 0,-2 2 2444,2-1-2444,-21 22 875,-5 5-875,-6 4 0,-11 13 0,0-1 0,-7 9 0</inkml:trace>
  <inkml:trace contextRef="#ctx0" brushRef="#br0" timeOffset="188257">21554 16871 5734,'14'-3'0,"14"-7"0,-3-1-2304,16-8 2304,-7-1 0,5-5 0,-8 3 0,3-3 0,0-1 0,1-3 0,0 1-962,-6 4 1,0 1 0,0-1 961,7-7 0,0 0 0,-3 1 0,-3 2 0,-3 2 55,1-1 0,1-1-55,-3 3 0,2-2 0,-2 2 0,3-4 0,1 0-219,-6 5 0,2-1 1,-2 2 218,0 0 0,-1 0 0,-1 2 0,0 0 0,-1 1 0,0 0 0,-2 1 0,1 0 315,5-5 1,2-2-316,5-5 0,1 1 0,-8 5 0,1 1 0,1-2 0,-2 3 0,3-4 0,-9 9 0,3-2 0,-12 9 862,2 1-862,-5 4 2085,-1 4-2085,-8 4 1681,-3 5-1681,-4 2 0,-10 10 0,4-3 0,-7 7 0</inkml:trace>
  <inkml:trace contextRef="#ctx0" brushRef="#br0" timeOffset="188981">20525 16972 5734,'7'0'0,"23"-14"0,-11 3 0,20-13 0,-13 3 0,1 1-3274,9-9 3274,-6 5 0,1 0 0,4-6 0,-7 7 0,0-2 0,-7 7 0,1-1-508,7-6 0,-1 0 508,-7 7 0,-2 2 0,0-2 0,1 1-67,-1 1 0,1-1 67,-2 1 0,0 0 0,17-14 0,-12 10 0,-1 1 0,10-8 0,-12 10 0,-2 2-233,3-4 233,-4 4 0,-2 1 1185,-4 4-1185,-1 0 1620,-5 5-1620,-3-1 1441,-6 6-1441,-9 4 411,1 1-411,-8 4 0,4 0 0,-1 0 0</inkml:trace>
  <inkml:trace contextRef="#ctx0" brushRef="#br0" timeOffset="189424">20786 17046 5734,'28'-16'0,"2"-3"0,-1-2 0,6-5 0,-3 2-1639,-3 2 1,1 0 917,5-6 0,4-2 0,-4 2 721,-6 4 0,-2 2 143,0-1 0,2-2-143,-2 2 0,2-2 0,-1 2-290,4-5 0,0 1 290,-5 4 0,2-2 0,-2 3 0,1-2 0,-1 1 0,0 1 0,-1 0 0,-1 0 0,0 2 0,-2 0 0,0 1 0,-2 1 0,-1 1 0,-1 1 0,-1 1 0,4-4 0,0 2 0,7-7 137,3-2-137,-17 15 1862,0-1-1862,-7 5 1637,-1 1-1637,-8 6 1420,-3 4-1420,-3 4 678,-1 2-678,-1 2 0,0 2 0,-1 1 0</inkml:trace>
  <inkml:trace contextRef="#ctx0" brushRef="#br0" timeOffset="189968">21220 17075 5734,'-4'1'0,"1"0"0,1 2 0,1-1 0,-1 1 0,1-1 0,0 3 0,0-2 0,0 3 0,0-3 0,-1 1 0,1-1 0,0 0 0,0 0 0,0 0 0,1-1 0,0 0 0,0 1 0,0-2 0,1 1 0,0-2 0,5 0 0,0-2 0,4-1 0,1-3 0,12-7 0,-2 2-840,11-8 840,-4 3-1093,3-3 1093,5-3 0,-6 2 0,6-4 0,0 0 0,-3 2 0,-1-2 0,1 1-855,6-4 1,0 0 0,-3 1 854,-7 4 0,-2 2 0,-5 1 0,9-10-549,-5 4 549,-7 1 80,-6 5 0,-5 2 0,-4 3 0</inkml:trace>
  <inkml:trace contextRef="#ctx0" brushRef="#br0" timeOffset="190600">20005 16949 5734,'25'-17'0,"-4"3"0,1 1-958,-2 1 958,1-3 0,2-3 0,3-2 0,2-1 0,7-7-1275,1 0 1,0-1 1274,-1 0 0,-13 10 0,1 1 528,7-8-528,-9 9 0,-1 0 0,10-7-681,6-4 681,-14 11 0,-4 3 0,-3 1 331,-2 3-331,-2 2 2100,-2 1-2100,-2 2 269,-2 1-269,-2 1 960,-2-2-960,-12 0 0,4 2 0,-10 1 0</inkml:trace>
  <inkml:trace contextRef="#ctx0" brushRef="#br0" timeOffset="191031">19771 16919 5734,'25'-18'0,"0"-1"0,0 2 0,-3 1 0,5-5 0,2-3 0,2-3-1639,-11 9 1,0-1 1314,13-11 0,0-1 324,-14 12 0,-2 0-231,2 0 1,0-1 230,0 1 0,-1-1 0,1 0 0,0 0 0,7-9 0,-1 0 0,-5 7 0,-1 0 0,4-6 0,0 1 0,6-7 0,-12 13 0,0 0 0,6-8 407,2-3-407,-13 16 0,-2-1 0,-4 5 1712,-1 0-1712,-5 6 1550,-3 2-1550,-7 5 179,0 1 0,-5 4 0,4 0 1</inkml:trace>
  <inkml:trace contextRef="#ctx0" brushRef="#br0" timeOffset="191417">19595 16778 5734,'27'-24'0,"-8"9"0,0 0 0,6-5-906,11-8 906,-14 9 0,-1 0-1668,14-12 1668,-12 9 0,0 0 0,11-10 0,-5 2 0,6-6 0,-4 3-884,-7 8 0,0 0 884,7-8 0,3-3 0,-5 6 0,0-3-732,-1 2 732,-3 2 0,-3 4 244,-3 4-244,4-7 0,-11 13 1008,3-4-1008,-15 14 2551,-8 3-2551,-2 3 1271,-8 3-1271,-7 7 0,4 0 0,-8 3 0</inkml:trace>
  <inkml:trace contextRef="#ctx0" brushRef="#br0" timeOffset="191746">19442 16580 5734,'18'-17'0,"0"-1"0,3-2-1784,1-4 1784,3-1-929,1-5 929,2 0 0,1-2 0,1 0 0,1 0-583,-1 0 583,0 0 0,-2 0 0,-2 0 0,0 0 0,-2 0 0,-2 4 0,-5 2 0,-13 14 0,-4 3 697,-4 2-697,-8 3 276,-1 3 1,-7 2-1,3 0 1</inkml:trace>
  <inkml:trace contextRef="#ctx0" brushRef="#br0" timeOffset="192023">19471 16243 5734,'29'-26'0,"1"-2"0,1 0-2796,1-2 2796,0-1 0,0 0 0,0-1 0,-2 2 0,0 0 0,-5 3 0,0 1 0,-1-2 0,-4 5 0,-3 2 834,-12 10-834,-4 2 452,-2 2-452,-2 1 0,-3 3 0,-1 1 0</inkml:trace>
  <inkml:trace contextRef="#ctx0" brushRef="#br0" timeOffset="192839">19306 15766 5734,'21'-18'0,"0"0"0,8-9 0,4-3 0,-4 4-1639,-9 8 1,-1 0 1444,7-6 1,2-2 0,-5 5 193,-2 1 755,-4 4-755,-3 2 168,-2 2 1,-4 3-1,0 1 1</inkml:trace>
  <inkml:trace contextRef="#ctx0" brushRef="#br0" timeOffset="193165">19056 15837 5734,'39'-26'0,"0"0"0,0 0 0,-3 3 0,-2 0 0,-3 1 0,-3 0 0,-4 1-1639,-4 3 1,0 0 1498,6-6 0,-1-1 140,-7 7 0,-2 1 586,16-18-586,-12 12 0,0 0 0,8-11 0,-6 6 0,-2-1 0,-2-1 650,1-5-650,-19 16 0,-5 13 0,-13 1 0,1 6 0,-7 4 0,4 1 0,0 1 0</inkml:trace>
  <inkml:trace contextRef="#ctx0" brushRef="#br0" timeOffset="193523">18954 15681 5734,'38'-11'0,"5"-6"0,-22 5-1348,8-5 1348,-7 1 0,14-14 0,-8 5-729,-8 7 0,-1-1 729,10-12 0,-8 7 0,1-1 0,-5 6 0,-1 0 0,6-5 0,-2-1 0,8-7-355,-1 1 355,-3 2 0,-1 3-28,-3 2 28,4-5 0,-8 9 516,2-2-516,-8 7 1399,-5 7-1399,-3 0 1233,-6 8-1233,-7 2 41,-2 5-41,-15 8 0,6-2 0,-10 6 0</inkml:trace>
  <inkml:trace contextRef="#ctx0" brushRef="#br0" timeOffset="193787">18825 15610 5734,'37'-22'0,"-1"1"0,-9 3-1442,-6 3 1,1 0 1441,11-10 0,-10 9 0,-1-2 0,10-8 0,-9 6 0,1 0 0,11-13 0,-7 5 0,5-7 0,-4 6 0,-11 10 0,-1 0 285,5-5 1,2-2 0,-4 3-286,-2-5 0,-10 13 465,-6-9-465,-10 17 0,-9 0 0,2 5 0</inkml:trace>
  <inkml:trace contextRef="#ctx0" brushRef="#br0" timeOffset="194617">19291 16085 5734,'9'4'0,"-2"1"0,0 0 0,-1-2 0,1 1 0,3-1 0,3-5 0,6-3 0,0-4-365,0-6 365,-1 1 0,12-14 0,-5 5 0,9-10 0,-14 13 0,-1 2-1328,12-13 1328,-10 11 0,0 0 0,8-8 0,1-1 0,-1 2 0,0 1 0,-10 8 0,0 1 0,8-7 0,7-6-210,-16 14 210,5-4 0,-9 7 0,3-2 0,-10 7 0,-1 0 308,-3 4-308,-2-2 0,-2 3 0,0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6-29T02:03:19.6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12156 3339 5734,'-4'8'0,"2"-3"0,7-23 0,1 2 0,6-15 0,-1 8 0,1 0-2278,8-18 2278,-4 13 0,1-4 0,3-1 0,2-3 0,-2 2-1078,2-1 0,0 0 1078,1-2 0,1-3 0,0 4 0,-3 4 0,0 1 0,0 0 0,0 0-344,-1 1 0,1 0 344,7-9 0,-1 0 0,-8 11 0,1 0 0,1-2 0,2-3 0,-4 4 0,9-10 0,-10 11 0,0 2 0,0-4 0,-8 13 0,5-10 0,-10 19 1063,0-1-1063,-3 6 2844,-2 2-2844,-3 4 1215,0 1-1215,-6 5 0,3-2 0,-1 3 0,-8 8 0,7-7 0,-7 8 0,9-11 0,0 0 0</inkml:trace>
  <inkml:trace contextRef="#ctx0" brushRef="#br0" timeOffset="569">12586 2254 5734,'-2'-3'0,"1"0"0,1 3 0,0-1 0,1-1 0,0 1 0,2-1 0,-2 2 0,1 0 0,-1 0 0,1 0 0,-1 0 0,2-1 0,-2 0 0,2-2 0,-1 0 0,2-1 0,3-2 0,1 0 0,4-3 0,0 0 0,3-1 0,0-1 0,3-1 0,0-1 0,8-5 0,-5 4-356,4-3 356,-9 6 0,-1 2 0,-1 2 0,14-2 0,-12 8 0,8 0 0,-15 15 0,-4-1 0,1 14 0,-4-7 0,-1 8 0,0 8 0,-1-7 0,0 10 0,0-14 0,0 1 0,1 15-637,0 7 637,1-19 0,-1-12 0,1 1 0,-1-6 0,1 1 0,-1-6 0,-1-3 0,-1 0 993,-2-1-993,-1 0 0,-5 1 0,-1-2 0,-3 0 0</inkml:trace>
  <inkml:trace contextRef="#ctx0" brushRef="#br0" timeOffset="1491">13372 1622 5734,'-2'-4'0,"-1"-1"0,2 4 0,1 25 0,1-8-660,2 22 660,-3-15 0,1 2 0,-1 1 0,1 1 0,-1 8 0,1-7 0,0 0 0,-1 14 0,1-12 161,-1 9-161,1-14 0,0-1 0,-2 3-471,1 17 471,-2-30 0,-2-1 0,2-1 0,-3-2 475,1-2-475,-2-1 0,-9-2 0,3-4 123,-7-3 1,7-5 0,1-1 0</inkml:trace>
  <inkml:trace contextRef="#ctx0" brushRef="#br0" timeOffset="1812">13307 1542 5734,'21'22'0,"-7"-4"0,5 16-600,-8-6 600,-2-5 0,0 2-1405,4 14 1405,-4-14 0,1 1 0,5 7 0,-1-1 0,5 8 0,3 0 0,1-2 0,-4-10 0,-4-8 0,0-1 197,6-3-197,-7-6 0,4-3 0,-3-15 0,-4-2 0,0-9 0,-4-23 0,-5 12-3,-1 5 0,-1-1 3,-4-19 3,0 10-3,-2-11 0,1 16-172,0 4 172,0 2 0,0 4 0,0 4 0,-1 4 260,-6 8-260,4 6 0,-4 7 0,7 1 0</inkml:trace>
  <inkml:trace contextRef="#ctx0" brushRef="#br0" timeOffset="2186">13775 1770 5734,'-3'1'0,"-1"7"0,3 2 0,-1 14 0,3 15 0,0-6-1048,2 9 1048,0-19 0,1-1 0,6 14 0,-3-14 251,5 10-251,-1-18 0,-2-6 0,23-19 0,-18 0 0,4-8 0,-2-2 0,-6-2 0,1-9 0,-6-4 0,-3 8-596,0-9 596,-3 13 0,-1-8 0,0 10 746,0-3-746,-1 10 0,0 5 0,1 0 0,-3 9 0,2 2 647,-3 5-647,2 3 0,0 2 0,0 1 0,1 3 0,1 0 0,1 1 0</inkml:trace>
  <inkml:trace contextRef="#ctx0" brushRef="#br0" timeOffset="3231">14022 1821 5734,'-2'34'0,"1"-2"0,3 0 0,0-6 0,0 8 0,3 10 0,-2-17 0,0-1 0,1 0 0,0-7 0,1 6 0,-1-15 0,-1-5 0,-1-11 0,-1-3 0,-1-11 0,2-7 0,-1 4 0,1-11 0,1 1 0,0 0 0,2-4-556,-1 4 0,0 1 556,2 9 0,-2 3 0,0 4 0,1-2 0,-2 7 0,1 0 0,2 9 0,-2 3 1112,4 5-1112,3 27 0,-5-12-710,5 22 710,-8-19 0,0 1 0,0 10 0,-2-9 0,0 8-315,-1-14 315,-1-1 0,1-2 0,0-3 0,0-3 0,0-2 686,0-3-686,0-4 339,3-8-339,-1-2 0,2-6 0,-1 0 0,4-12 0,-2 4 0,2-9 0,2-3 0,-2 8-509,2-6 509,-2 11 0,-1 4 0,1 1 0,-1 4 0,0 3 0,1 4 0,-1 4 0,7 33 0,-4-4 0,3 18-290,-6-15 290,-2-9-537,5 9 537,-1-9 0,4 6 0,-2-10-117,2-2 117,1-3 0,1-1 0,15-3 0,9-14 0,-1 1 51,-1-14-51,-17 4 0,5-11 0,-7 5 0,4-8 0,-6-2 0,-6 6 0,0-6 229,-5 10-229,-4 2 121,0 0-121,-4 2 0,0 2 0,-5 0 720,0 6-720,-3 0 332,-4 10-332,3 1 0,-6 6 0,6 2 0,0 3 0,1 4 0,-3 13 0,5-5-756,-1 10 756,7-8 0,3-1 0,2 1 0,9 3 0,1 0 0,2-2 0,1-1 0,1-4 0,1-15 0,1-4-386,11-10 386,-7-2 0,9-8 0,-11 0 0,8-12 0,-8 6-644,4-9 644,-11 7 0,-4 0 0,-1-2 0,1-5 0,-3 6 0,-1 0 0,-2 2 0,-2 3 0,-1 2 0,1 4 673,-2 1-673,0 7 387,-1 2-387,-2 13 726,0 1-726,0 7 0,1-2 0,1 3 0,1 1 0,1 0 0,1 1 0,0 7 0,1-9 0,-1 5 0,2-7 0,-1-6 0,0 3 0,0-12 0,-1 0 0,-1-10 0,1-1 0,-1-5 0,1 0 0,0-1 0,-1-4 0,3-12 0,2-3 0,3-5-597,-2 4 0,2 3 597,3 8 0,0 10-59,5 0 59,-2 5 0,4 0 0,-5 6 0,-1 4 0,-1 2 1186,4 7-1186,-5-2 0,3 3 0,-3-4 0</inkml:trace>
  <inkml:trace contextRef="#ctx0" brushRef="#br0" timeOffset="4364">15014 1862 5734,'-8'-2'0,"1"0"0,-3 3 0,1 1 0,-8 8 0,6-2 0,-8 16 0,13-10 0,-4 9 0,6 7 0,3-11 0,0 11 0,2-15 0,1-1 0,1-2 0,4 2 0,-2-7 0,8-3 0,-6-9 0,10-19 0,-9 7 0,3-10 0,-6 11 0,0-1 0,0 1 0,-1 1 0,0 0 0,1-2 0,-1 6 0,2 0 0,-3 7 0,1 3 0,0 2 0,0 2 0,-1 2 0,3 4 0,-1-1 0,2 2 0,1-3 0,-1-3 0,3-2 0,-1-4 0,0-1 0,1-1 0,1-3 0,1-3 0,6-10 0,-5 3 0,4-8 0,-3-5 0,-5 5 0,1-10 0,-3-3 0,-5 11 0,0-1 0,0-16 0,-2 19 0,-2 2 0,-4-4 0,1 11 0,-2-2 0,-2 16 0,2 6 0,-2 9 0,1 18 0,4-2-1073,-2 13 1073,4-7 0,2 1 0,2 0 0,-1 11-777,1-10 0,0-1 777,2 1 0,0-1-679,1-2 679,0-3 0,1-3-315,1-2 315,-1-5 756,0-3-756,-1-4 1505,-1-4-1505,-1-2 869,0-5-869,1-7 464,-2-3-464,2-6 27,-3-1-27,-1-2 0,0-1 0,-1-2 0,-2 0 0,0-1 0,1 0 0,-1 0 0,0 1 0,0-6 0,0 8 0,1-4 0,0 11 0,3-4 0,1 5 0,3-2 0,5 5 0,-1 3 0,3 1 0,-2 0 0,3 1 0,7 2 0,-4 0 0,5 2 0,-7 0 0,1 0 0,11 12 0,-12-5 0,8 9 0,-15 1 0,-5-3 0,-1 6 0,-5 6 0,0-7-412,-3 8 412,1-9 0,0 0 0,1-2 0,1-1 0,2-3 0,2 1 0,1-6 0,4 0 0,7-10 412,0-4-412,6-5 0,-4-4 0,-1-2 0,0-4 0,1-13 0,-6 5-741,0-10 741,-6 10 0,-5-9 0,0 9 0,-2-4 0,-1 10 0,-4 3 0,3 6 0,0 4 0,7 9 0,8 1 741,2 0-741,3 1 0,1-1 0,-3-1 0,0 0 0,0 1 0,11 4 0,-3 1 0,2 3 0,-3 3 0,-10-3 0,3 4 0,-6-3 0,2 8 0,-3-4 0,0 6 0,-2-6 0,0-1 0,0 0 0,1 4 0,-1-6 0,2 3 0,0-8 0,-1-1 0,1-3 0,1-2 0,0-4 0,4-8 0,-3-1 0,3-7 0,-2-10 0,-2 5-569,1-8 569,-3 8 0,2-9 0,1 9 0,1-6 0,0 12 0,5-5 0,12 3 0,-4 4-314,8 6 314,-10 9 0,11 5 0,-7 1 0,17 13 0,-18-1-200,5 11 0,-9-1 0,0 2 1</inkml:trace>
  <inkml:trace contextRef="#ctx0" brushRef="#br0" timeOffset="5179">3463 10034 5734,'38'-5'0,"-6"2"0,-2-2 0,2 0-1639,-3 1 1,-1 0 1334,6-1 0,0-1 304,4 0 0,2-1 0,3 1 0,3 0 0,-1-1-617,-8 2 1,-2 0 0,3 0 616,-1 0 0,2 0 0,0 0 0,-2 1 0,2-1 0,-2 1 0,2-1 0,2 1 0,3 0 0,1 0 0,-3-1 0,4 1 0,-3 0 0,3 0 0,-4 0 0,3 0 0,0 0 0,-1 1 0,0-1 0,0 1 0,0 0 0,-3 0 0,3 0 0,-3 0 0,4 0 0,-6 1 0,3-1 0,1 0 0,-1 0 0,-5 0 0,1 1 0,-4-1 0,1 1 0,6-1 0,2 0 0,-1 1 0,-3 0 0,-2 0 0,-2 1 0,-3-1 0,-1 1 0,18-1 0,-8 2 0,-29 4 0,-3-3 0,-27 3 0</inkml:trace>
  <inkml:trace contextRef="#ctx0" brushRef="#br0" timeOffset="6105">16571 1900 5734,'-9'1'0,"1"0"0,2-1 0,3-2 0,4 0 0,4 0 0,27-3 0,-6 2 0,13-2 0,4 1-1858,1-1 1858,-7 2 0,0-1 0,-6 1 0,-1 1 0,17-2 0,-17 2 0,0-1-570,-3 2 0,-1-1 570,12 0-46,7 0 46,-14 3 0,-10 0 0,0 1 0,-12 0 1595,-4 1-1595,-5 2 1384,-5 1-1384,-4 2 0,-3 0 0,-1-1 0</inkml:trace>
  <inkml:trace contextRef="#ctx0" brushRef="#br0" timeOffset="6360">16568 2217 5734,'12'4'0,"0"-2"0,9-2 0,14-3 0,-4 0 0,14-2 0,-8 0 0,-1 0-454,-12 1 1,1 1 453,11-3 0,5 0 0,-5 0-733,-10 3 1,-2-1 732,12-2 0,3 0 0,-1 0 0,-2 1 0,-2 0 0,-2-1 0,-4 2 0,-19 4 0,-3 0 0,-5 1 0,-5 0 0,-4 1 0</inkml:trace>
  <inkml:trace contextRef="#ctx0" brushRef="#br0" timeOffset="6726">16688 1437 5734,'-10'-2'0,"1"0"0,2 0 0,3 1 0,2-1 0,11 2 0,1 0 0,12 0 0,2 0-844,5-1 844,7-1 0,5 0 0,-7 0 0,1-1 0,-7 2 0,-1-1-858,10-1 0,0 1 858,-10 0 0,-2 0 0,0 1 0,-1 0-849,22 3 849,-6 2 0,-7 4 0,-7 1 0,-5 0 0</inkml:trace>
  <inkml:trace contextRef="#ctx0" brushRef="#br0" timeOffset="8240">17992 1663 5734,'-4'42'0,"0"2"0,4-19 0,-1 0-1639,2 2 1,0 0 1617,1 2 1,0 0 20,1 1 0,0 1 0,3 13 0,0 2 0,-1-12 0,0 1-629,2 10 1,0-2 628,-2-13 0,0-2 0,0-2 0,-1 0 451,0-2 1,1 0-452,3 14 0,-1-2 0,-2-10 0,5 14 0,-12-58 0,-3-24 0,2 3 336,0 10 1,1-1-337,0-9 0,0-1-208,2 8 0,-1-1 208,0-10 0,2-6 0,1 12 0,2-5 0,1-2 0,0 1 0,-1 6-754,0 2 1,0 4-1,1-4 754,-1-2 0,2-6 0,0-1 0,0 4 0,0 7-29,3 3 0,0 5 29,0 0 0,1 2 0,4-4 0,2 2 0,6-6 18,-4 14 0,1 3-18,0 8 2200,6 7-2200,-12 10 0,-1 6 0,-4 4 0,-2 17 0,-5-6 493,-4 12-493,-5-11 0,-3 1 0,-3-1 0,-4 0 0,-2 0 0,4-12 0,-1-1 0,-9 10 0,8-13 0,0-1 0,-6 3 0,1-3 1144,3-3-1144,-3-2 0,8-6 714,-1-2-714,8-6 68,3-2-68,6-5 1079,11-2-1079,1 2 0,9 0 0,-5 5 0,1 0 0,1-1 0,0 0 0,1 0 0,11-4 0,-6 2-685,8-3 685,-7 0 0,1 0 0,12-9 0,0-2 0,-1-2-844,-5 1 844,-14 7-524,5-7 524,-9 5 0,3-5-239,-8 1 239,-5 7 570,-1-5-570,-6 7 825,-1 0-825,-3 0 597,-2 3-597,0 1 300,-2 3-300,-2 4 0,1 1 0,-9 9 0,5 1 0,-4 7 0,0 13 0,6-4-864,-2 12 864,6-8 0,3 16 0,3-11 0,2 11 0,5-17 0,2 1 0,2-4 0,6-3 0,2-2 0,3 0 0,17 10-385,-18-27 385,1-3 0,1-3 0,-1-4 0,0-3 0,0-3 0,-2-2 0,-1-3 0,3-13 0,-5 4-803,2-10 803,-7 6 0,-2 1-54,-3-2 1,0-3 53,-2 9 0,0 1 0,1-7 0,-2 3 744,0-3-744,-2 21 378,1 5-378,-1 2 903,0 14-903,0 2 134,-1 10-134,0 13 0,2-4-931,0 11 931,1-11 0,2 1 0,0 1 0,2-2 0,0-1 0,5 11 0,-2-13 0,3 5-261,-3-14 261,1-5 0,-1-2 0,1-4 0,-1-3 0,5-5 0,-2-3 906,3-6-906,-4-2 286,5-12-286,-3-10 0,0-4 0,3-7-293,-4 6 0,-2 0 293,-2-4-927,-3 11 927,0-7 0,-2 17 0,-1 3 0,-1 3 0,1 1 0,-1 5 529,0 8-529,0 15 984,0 6-984,1 21 0,-1-11-949,2 11 949,0-11 0,4 12 0,-1-12 0,5 14 0,-3-23 0,3 2 0,-1-8 0,-2-7 0,3-1 0,-3-7 0,5-9 949,-2-1-949,2-7 0,-4 0 0,-1-1 0,-1-2-359,1-2 359,-1 0 0,3-11 0,-2 8 0,1-5 0,-3 11 0,-1 3 0,0 4 0,0 4 0,3 13 0,0 11 0,2 7-434,-2 4 434,-2-5 0,1 10 0,0-8 0,0 6 0,-1-13 343,-2-2-343,1-3 0,-1-1 0,-1-4 0,-2 0 0,-7-6 0,4-2 0,-4-6 0</inkml:trace>
  <inkml:trace contextRef="#ctx0" brushRef="#br0" timeOffset="8701">19253 1241 5734,'1'14'0,"0"12"0,1-2 0,0 8 0,1 6 0,0 0 0,1 2-1639,-1-1 1,1 0 1368,-1 0 0,1-4 270,1 1 139,-1-1-139,0-4 0,1 7 0,-2-12 504,2 10-504,-3-23 0,-1 2 0,-3-21 1856,-1-1-1856,0-9 944,0 1-944,1-2 0,-1-2 0,1 0 0,-1-9 0,2 6 0,-1-5 0,4 10 0,0 1 374,1 1-374,3 2 0,1 0 0,2 1 0,2 2 0,2 0 0,1 1 0,3 2 0,7 1 0,-4 4 0,4 1 0,-8 4 0,-2 3 0,-1 1 0,1 7 0,-6-2 0,-1 4 0,-5-3 0,-7 8 0,1-5 0,-6 5 0,0-5 0,-1-1 0,-15 14 0,5-5-617,-7 3 617,11-11 0,7-8 0,-1 1 0,4-4 0,1-1 0,3-2 0,3-2 0,3-1 617,2-2-617,4-3 0,1-4 0,0-1 0</inkml:trace>
  <inkml:trace contextRef="#ctx0" brushRef="#br0" timeOffset="8867">19591 1621 5734,'10'12'0,"7"8"0,-4-3 0,1 4 0,-1 0 0,-1 3 0,1 3 0,-1-1 0,-4-3 0,4 10 0,-10-16 0,-1-5 0,-2 1 0,-14-3 0,7-6 0,-10 1 0</inkml:trace>
  <inkml:trace contextRef="#ctx0" brushRef="#br0" timeOffset="9023">19627 1372 5734,'0'-9'0,"0"1"0,1 1 0,2 0 0,0 2 0,2-1 0,-1 5 0,2 1 0,0 2 0</inkml:trace>
  <inkml:trace contextRef="#ctx0" brushRef="#br0" timeOffset="9457">19811 1277 5734,'-1'23'0,"0"0"0,1-1 0,0 15 0,0-6 0,1 11 0,3 0 0,1 1 0,0 0-993,0-1 0,0-2 993,-2-14-314,2 16 314,-2-17 0,2 12-259,-2-16 259,-2-6 0,2 2 0,-1-5 0,1-5 0,0 0 0</inkml:trace>
  <inkml:trace contextRef="#ctx0" brushRef="#br0" timeOffset="9907">20118 1581 5734,'-11'-4'0,"-12"3"0,6 3 0,-9 5 0,13 1 0,0 4 0,-2 10 0,3-2 0,1 6 0,5 15 0,3-16 0,2 15 0,7-13 0,0-7 0,3 3 0,0-8 0,-1-5 0,3-1 0,1-9 0,-3-3 0,4-5 0,-5-2 0,0-2 0,0-3 0,-1-1 0,0-1 0,0-11 0,-2 5-320,0-6 320,-3 9 0,0-5 0,-3-2 0,0 19 0,-2 1 0,1 25 0,2 6 0,1-5 98,0 7-98,2-7 0,3 6 0,5 4 0,2-4 0,0-5 0,-2-12 0,-3-6 0,2-2 0,0-2 0,6-5 0,-5-2 0,5-5 0,-6-2 0,-1-2 0</inkml:trace>
  <inkml:trace contextRef="#ctx0" brushRef="#br0" timeOffset="10241">20299 1607 5734,'-3'8'0,"0"7"0,1-1 0,-2 7 0,4 13 0,0-12 0,1 6 0,1 1 0,-1-9 0,2 16 0,-3-29 0,0-1 0,0-3 0,0-2 0,0-6 0,0-6 0,1-3 0,0-3 0,6-21 0,-2 16-450,5-17 450,-4 22 0,1 2 0,0 0 0,0 2 0,1 1 0,-1 4 0,0 2 0,0 3 0,-1 3 450,0 2-450,0 3 0,1 3 0,-1 2 0,0 4 0,1 0 0,-1 2 0,2 8 0,-2-6 0,1 6 0,-2-8 0,3 4 0,-3-5 0,3 2 0,0-3 0,0-5 0,6-1 0,-2-7 0,4-3 0</inkml:trace>
  <inkml:trace contextRef="#ctx0" brushRef="#br0" timeOffset="10607">20704 1682 5734,'-18'7'0,"1"-1"0,2 4 0,5-1 0,-2 5 0,4 8 0,4-9 0,3 15 0,5-19 0,2 2 0,3-12 0,0-3 0,2-5 0,1-10 0,-3 2 0,1-6 0,-1-4 0,-4 7 0,0-6 0,-3 8 0,-1 7 0,2 0 0,1 25 0,2-1 0,1 19-858,-1-5 858,2 6-1075,1 3 1075,3 2 0,-3-8 0,0 0 0,-1-6 0,-1 0-600,2 7 0,0 0 600,2 13 0,-2-1-187,-7 1 0,-5 2 187,-8-11 0,-3-2 0,4 10 0,-3-4 0,-6-16 0,-3-7 0,-15-5 0,7-6 0,-8-4 0,0-6 0,8 1 6,-10 0-6,14 3 0,-2 3 0,2 1 0</inkml:trace>
  <inkml:trace contextRef="#ctx0" brushRef="#br0" timeOffset="12715">3845 14498 5734,'8'3'0,"2"0"0,27-3 0,6-2 0,-18 0 0,0 0-1093,10-1 1,3 0 0,-2-1 377,-1-2 1,-2 0 714,4-1 0,2 0 0,4-1 0,1-1 0,-13 3 0,0 1 0,3-1 0,3-1 0,3 1 0,0 0 0,-1 0-343,3 0 0,-2 0 1,3 1 342,-2 0 0,3-1 0,0 1 0,-3 1 0,2 0 0,-2 1 0,-1 0 0,0 0 0,1 1 0,5 0 0,-4 0 0,5 1 0,4 1 0,0-1 0,-2 1 0,-5-1 0,-2 1 0,-4-1 0,-1 1 0,5 0 0,0 0 0,4 0 0,3 0 0,-1 0 0,-2 0 0,-5 1 0,11 0 0,-5 0 0,-3 0 0,-9 0 0,-1 0 0,0 0 0,7 0 0,1 0 0,-1 1 0,8-1 0,-3 1 0,-13 0 0,-1-1 0,5 1 0,-2 0 0,1 0 0,-8 1 427,-7-1-427,-6 1 2444,-4-1-2444,-5 1 1889,-4-1-1889,-5 0 822,-5-2-822,0-1 152,-3-2-152,0 0 0,0-4 0,-2-1 0</inkml:trace>
  <inkml:trace contextRef="#ctx0" brushRef="#br0" timeOffset="13683">12212 4537 2926,'-37'15'0,"-1"0"0,1 0 0,-2 3 0,-2 2 0,1 0 0,1 0-976,-2 3 1,3-1 0,-2 2 975,3-1 0,-1 1 0,0 1 0,1 1 0,4 3 0,1 0 0,1 2 0,1 1 0,1 0 0,1 2 0,2 1 0,-1 0 0,1-1 0,0 1 0,1 0 0,2-1 0,5-1 0,0 1 0,3-1 0,3-2 0,-1 14 0,4-2 0,4-1 0,5 2 0,6-7 0,4 2 0,3-3 0,4 6 0,5-3 0,-1-6 0,2 0 0,6-3 0,0-10 0,4-3 0,1-1 0,0-2 0,3 2 0,1-3 0,2 0 0,0-2 0,2 0 0,2-1 0,1-3 0,-4-3 0,2-2 0,0-2 0,-1 0 0,-1 0 0,1-1 0,-2 0 0,1 0 0,5-3 0,-7 0 0,6-2 0,2-1 0,3 0 0,-1-1 0,-1 0 0,-3 0 0,-5 1 0,11-3 0,-7 0 0,0 0 0,4-2 0,-10 3 0,3-1 0,1 0 0,1-1 0,-1 0 0,-2-1 0,-3 0 0,11-6 0,-3-1 0,-3-1 0,-1 1 0,1-1 0,-3-1 0,0-1 0,-4 2 0,1-1 0,-1-1 0,-5 0 0,5-9 0,-6-2 0,-9 3 0,-3-3 0,-2 0 0,-2-3 0,-4 0 0,-2-10 0,-7-1 0,-15 6 0,-6 3 0,4 9 0,-3 3 0,-7-8 0,-2 4 0,7 13 0,0 2 0,-7-2 0,-1 2 0,-11-5 0,17 10 0,2 1 0,-1 3 0,6 2 0</inkml:trace>
  <inkml:trace contextRef="#ctx0" brushRef="#br0" timeOffset="13972">13561 5365 5734,'-18'3'0,"2"-1"0,5 0 0,4-1 0,6-1 0,6 0 0,21 0 0,0-1-541,18-1 541,-12 1 0,0-1-995,-5 1 1,1-1 994,8 1 0,5-1 0,-6 2 0,5 1 0,3 0 0,-1 0 0,-7-1-1277,11 2 0,0 0 1277,-1-1 0,7 1 0,-1 0 0,-9 1 0,-6 1 0,-6 0-637,14 3 637,-17-4 0,-2 1 90,6 0-90,-13-1 1189,-3-1-1189,-23-3 0,-1-2 0,-9-2 0</inkml:trace>
  <inkml:trace contextRef="#ctx0" brushRef="#br0" timeOffset="14181">14220 5165 5734,'28'5'0,"1"0"0,-3 0 0,-1 1 0,14 10-736,-11 0 736,6 7 0,-11 8 0,-12-3 239,-2 11-239,-18-5 0,-8 6 0,2-4 0,6-10 0,-1 0-589,-5 10 0,-4 5 0,4-8 589,2-3 0,1-3-362,3-2 362,0-3 0,0 6 0,2-10 0,0 2 0,2-10 0</inkml:trace>
  <inkml:trace contextRef="#ctx0" brushRef="#br0" timeOffset="17036">14913 5337 5734,'8'28'0,"-1"0"0,4 7 0,-1-1 0,3 8-519,-5-15 1,1 1 518,-2-2 0,0-2-871,4 11 871,1 8 0,-5-12 206,-3-10-206,0 1 0,-4-10 0,-2-8 0,-6-23 0,3 2 0,-4-22 0,8-2-756,0 5 756,2 12 0,0-1 0,2-13 378,3-2-378,-1 0 0,2 2 0,1 0 0,1 8 0,1 0 0,4-7-283,-3 11 0,0 1 283,-1 5 0,0 4 0,-1 3 0,-1 4 1196,-1 3-1196,0 3 485,0 5-485,-1 8 965,-2 1-965,-1 7 0,-4 0 0,0 1 0,-3 0 0,-4 11 0,0-8-383,-3 6 383,2-9 0,-5 7 0,2-7 0,-2 3 0,2-5 0,5-6 0,-1 1 0,5-6 0,13 0 0,0-4 383,9 0-383,-3-4 0,-2-3 0,9-3 0,-4 1-279,5-4 279,-6 2 0,6-5 0,10-17 0,-10 10 0,1-10 0,-19 17 0,-3-1 0,-1 2 0,-3 0 0,-1 0 0,-2 2 279,-2 2-279,-1 3 0,-6 1 0,3 4 0,-8 5 0,8 3 0,-3 5 0,2 7 0,4-4 0,-1 7 0,5 4 0,2-6-219,4 6 219,1-7 0,6 7 0,16 12 0,-9-14-293,13 2 293,-18-25 0,2-3 0,6-8 0,-4 1 0,5-7 0,-8 1 0,4-10 0,1-15 0,-4 6 0,-1-5 0,-7 11-49,-3 8 49,1-3 0,-3 9 0,0 6 291,-1 1-291,-1 7 0,-2 6 0,1 2 270,-2 6-270,0 6 0,1-3 0,-1 6 0,1-8 0,0 6 0,1-7 0,0 3 0,1-7 0,-1-4 0,1 0 0,0-2 0,1-3 0,2-8 0,0 0 0,3-8 0,3-2 0,0 3 0,4-12 0,-2 7 0,-1-1 0,0 5 0,-3 7 0,-1 1 0,-2 2 0,0 2 0,0 2 0,-1 3 0,2 3 0,0 16 0,-1-7 0,2 11 0,-1-9 0,0-1 0,1 0 0,1-1 0,-1 0 0,4 4 0,-2-5 0,2 2 0,0-5 0,-3-4 0,4-2 0,-2-3 0,4-6 0,-2 0 0,4-5 0,2-7 0,-5 3 0,3-7 0,-5 5 0,-2-3 0,0 0 0,-3 0 0,1 0 0,-3-14 0,0 17 0,-2-8 0,-2 21 0,1 2 0,0 4 0,0 4 0,0 3 0,0 6 0,2 2 0,0 3 0,4 13 0,-1-7 0,4 8 0,3 3 0,-1-11-259,0 5 259,-4-17 0,-3-9 0,0-3 0,0-3 0,1-3 0,0-9 0,-1 0 259,0-6-259,-1 3 0,0-1 0,-1 0 0,0 0 0,1 1 0,-1-3 0,1 5 0,0 1 0,-1 8 0,1 4 0,1 4 0,-1 4 0,1 4 0,0 5 0,1 4 0,0 16 0,0 7 0,-4 2 0,-2 1 0,1-21 0,0 0 0,-2 12 0,-2-4 0,-4-9 0,2-6 0,-5 0 0,5-10 0,-6-1 0,-2-5 0,-1-4 0,3-2 0,4-8 0,5 5 0,1-3 0,2-1 0,2 2 0,1-4 0,1 3 0,1 0 0,1-2 0,1 1 0,2-1 0,5-5 0,-2 3 0,3-4 0,-4 4 0,0 1 0,0-1 0,0 1 0,0-1 0,4-6 0,-2 3 0,8-13 0,-8 12 0,3-7 0,-1-1 0,-3 4 0,2-5 0,-2-10 0,-5 13 0,2-17 0,-8 23 0,-1-2 0,-2 8 0,-2 2 0,-1 2 0,-2 1 0,0 3 0,-1 1 0,-1 3 0,0 2 0,-3 6 0,3 2 0,-5 22 0,10-2 0,-1 8 0,9-9 0,5 1 0,0-9-312,4 6 312,-2-12 0,2-2 0,0-3 0,1-2 0,1-3 0,1-3 0,-1-2 0,9-8 0,-6-1 25,6-6-25,-7 1 0,-1-3 0,-2-2 0,3-13 0,-6 4 0,0-11 0,-5-6-1347,-3 8 1347,-1-11 0,-3 14-1005,-2-13 1005,0 13 0,-2-6-398,-4 4 398,4 17 0,-3-7 0,4 20 1128,-1 1-1128,1 5 1101,-2 4-1101,1 3 808,1 4-808,-1 16 0,2-3-228,0 12 228,2-7-866,2 3 866,1 0 0,1 1 0,3 2 0,0 2 0,2 2-580,0-6 0,0-1 580,-1-10 0,1-4 0,0-2 0,0-4 182,-1-2-182,1-3 773,0-1-773,0-4 1299,-1-2-1299,-1-4 0,-2-1 0,0 0 0,0-3 0,-2 0 0,1-3 0,-1 0 0,0-2 0,1 0 0,1-2 0,3-6 0,-1 4 0,4-4 0,-3 7 0,2 0 0,0 1 0,10-8 0,-10 11 0,8-5 0,-12 14 0,-1 3 0,1 3 0,-1 2 0,-1 3 0,1 1 0,-1 2 0,2 1 0,0 8 0,1-6 0,1 4 0,4 0 0,-4-9 0,3 6 0,-3-11 0,-1-3 0,1-1 0,-2-3 0,-1-1 0,1-2 0,1-1 0,0-1 0,2-4 0,-1 1 0,2-3 0,-3 4 0,1 0 0,-1 0 0,4-2 0,-3 2 0,3-1 0,-3 4 0,-1 4 0,0 2 0,-1 2 0,2 8 0,-2-2 0,1 5 0,4 1 0,-1-5 0,10 4 0,-6-8 0,5-3 0,-5-4 0,1-4 0,4-6 0,-4-2 0,3-6 0,-6 0 0,0-2 0,-1-2 0,-2-2 0,0-3 0,-2 2 0,0-1-800,1-6 1,-1 1 799,-2 4 0,-2 2 0,-1-14-1027,-1 0 1027,-1-1 0,-1 3 0,0 2-540,-1 4 540,0 4-223,-1 0 223,1 9 1268,-2 3-1268,2 12 1095,1 6-1095,-1 6 704,2 6-704,-1 5 0,3 21 0,0-6-528,1-10 0,1 1 528,2 13 0,1 2 0,1 0 0,1-1 0,1-3 0,-1-12 0,-1-1 0,2 9-384,0-7 0,-1-1 384,-3-6 0,3 4 0,-9-20 0,-2-4 0,-2-3 0,-1-3 0</inkml:trace>
  <inkml:trace contextRef="#ctx0" brushRef="#br0" timeOffset="17461">15259 5816 5734,'33'2'0,"0"-1"0,-1 1 0,1-1 0,7-3 0,1 0-469,-9-1 1,1-1 0,12-1 0,-1 0 0,-12-1 0,0 0 0</inkml:trace>
  <inkml:trace contextRef="#ctx0" brushRef="#br0" timeOffset="17607">16695 6340 5734,'6'2'0,"3"-7"0,-3-2 0,1-7 0,-3 0 0</inkml:trace>
  <inkml:trace contextRef="#ctx0" brushRef="#br0" timeOffset="199631">8219 10450 5734,'5'26'0,"0"0"0,0-2 0,-1 3 0,1 10 0,-1 6 0,0-5-1639,-1-4 1,0 0 1151,1 6 1,0 5 0,-1-6 486,-1-12 0,-2-3 429,1 1 0,-1 0-429,1 6 0,-1-1 0,-1 14 23,1-18 0,0-2-23,-1 2-182,0 2 182,0-12 2265,-1 1-2265,-8-16 406,0-6-406,-6-9 0,-1-7 0,4 0 0,-1-2-626,-7-17 626,6 12 0,1-2 0,4 6 0,1 0 0,1-2 0,-1-1 0,1-1 0,1 0 0,0-1 0,1 0 0,1 1 0,0-2 0,1-10 0,2 0 0,1 11 0,2-2 0,3-4 0,3-5 0,0 6 0,0 7 0,1 2 0,6-14 0,2 3 0,6 5-506,-3 11 1,0 2 505,12-6-386,-11 10 1,1 3 385,9 1-446,-1 7 446,0 5 0,10 12 0,-10 0 0,-7 4 0,-1 1 0,0 7 0,-5 6 0,-2 2 0,-4 3 0,-4-7 0,-2-1 0,-6 4 0,-4-1 582,-4 0-582,-2 0 0,0-11 0,0 1 0,-8 9 0,-7 7 0,6-17 0,-6 1 727,6-9-727,-4-1 873,9-8-873,1-5 607,2-2-607,-3-4 858,6 0-858,-1-1 550,7 3-550,1 0 0,2 3 0,4 0 0,3 3 0,13 5 0,0 2 0,9 5 0,-3 1-945,2 3 945,2 3 0,-7-5 0,2 2-194,0 0 0,3 1 194,0-1 0,1 1 0,-1-1 0,2 0 0,-2 0-601,5 2 0,-2-2 601,-1-1 0,-2-2 0,-2-1 0,6 1 0,-9-5 589,5 0-589,-10-6 361,4-6-361,6-16 0,-4 1 553,1-14-553,-11 7 0,-1-3 0,1-3 0,-1-3-1094,0-2 1094,1-1 0,-1-2 0,0 1 0,-1 0 0,-4 12 0,-1 0 0,3-13 0,-4 14 0,-1 1 0,0-5-297,-2-5 297,-2 11 0,0-2 0,-2 14 676,1 2-676,-2 3 1146,-3 9-1146,-1 5 0,-2 10 0,1 5 0,3 1 0,1 1-106,-2 18 106,1-1 0,1 1-944,2-15 1,1-1 943,-1 8 0,1 3 0,3 3 0,1 3 0,0-4-866,0-10 1,1 0 865,-1 8 0,2 3 0,0-8 0,5-7 0,-1-5 0,6-3 0,-3-10 438,4-6-438,-3-12 0,-1-8 1013,0-6-1013,-3-7 1015,-3-6-1015,-5-5 0,-2 19 0,-1-2 0,-5-15 0,-2-1 0,2 8 0,-2 1-1007,-2-13 0,-2 2 1007,2 11 0,1 2 0,-1 1 0,1-1-521,-1 3 0,1 0 521,0 4 0,1-1-152,-3-2 0,1 0 152,-5-7 395,-1-1-395,8 19 1713,0 10-1713,3 5 1396,1 7-1396,8 5 0,2 1 0,4 2 0</inkml:trace>
  <inkml:trace contextRef="#ctx0" brushRef="#br0" timeOffset="199908">9742 10332 5734,'-7'-10'0,"-1"3"0,-18 14 0,-1 15 0,-1 5 0,5-8 0,0 1-1370,-8 15 0,2 2 1370,15-14 0,2-1 0,-1 3 0,2 1-83,-1 0 1,0 2 82,-2 13 0,2 1 0,2-10 0,1 0-752,-1 10 1,2 0 751,4-14 0,1-2 0,2 0 0,0-1-745,3 23 745,5-5 0,3-4 0,1-15 0,2-2 0,8 8 0,11 2 0,7-18 0,-7-9 796,9-6-796,-14-9 0,-1-6 0,-1-2 0</inkml:trace>
  <inkml:trace contextRef="#ctx0" brushRef="#br0" timeOffset="200353">10040 10794 5734,'-16'9'0,"0"-1"0,7-3 0,1-1 0,0 1 0,3-1 0,0 1 0,3-4 0,0 0 0,6-3 0,7 0 0,3 0 0,5 1 0,-3-1 0,1 0 0,1 0 0,0 0 0,2 1 0,9-1 0,-7 1-232,6-1 232,-10 1 0,4-1 0,-7 1 0,2-1 0,-9 2 0,-2 1 0,-2 1 0,-1-1 0,-1 1 0</inkml:trace>
  <inkml:trace contextRef="#ctx0" brushRef="#br0" timeOffset="200577">10051 11031 5734,'6'5'0,"5"1"0,-2-3 0,18 2 0,-11-3 0,10 0 0,-10-3 0,1 1 0,-1-2 0,2 0 0,-3-1 0,1-1 0,0 1 0,0-3 0,2 1 0</inkml:trace>
  <inkml:trace contextRef="#ctx0" brushRef="#br0" timeOffset="201371">10994 10075 5734,'-16'8'0,"-1"1"0,-2 1 0,1 1 0,-2 1 0,-16 15 0,13-9 0,-12 10 0,12-5-1054,6-6 1054,-3 4 15,5-2-15,6-6 249,-1 2-249,6-7 0,1-1 0,1-2 527,0-2-527,1 0 263,1 0-263,1-1 0,2 0 0,1 0 0,2-1 0,6 3 0,8 3 0,-4-1 0,5 1 0,-9-1 0,-2 1 0,1 1 0,-1 10 0,-3-2 0,-2 8 0,-6-2 0,-9 16 0,-2-6 0,-3 5 0,-1 1-915,4-12 1,1-1 914,-3 6 0,1-1 0,-1 12 0,10-24 0,7 2 0,5-15 0,9-2 0,1-7 0,4-4 0,2-1 0,11-4 0,-9 4 1491,5 1-1491,-12 8 0,1 14 0,-8 2 0,0 13-920,-9 1 920,-3 5 0,-3 6 0,-2 5 0,2-22 0,1 2 0,-1 11 0,0 0 0,2-9 0,0-1-688,1 9 1,1-2 687,4 8 0,2-4-78,2-4 78,8 2 0,17-20 0,-13-7 0,9-19 0</inkml:trace>
  <inkml:trace contextRef="#ctx0" brushRef="#br0" timeOffset="201825">11140 10701 5734,'-5'-2'0,"1"0"0,2 0 0,1 2 0,2 5 0,2 5 0,2 3 0,2 3 0,1-3 0,1 0 0,1 2 0,2 1 0,0 0 0,1 0 0,0 0 0,1-1 0,-1-1 0,6 5 0,-5-6 0,7 5 0,-10-9 0,2 0 0,-6-6 0,0 1 0,1-5 0,-7-3 0,1-2 0,-7-2 0</inkml:trace>
  <inkml:trace contextRef="#ctx0" brushRef="#br0" timeOffset="202036">11179 10939 5734,'0'-9'0,"3"-7"0,0 2 0,4-7 0,3-5 0,0 5 0,3-8 0,4-1 0,-5 7 0,4-8 0,0 3 0,-4 7 0,5-4 0</inkml:trace>
  <inkml:trace contextRef="#ctx0" brushRef="#br0" timeOffset="203024">11140 10618 5734,'-7'2'0,"2"-1"0,3-3 0,1 0 0,4-1 0,0 1 0,2-2 0,3-1 0,3-1 0,2-1 0,2-1 0,1 1 0,0-1 0,3 0 0,24-6 0,-19 7-392,17-5 392,-27 10 0,-2 1 0,-2 0 0,-2 1 0,1 2 0,-3-1 0,-2 2 0,-1 0 392,-2 4-392,-1-1 0,-3 5 0,-2-2 0,-4 2 0,0 1 0,-2 1 0,-2 2 0,-8 8 0,3-5 0,-15 14-935,13-14 935,-6 7 0,10-9 0,-5 4 0,7-7 0,-5 4 0,8-8 0,2 0 0,4-3 935,2-3-935,1 0 0,0-1 0,1 0 0,0-1 0,7 5 0,-1-4 0,6 6 0,-3-4 0,6 1 0,-3-1 0,12 0 0,-8-2 0,5-1 0,3 0 0,-6-1 0,4 0 0,-9 1 0,3 1 0,-4-1 0,0 1 0,-5 1 0,-2 0 0,-2 2 0,-1 4 0,-2-1 0,-1 4 0,-1-3 0,0 1 0,-2 0 0,1 0 0,-1-1 0,0 1 0,0-1 0,0 0 0,-1 4 0,2-5 0,-2 6 0,4-9 0,0 0 0,2-5 0,4-11 0,-1 4 0,4-10 0,-3 5 0,0-23 0,-2 15 0,-2-17 0</inkml:trace>
  <inkml:trace contextRef="#ctx0" brushRef="#br0" timeOffset="203501">11077 10583 5734,'-6'-2'0,"2"1"0,4 0 0,4 1 0,2 0 0,11-1 0,-3 1 0,9-2 0,3 0 0,-5 1 0,5-1 0,-8 1 0,4 2 0,-7 1 0,3 2 0,-9 1 0,0 9 0,-5 0 0,-3 9 0,-6-1 0,-4 4-237,-2 3 237,0-7 0,-1 1-1351,-8 14 1351,7-13 0,-1 0 0,-5 10 0,1-1-783,1-3 783,2-2 0,3-3-346,-1 3 346,6-11 178,0 4-178,8-9 1203,9-2-1203,1-3 886,7-3-886,-3-5 0,9-4 0,-4 1 62,8-4-62,-7 0 0,0 0 0,0-1 0,-1 0 0,-2 1 0,12-12 0,-16 10 0,7-7 0,-20 13 0,-3 2 0,-2 0 0,-2 1 0,-1-2 0</inkml:trace>
  <inkml:trace contextRef="#ctx0" brushRef="#br0" timeOffset="203974">11138 10630 5734,'4'-3'0,"13"-1"0,-5 2 0,13-2 0,-7-1 0,2-2 0,10-2 0,-7 1-431,6-1 431,-10 4 0,4 1 0,-7 2 106,3 1-106,-9 2 0,-2 2 0,0 3 0,-3 2 0,-2 4 0,-6 12 0,-3-2-395,-7 10 395,-1-7 0,-4 3-912,-2 0 912,-1 0 0,0-1 0,0-1 0,0-1 0,1-1 0,-6 6 0,8-8 0,-3 4-268,6-7 268,6-6 0,-1 7 0,8-12 630,2 2-630,4-6 951,5-1-951,0-1 319,10-4-319,-6-1 0,6-3 0,-5 0 0,6-3 0,-4 1 0,8-6 0,-7 2 0,-4 1 0,-4 0 0,-9 6 0,-2-2 0,0-1 0</inkml:trace>
  <inkml:trace contextRef="#ctx0" brushRef="#br0" timeOffset="204136">11116 10844 5734,'34'-10'0,"-7"3"0,13-4 0,-10 2 0,1-1 0</inkml:trace>
  <inkml:trace contextRef="#ctx0" brushRef="#br0" timeOffset="204617">11855 10064 5734,'-2'19'0,"-1"20"0,1-1-655,1-10 1,-1 3 654,1 12 0,0 0-1572,1-6 0,-1 1 1572,0-3 0,0 1 0,0 0 0,1 6 0,-1 0 0,0 1 0,-1 3-427,1-2 0,-1 3 0,1-2 427,0-10 0,0-2 0,-1 3 0,1 6 0,0 4 0,0 0 0,0-5 0,0-7 0,1-3 0,0 1 0,-1 6 0,1 2 0,1 2 0,1 5 0,1 1 0,1-4 0,-1-1 0,1-2 0,-1-3 0,1 2 0,0-6 0,5 3 0,-5-27 0,3-13 0,-3-11 0,2-9 0</inkml:trace>
  <inkml:trace contextRef="#ctx0" brushRef="#br0" timeOffset="206265">13673 10248 5734,'-2'-3'0,"0"0"0,1 2 0,-1 0 0,2 0 0,-2 7 0,0-1 0,0 8 0,-1-1 0,1 3 0,0 3 0,0 5 0,1 3 0,0 20-1693,0-6 1693,2-12 0,-1 0 0,1 14 0,-1-9 0,1 0 0,0-8 0,0 1 0,0 17 0,1 0 0,-1-18 0,0-1 0,1 6 0,0 1-538,0-5 0,0-1 538,2 11-651,0 8 651,-2-18-270,2 3 270,-2-10 1297,1 2-1297,-2-10 1129,0-3-1129,0-1 857,-1-2-857,-1-1 407,1-2-407,-2-8 0,2 1 0,0-6 0,0 0 0,1-1 0</inkml:trace>
  <inkml:trace contextRef="#ctx0" brushRef="#br0" timeOffset="206825">13775 10518 5734,'-4'-2'0,"1"2"0,1-1 0,1 0 0,0 0 0,4-1 0,-2 0 0,4 0 0,-2 1 0,2 0 0,1 0 0,1 0 0,8-1 0,-4 0 0,12 0 0,-10 2 0,4 0 0,-7 2 0,0 1 0,-1 0 0,-1 1 0,-1 1 0,0 6 0,-4-1 0,-5 13 0,-3-5-415,-5 8 415,0-3 0,-2 1 0,1 2 0,-1 1 0,1-1 0,-2 11 0,5-9 0,-1 5 0,5-12 0,3 3 0,4-3 0,10 1 0,-1-11 0,7-6 0,-6-8 415,0-1-415,1-3 0,0-2 0,4-6 0,-5 2 0,2-6 0,-6 2 0,-3-2 0,-2 0 0,0-2 0</inkml:trace>
  <inkml:trace contextRef="#ctx0" brushRef="#br0" timeOffset="207019">13761 10671 5734,'5'4'0,"7"3"0,0-3 0,17 1 0,-7-4-722,10-2 722,-7-2 0,-1-3 0,0 0 0,8-2 0,-8 0 0,0 1 0</inkml:trace>
  <inkml:trace contextRef="#ctx0" brushRef="#br0" timeOffset="207269">14263 10206 5734,'0'33'0,"0"1"0,-1 2 0,0 1-614,1-12 1,0 1 613,0 16 0,-1 7 0,1-5-1302,0-11 0,1-1 1302,-1 0 0,0 4 0,0-3 0,2 6 0,-1-4-259,0-7 1,0-1 258,1 7 0,0-1 0,0 7 0,0-12 0,0-1 0,0 5 152,-1 9-152,-2-29 503,-4-4 1,0-7 0,-4-3 0</inkml:trace>
  <inkml:trace contextRef="#ctx0" brushRef="#br0" timeOffset="208194">13496 10256 5734,'-5'2'0,"1"1"0,3-2 0,0 1 0,-1 2 0,0 0 0,0 0 0,-1 1 0,-2 2 0,0-1 0,-1 3 0,-3 3 0,1-2 0,-3 6 0,1-4 0,-6 8 0,3-3 0,-11 13 0,8-11-509,-5 6 509,5-8 0,-1 1 0,-1 0 0,1 0 0,0 0 0,-5 6 0,5-6 0,-8 11 0,12-14 0,-2 3 0,6-7 0,1-1 0,-2 3 0,-1 1 0,3-2 0,0 0 509,5-8-509,2 1 0,-2-2 0,2 0 0,0-1 0,1-1 0,1 1 0,0-1 0,15 3 0,0 0 0,7 1 0,-3-2 0,-5-1 0,5-1 0,-4 1 0,4 0 0,-7-1 0,-1 1 0,0 0 0,-2-1 0,0 0 0,3 1 0,-3-1 0,8 1 0,-7-1 0,3-1 0,-3 1 0,-2-1 0,0 0 0,0 0 0,0 0 0,1 1 0,-3 0 0,1 0 0,-2-2 0,1 1 0</inkml:trace>
  <inkml:trace contextRef="#ctx0" brushRef="#br0" timeOffset="208897">14888 10275 5734,'-5'2'0,"0"0"0,1 1 0,-4 4 0,1 0 0,-5 2 0,2 0 0,-2 2 0,-1 1 0,-16 11 0,-2 3 0,-1 1-363,-1 0 0,-1 0 363,13-9 0,2-2-1068,-12 9 1068,12-9 0,-1 0 0,-13 14 0,9-9-526,-5 5 526,13-10-266,-5 7 266,12-11 584,-4 7-584,15-13 1041,5 3-1041,2-3 616,6 2-616,0-3 0,1 0 0,3 0 0,1 0 345,1 0-345,11 1 0,-7-1-521,7 0 521,-9-1 0,8 1 0,-8-1 0,4 1-108,-10-1 108,-3-2 0,-1 2 0,-2-2 0,-2 0 0,1 2 514,-4-1-514,1 1 115,-4-2-115,-1 0 0,-9 8 0,3-6 0,-6 7 0,6-8 0</inkml:trace>
  <inkml:trace contextRef="#ctx0" brushRef="#br0" timeOffset="213712">12405 10251 5734,'0'-4'0,"1"1"0,-1 2 0,1 1 0,3 0 0,-4 0 0,3 1 0,-6 0 0,5-4 0,-3 3 0,4-3 0,-2 2 0,-2 1 0,2-3 0,-5 5 0,5 2 0,-4 3 0,5 2 0,-4-2 0,1 2 0,0 0 0,0 2 0,1 0 0,0 12 0,0 2 0,0 2 0,1-4 0,0-10 0,0-1 0,0 6 0,0-4 0,1 3 0,-1-6 0,0 3 0,2 3 0,-3-4 0,3-1 0,-3-9 0,1-1 0,-1 0 0,-6-3 0,2-1 0,-6-2 0</inkml:trace>
  <inkml:trace contextRef="#ctx0" brushRef="#br0" timeOffset="214178">12299 10590 5734,'7'7'0,"0"-1"0,-3-4 0,-1 0 0,2 1 0,-1-1 0,1 0 0,1-1 0,1-1 0,0-1 0,5 2 0,11-2 0,-1 1 0,3-1 0,-10-1 0,0 1 0,-4-1 0,2 0 0,-3 0 0,-4 1 0,1-1 0,-3 2 0,-2 0 0,-1 0 0,1 0 0,-1 0 0</inkml:trace>
  <inkml:trace contextRef="#ctx0" brushRef="#br0" timeOffset="215103">12405 10698 5734,'5'-5'0,"1"2"0,5-3 0,-1 3 0,4-2 0,22-4 0,-18 4 0,20-3 0,-27 7 0,0 1 0,-2 0 0,-1 0 0,-2 0 0,-1 1 0,-1 3 0,-3 1 0,-2 4 0,-3 0 0,-7 8 0,1-3 0,-5 6 0,4-6 0,-1 0 0,1 0 0,0 0 0,1-1 0,1-2 0,2-1 0,0-2 0,2 0 0,-1-2 0,3-2 0,-1 0 0,3-3 0,0 1 0,4-2 0,0 1 0,20-2 0,-5 2 0,11-1 0,-2 3 0,-10 0 0,4 1 0,-5 2 0,-5-2 0,2 2 0,-7-1 0,-3 4 0,-4-1 0,-3 3 0,-6-2 0,-2 1 0,-5 1 0,-1 0 0,-2 0-349,-1 0 349,-1-1 0,-6 2 0,7-5 0,-4 2 0,11-6 0,-1-1 0,4-2 0,-1-2 0,6-1 0,1-3 0,3-4 0,0-1 0</inkml:trace>
  <inkml:trace contextRef="#ctx0" brushRef="#br0" timeOffset="218432">15405 10110 5734,'3'4'0,"-1"-1"0,2 6 0,-2-4 0,1 9 0,-3-6 0,2 13 0,-2-8 0,3 9 0,-1 3 0,0-10 0,3 26 0,-3-25 0,4 25 0,-4-28 0,3 12 0,-3-17 0,1 3 0,-2-5 0,3 5 0,-2-7 0,2 3 0,-2-5 0,3-1 0,-2-1 0,-1 1 0,-3-1 0</inkml:trace>
  <inkml:trace contextRef="#ctx0" brushRef="#br0" timeOffset="218727">15277 10568 5734,'10'0'0,"1"-1"0,6 0 0,-2 0 0,15-1 0,-11 1 0,7-1 0,-7-1 0,23-6 0,-22 4 0,16-4 0</inkml:trace>
  <inkml:trace contextRef="#ctx0" brushRef="#br0" timeOffset="219337">15387 10776 5734,'3'-6'0,"0"1"0,1 0 0,0 1 0,3-2 0,-1-1 0,2 1 0,0-1 0,6-2 0,-4 2 0,4-1 0,-4 2 0,3-1 0,-3 3 0,2-1 0,-4 4 0,0-1 0,-1 1 0,0 1 0,-2 2 0,1 0 0,-2 2 0,-1 1 0,0 5 0,-13 27 0,4-15 0,-10 19 0,0-18 0,4-5 0,-3 4 0,5-9 0,2-1 0,0-2 0,2-1 0,1-3 0,5 4 0,2-5 0,6 1 0,2-5 0,12-1 0,-4-1 0,8 0 0,-8-1 0,8-3 0,-7 1 0,6-2 0,-9 1 0,0 0 0,-2 0 0,-1 0 0,-2 2 0,1-3 0,-4 3 0,-3-2 0,-3 3 0,-4-2 0</inkml:trace>
  <inkml:trace contextRef="#ctx0" brushRef="#br0" timeOffset="220553">16029 10029 5734,'13'-4'0,"-1"0"0,1 0 0,4-2 0,-5 1 0,4-2 0,-7 3 0,2 0 0,-3 1 0,-1 0 0,-3 2 0,0 1 0,-1 2 0,0 0 0,-1 2 0,0 1 0,0 2 0,-1 9 0,-1-1 0,1 7 0,-1-2 0,0 14 0,1-6 0,-1 10 0,3 4 0,1-2 0,1 1 0,-1-9 0,1-1-627,2 8 0,-1-3 627,3-6 0,-2-13-4,1 1 4,-2-5 0,2 1 0,-4-6 0,0-2 0,1 4 1254,-3-5-1254,1 4 4,-3-3-4,0 2 0,0 2 0,-1 12 0,0-1-649,0 11 649,-1-2 0,2-3 0,0 1 0,-1 18-891,1-14 1,0 0 890,0-7 0,0-1 0,1 0 0,-1 1-578,1 0 0,-1 0 578,1-1 0,0 0-288,1 23 288,0-17 0,1-1 0,-1 13-147,1-16 0,-1-2 147,1 3 0,-1-4 1384,-1-4-1384,-1-1 1295,-3-5-1295,-2-1 396,-2-6-396,-2 0 1093,-2-1-1093,-8 3 0,-6 4 0,5-2 0,-2 2 0,8-3 0,3 0 0,-4 1 0,2-4 0,-2-1 0,-1-1 0</inkml:trace>
  <inkml:trace contextRef="#ctx0" brushRef="#br0" timeOffset="224240">12408 12109 5734,'-3'-3'0,"1"1"0,2 1 0,4 1 0,-2 1 0,1-1 0,-7-2 0,1 0 0,-2-1 0,4 1 0,-1 1 0,2 0 0,-3 0 0,2 0 0,-1 0 0,0 1 0,0-1 0,0 1 0,1 0 0,0-2 0,1 1 0,0-1 0,1 1 0,2 0 0,1 0 0,1-1 0,20-12 0,-11 8 0,22-12 0,-22 13 0,4 0 0,-5 2 0,0 1 0,1 2 0,0 0 0,-1 1 0,4 2 0,-4-1 0,13 10 0,-15-5 0,6 15 0,-16-8 0,-3 7 0,-5-4 0,-3 2-481,-3 2 481,-2 2 0,-1-1-663,-2 2 663,1 0 0,0-1 0,-6 9 0,7-8 0,-2 5 0,7-11 0,2 4 0,4-7 0,1 3 0,5-6 0,3-2 448,2-1-448,8 2 0,-1-4 0,7 0 0,-2-4 0,12-2 0,-5-2 168,8-1-168,-10-2 0,0 0-157,4-4 0,1-1 157,6-1 0,-8 1 0,-2 1 0,-7 0 0,-10 4 0,-1-3 0,-5 1 0,-1-2 0,-1 1 0</inkml:trace>
  <inkml:trace contextRef="#ctx0" brushRef="#br0" timeOffset="224496">12470 12270 5734,'17'3'0,"0"0"0,-4-3 0,2-2 0,1 0 0,1-1 0,0 0 0,0 0 0,2-2 0,-6 2 0,2-1 0,-7 2 0,-2-1 0</inkml:trace>
  <inkml:trace contextRef="#ctx0" brushRef="#br0" timeOffset="224987">12207 11793 5734,'0'21'0,"1"1"0,3-1 0,3 20 0,-1-5-1484,-1-10 0,-1 1 1484,2 16 0,-1-7 0,-1 0 0,0-7 0,-1 1 0,2 8 0,-1 4-835,0 2 0,0 4 0,-1-5 835,0-6 0,0 1 0,-1-3 0,1 6 0,0-2 0,-1-6 69,0-7 1,-1-2-70,1 5 0,1-1-9,1 6 9,4 3 0,-2-13 0,2 3 0,-2-15 228,5-6 1,-2-8-1,6-6 1</inkml:trace>
  <inkml:trace contextRef="#ctx0" brushRef="#br0" timeOffset="225305">13133 11779 5734,'0'30'0,"0"-4"0,0 15-1639,0-14 1,-1 0 1588,0 19 50,0-15 0,1 1 0,-1-8 0,0 0 0,1 2 0,0-1-326,0 1 0,-1 0 326,1-1 0,0 2 0,1 9 0,0 1 0,0-11 0,-1 2 0,2 5 0,1 4 0,-1-4 0,0-8 0,0-1 0,2 12 0,-1-1 604,2 5-604,-1-13 0,-1 3 0,-2-17 0,-1-4 0,0-4 0</inkml:trace>
  <inkml:trace contextRef="#ctx0" brushRef="#br0" timeOffset="226012">13360 12261 5734,'-4'8'0,"2"-2"0,2-5 0,0 0 0,1 1 0,0-1 0,9 1 0,-5-1 0,8 0 0,-5-1 0,0-1 0,2-1 0,4-1 0,-3 0 0,3-1 0,-5 2 0,4 0 0,-4 0 0,2 1 0,-3 0 0,2 3 0,-1-1 0,1 1 0,-2-1 0,-1 2 0,1-1 0,4 1 0,-3-1 0,4 0 0,-1 0 0,-4-1 0,2 0 0,-4-1 0,-3-1 0,0 1 0,-3-1 0,-4-1 0,-2-2 0</inkml:trace>
  <inkml:trace contextRef="#ctx0" brushRef="#br0" timeOffset="226382">13369 12372 5734,'6'5'0,"1"-1"0,-2-3 0,3-1 0,2-1 0,0 0 0,3-1 0,0 0 0,3-1 0,1 0 0,1 0 0,0 0 0,28 0 0,-21 1-501,20-1 501,-28 1-26,4 0 26,-6 1 0,7-2 0,-12 2 0,2-1 0,-4 0 499,-4 1-499,0 0 7,-4 1 0,-4-1 0,-2-1 0</inkml:trace>
  <inkml:trace contextRef="#ctx0" brushRef="#br0" timeOffset="227345">14154 11730 5734,'-2'11'0,"2"2"0,3 7 0,1-2 0,2 7 0,1 7 0,-2-7 0,2 10 0,-1 1-1155,-1-8 1155,1 7 0,-2-11-219,0 7 219,-1-9 0,1 5-110,0-6 110,-1-8 0,0 3 0,-1-9 822,-1-1-822,-1-2 534,-3 0-534,0-2 0,0-2 0,-1-2 0</inkml:trace>
  <inkml:trace contextRef="#ctx0" brushRef="#br0" timeOffset="227543">14069 12246 5734,'11'0'0,"0"-1"0,6-1 0,11-4 0,-4-1 0,8-2 0,1-1 0,-9 2-364,6-1 364,-12 4 0,-3 0 0,-2 1 0</inkml:trace>
  <inkml:trace contextRef="#ctx0" brushRef="#br0" timeOffset="227968">14089 12405 5734,'-1'6'0,"1"-2"0,6-1 0,6-2 0,0 0 0,5 0 0,6-3 0,-5 0 0,7 0 0,-9 1 0,4 0 0,-6 2 0,1 0 0,-7 2 0,-2 1 0,-1 1 0,-1 2 0,-2 10 0,-2 2 0,0-1 0,-2-2 0,1-9 0,1-2 0,1 0 0,0-1 0,2 1 0,1-1 0,1 0 0,1 0 0,1 0 0,5 4 0,-3-1 0,7 12 0,-9-1 0,1 5 0,-8-2 0,-3-5 0,-4 0 0,-9 9 0,2-7-435,-6 6 435,5-8 0,2-1-2,-1-2 2,3-1 0,2-2 0,-1-3 0,3-3 0,-1-2 435,3-3-435,0-4 0,0-3 0,1-2 0</inkml:trace>
  <inkml:trace contextRef="#ctx0" brushRef="#br0" timeOffset="228291">13682 11789 5734,'-16'40'0,"0"1"0,3-3-3025,-1 5 3025,6-19 0,1 1 0,-1 2 0,0 0 0,0 3 0,1 1-703,-1 0 1,0 1 702,2 2 0,-1 0 0,0 1 0,1 0 0,0 0 0,0 2 0,1-4 0,-1 3 0,1-2 0,-1 4 0,0 2 0,1 0 0,-2 3 0,2-4 0,0-5 0,0-2 0,-1 8 0,0-2 467,0 7-467,0-5 0,-1-6 0,2-8 0,-2-5 0</inkml:trace>
  <inkml:trace contextRef="#ctx0" brushRef="#br0" timeOffset="229965">12463 13139 5734,'-6'4'0,"1"3"0,-1 16 0,2-1-1093,3 15 1,0 11 0,1-4-100,0-15 0,0 1 1192,1 12 0,0 7 0,0-9 1008,1 4-1008,0-15 0,0 0 0,1 13 67,-2-16 0,1 0-67,1 5 0,1-2 0,0-3 0,-1-4 0,0-2 0,3 4 0,-3-11 2834,1 3-2834,-3-15 0,-1-5 0,1-6 0</inkml:trace>
  <inkml:trace contextRef="#ctx0" brushRef="#br0" timeOffset="230464">12707 13459 5734,'-2'-4'0,"1"1"0,1 2 0,0 0 0,0-1 0,1 0 0,-1 0 0,1 0 0,2 0 0,1-1 0,3-1 0,7-3 0,-2 2 0,6-2 0,1 3 0,-5 1 0,4 1 0,-6 2 0,-3 4 0,1 0 0,-2 3 0,-1 3 0,1 18 0,-5-8 0,-1 26 0,-7-10 0,-1 1 0,-4 8 0,5-20 0,-3 14-465,4-19 465,0 3 0,2-9 0,2-2 0,1-1 0,10-1 0,0-5 0,9-2 0,4-9 0,-6 0 0,6-3 0,-9 1 0,-1-2 0,-2-1 0,1-2 0</inkml:trace>
  <inkml:trace contextRef="#ctx0" brushRef="#br0" timeOffset="230655">12740 13591 5734,'14'2'0,"1"-2"0,10-2 0,-2 0-284,9-2 0,-8-1 1,2 0-1</inkml:trace>
  <inkml:trace contextRef="#ctx0" brushRef="#br0" timeOffset="230917">13229 13201 5734,'-4'30'0,"1"9"0,1-15 0,1 1-1213,1 1 1,0-1 1212,1 17 0,0 3-1052,1 2 1052,0 0 0,0-14 0,0 1 0,0-10 0,-1 0 0,2 7 0,-1 0 369,1-6 1,0 0-370,2 4 0,0-1 0,1 13 0,1-5 0,-6-35 0,-1-3 0</inkml:trace>
  <inkml:trace contextRef="#ctx0" brushRef="#br0" timeOffset="231259">13426 13491 5734,'-3'-2'0,"1"-1"0,3 2 0,2 0 0,0 2 0,5 2 0,0-1 0,4 0 0,0-2 0,9 0 0,-3-1 0,6 1 0,-5-3 0,11 2 0,-7-1 0,8 2 0,-3 0 0,-6 0 0,3 0 0,-11 0 0,1 0 0,-6 0 0,1 2 0,-9 1 0,-2 1 0,-2 1 0,-3 1 0,-1 0 0,-2-1 0</inkml:trace>
  <inkml:trace contextRef="#ctx0" brushRef="#br0" timeOffset="231515">13433 13674 5734,'8'0'0,"1"0"0,7-1 0,-2-1 0,7-2 0,4 0 0,-5 0 0,8-2 0,2-3 0,-8 3-332,7-3 332,-10 2 0,3-2 0,-6 2 0,3-1 0,-10 4 0,-1 1 0,-2 0 0,-2 0 0,-1-2 0</inkml:trace>
  <inkml:trace contextRef="#ctx0" brushRef="#br0" timeOffset="231780">13575 13266 5734,'0'27'0,"0"0"0,-1 13-1061,1-7 1061,-3 15-1260,2-11 1260,-2 0 0,0 1 0,-2-5 0,0 0 0,-1 9 0,1-8 0,-2 5 0,2-6 0,0 0 0,0 1 0,0-6 0,4-21 0,-1-3 0</inkml:trace>
  <inkml:trace contextRef="#ctx0" brushRef="#br0" timeOffset="232239">14118 13108 5734,'-2'7'0,"1"2"0,0 1 0,1 2 0,-1 18 0,0-9 0,1 5 0,-1 2 0,0-3 0,1 13 0,0-11 0,0-8 0,0 4 0,0-10 0,0-1 0,2-2 0,-2-2 0,1-2 0,-2 2 0,-1-6 0,-1 1 0</inkml:trace>
  <inkml:trace contextRef="#ctx0" brushRef="#br0" timeOffset="232463">13971 13519 5734,'13'3'0,"1"0"0,9-2 0,-2 0 0,7-1 0,5-2 0,-8 0 0,6-1 0,-11 1 0,0 1 0,-3 0 0,0 1 0,-2-1 0</inkml:trace>
  <inkml:trace contextRef="#ctx0" brushRef="#br0" timeOffset="232953">14038 13680 5734,'5'-3'0,"0"0"0,2 1 0,3 0 0,0-2 0,3 0 0,0 1 0,8-4 0,-4 3 0,6-3 0,-8 5 0,7 0 0,-6 2 0,3 2 0,-9 1 0,0 6 0,-4-1 0,-3 6 0,-4-1 0,-11 9 0,1-3 0,-7 6 0,-5 2 0,6-6-485,-4 6 485,9-10-246,-2 6 246,6-7 0,1 3 0,5-8 0,8 1 0,2-3 0,7-2 0,13-7 0,-2-3-517,1-1 1,2-2 516,11-3 0,-12 3 0,-1-1 0,14-3 0,0 0 0,-4-2 0,0 0 0,-2-1 0,-7 1 0,0 1 0</inkml:trace>
  <inkml:trace contextRef="#ctx0" brushRef="#br0" timeOffset="251316">8207 11672 5734,'-26'-2'0,"-2"0"0,-2 2 0,-2 0 0,-11 1-1093,8 0 1,-5 1 0,4-1 1081,7 1 0,2-1 11,-17 2 0,-3-1 0,4 0 0,2-1 0,6 0 0,0 0-835,-12 1 0,-1-1 835,12-1 0,0 0 0,-1 1 0,-1-1 0,0 0 0,0 0 0,-1 0 0,0 1 0,2-1 0,-4 0 0,0 1 0,-7 0 0,-1 0 0,3 0 0,-1 1 0,3-1 0,-4 1 0,9 0 0,-5-1 0,-2 1 0,1 0 0,2 0 0,5-1-255,-6 2 0,5-1 0,-1 0 255,-6 1 0,0 0 0,5 0 0,8 0 0,2-1 0,-12 2 0,0 1 0,12-2 0,0 0 0,-9 1 0,1 1 0,14-2 0,0 0 0,2 0 0,-3 1 0,-14 1 0,-7 1 0,4-1 0,10 0 0,-1-1 0,-1 0 0,-5 1 0,0 0 0,8-1 0,6 0 0,4-2 0,-9 2 0,2 0 0,-9 1 0,14-1 0,0 0 0,-13 1 1246,-6 3-1246,15-3 0,3 0 1823,3 0-1823,-6 1 0,9-2 1480,-4 1-1480,3-2 0,5-2 230,-3-1-230,8-1 955,-4-1-955,4 2 0,-2-1 0,5 1 0,-8-1 0,7 1 0,-5 0 0,8 0 0,2 0 0,0 1 0,2 0 0,0 1 0,-2 0 0,2 1 0,-1 16 0,1-6 0,0 12 0,2-9 0,0 3 0,3 3 0,0 3 0,6 21-1808,-1-5 1808,-2-12 0,-1 1 0,0-5 0,0-1 0,0 4 0,0-1 0,1 3 0,-1 0-912,1 2 0,1 0 912,-1 0 0,0 2 0,0-4 0,1 3 0,0-3 0,0 6 0,1-1 0,3 10 0,0-1 0,-4-15 0,1-2-530,-1 0 1,0-2 529,1 0 0,0-1 0,3 7 0,1-1 0,6 13 0,-7-17 0,1-1 0,2 5 0,6 4 0,-1 1 0,-1-4 282,0 1 0,-2-3-282,-10-16 0,0 0 1687,-1-1-1687,0 7 0,-1-4 0,-1 4 1488,-2-5-1488,0 5 0,0-3 0,-1 3 0,2-1 0,-2-6 952,0 3-952,0-6 0,1 7 0,-1-6 0,0 6 0,-1-8 0,0 1 0,0 0 0,1 1 0,0-1 0,0-1 0,1 2 0,-1-3 0,1 0 0,-1-2 0,1-3 0,0 1 0,0-2 0,1 1 0,0 0 0,4 1 0,-1 0 0,2 0 0,4 2 0,-3-2 0,4 1 0,-3-1 0,8 0 0,5-2 0,3-1 0,6 1-509,-4-2 0,-1-1 509,-2 0 0,3-1 0,16-1 0,-8 0-1093,11 0 1093,-12 2 0,-9 0 0,1 0 0,16 0 0,-8 2 0,7 0 0,-4 0 0,-9 0 0,-1 0-561,6 0 1,3 1-1,-5 0 561,16 0 0,-13 0 0,1 0 0,-8 0 0,1 0 0,8 1 0,1 0 0,-12-1 0,1 0 0,14 1 0,0 0 0,-9-1 0,0 1 0,10 0 0,1 0 0,-11-1 0,-2 1 0,2-1 0,0 0 0,1 0 0,0 0 0,1 0 0,-1-1 0,1 1 0,0-1 0,-2 0 0,2-1 0,-2 1 0,5-1 0,0 1-775,11-2 1,-1 0 774,-15 1 0,-1-1 0,-1-1 0,0 1 41,-1 0 1,1-1-42,10-1 0,0-1 0,-10 2 0,0-1 0,6-1 0,3 0 0,-5-1 0,3-1 0,-3 0 0,2-1 0,-1 1-131,-2 0 1,2-1 0,-5 1 130,14-5 0,-19 5 1049,-4 1-1049,-3 0 1784,-4 2-1784,1 0 682,-6 1-682,1 1 1872,-6 1-1872,1 1 263,-2 0-263,0 0 0,-1 0 0,-1-1 0,0 0 0,0-1 0,1 0 0,-1 1 0,2 0 0,0-2 0,0 2 0,0-1 0,0 0 0,-1 1 0,0 1 0,0-1 0,-1 1 0,1 0 0,-1 0 0,-14 6 0,3 0 0,-15 5 0,5-1 0</inkml:trace>
  <inkml:trace contextRef="#ctx0" brushRef="#br0" timeOffset="253684">7997 11666 5734,'25'0'0,"-1"-1"0,16 0 0,-13 1 0,1-1-1639,4 2 1,-1 0 1487,-5-1 0,0 1 151,7 0 0,1 0-101,3 0 1,-2 0 100,-7 0 0,0 0 0,8 0 0,2 1 0,0 0 0,0 0 0,-9-1 0,1 0-304,9 1 1,0 0 303,-12-1 0,0 1 0,14-1 0,-1 0 0,-8 0 0,-1 0-613,10 0 1,-1-1 612,-11 1 0,-1-1 0,1 0 0,-1-1 33,1 1 0,-1 0-33,1-1 0,-1 0 0,0 0 0,1-1 0,11 0 0,1-1 0,-10 0 0,0 1-94,9-2 0,0 1 94,-15 0 0,3 0 0,9-1 0,7-2 0,-5 2 0,-5-1 0,0 1 0,5-1 0,3 0 0,-5 1 0,-11 1 0,-2 0 0,0 1 0,0-1 0,23-1 0,-1-2 0,0 1 0,-16 2 0,1 0 0,16-1 0,-17 1 0,-1 1 932,10-1-932,3 0 0,0 0 0,6-1 437,-7 2 0,0-1-437,-15 1 0,-2 0 0,14-1 0,-13 1 0,0-1 0,0 2 0,-1-1 0,12-1 1099,10 0-1099,-15 1 0,-3 1 655,0 0-655,-2 0 0,0-1 0,10 0 0,-8 1 0,8-1 0,-12 0 0,0-1 0,0 1 0,6-1 0,-7 1 0,4-1-70,-11 1 70,-1 1 616,4-1-616,5 0 0,-5 1 0,2 0 972,-12 1-972,0 1 568,1 0-568,-2 0 88,1 0-88,-1 0 0,0 0 0,2 0 0,-3 1 0,4 5 0,-8 2 0,2 4 0,-5-1 0,-1-1 0,0 4 0,-1-2 0,0 2 0,-1 2 0,1-5 0,0 4 0,1-5 0,-1 2 0,1-1 0,0 3 0,0 0 0,1 1 0,0 0 0,0 2 0,0 1 0,0 0 0,0 2 0,1 1 0,0 1 0,0 1 0,1 15 0,-1-7-1014,2 12 1014,-2-12 0,2 16 0,-2-11 0,1-5 0,1 5 0,-1-3 0,-1-9 0,1 1-813,0 20 0,1-2 813,-1-2 0,-1 1-1157,-1 1 1157,0 1 0,0-13 0,0 0 0,-1-7 0,1 0 0,0 7 0,-1-1 0,1 10-258,0-13 0,0 0 258,1 12 130,0-7 0,-1 0-130,1-8 0,1-2 0,-1 25 553,2-7-553,-2-13 0,2 11 0,-1-9 0,-1-5 0,0 0 0,0 5 0,-1 8 0,1 2 0,0-11 0,1 9 1210,-1-13-1210,0 18 0,-1-16 0,0 0 0,-1 1 0,0-6 693,0 10-693,-1-11 0,1-5 546,0 2-546,-1 4 0,2-9 1051,-1 6-1051,0-13 0,0 0 0,-1-2 0,0 0 0,1-2 0,0-2 0,-1 0 0,-2-1 0,1-1 0,-4-2 0,2 2 0,-9-4 0,4 2 0,-5-3 0,4 3 0,1 0 0,-2 1 0,0 0 0,0 0 0,-6-1 0,3 2 0,-5-2 0,5 1 0,0 0 0,-2-1 0,-1 1 0,0 0 0,-14 1 0,7 0-674,-10 2 674,8 0 0,-2 2 0,-2 0 0,-2 1 0,-1 0 0,9 0 0,0 0 0,-14 1 0,-6 1 0,-2 0 0,20-3 0,1 0 0,-11 1 0,1-1 0,0-2 0,13 0 0,-7-2 0,7-1 0,-5 0-418,2 0 418,8 0 0,-14-1 0,14 0 0,-19-1 0,18 2 0,-12-1 0,15 2-25,-1-1 25,0 0 0,0 0 0,-9-2 0,6 1 367,-7-1-367,7 1 0,0 1 0,-2 0 0,1-1 0,-3 1 0,-9-2 0,6 2 0,-18-2 0,18 2-134,-7-1 134,10 0 0,-10-1 0,7 2 0,-7-1 0,0 0 0,9 2 0,-17-2 0,16 3 25,-6-1-25,-12 4 0,16 0-511,0 0 0,0 0 511,1 1 0,-10 0 235,12-1-235,-11 2 0,9-1-53,-9 0 53,11-1 0,-12 1 0,9-3 0,5 1 0,-2-1 0,0-1 0,-1 0 0,-17-1 0,-5-1 0,11-1 0,9 0 0,-9-1 0,12 2 0,-11-4 0,8 2 0,-7-2 0,11 2 0,0 0 0,1 1 0,1-1 0,0 1 0,-8-1 0,7 1 642,-8 0-642,10 2 0,-1 0 0,1 1 0,-13 0 0,7 0-554,-8 1 554,10 1 0,-1 0 0,-1-1 0,-13 1 0,8-1-234,-10 0 234,12 0 0,-1 1 0,-2 1 0,-2 0-449,3 0 0,3 0 449,5 1 0,1-1 156,2 1-156,2 0 0,2-2 0,-6 0 0,8-1 499,-3 0-499,8 0 791,0 0-791,4 0 1072,-1-1-1072,12-2 225,0 1-225,6-1 0,1 2 0,1 1 0,3-1 0</inkml:trace>
  <inkml:trace contextRef="#ctx0" brushRef="#br0" timeOffset="256318">3953 17130 5734,'-1'-7'0,"0"0"0,0 2 0,-1 0 0,2 1 0,-1 2 0,6 8 0,-2-1 0,5 3 0,-3-4 0,5 2 0,-2-2 0,3 1 0,-3-1 0,4 0 0,-2-1 0,7 1 0,-6-2 0,2 0 0,-2 0 0,5-1 0,-4 0 0,5 1 0,-5-1 0,7 0 0,-5 1 0,5 0 0,-5-1 0,0 0 0,0 0 0,7 2 0,-5-1 0,5 2 0,19-1 0,-14-1 0,15 1 0,-17-4 0,-11 1 0,5-1 0,-7 0 0,6-1 0,-4 1 0,4-1 0,-4 2 0,12-3 0,-8 2 0,8-1 0,4 1 0,-10 1 0,11 0 0,-5-1 0,-4 0 0,4-1 0,-6 1 0,7-1 0,-6 0 0,5-1 0,-7-1 0,8-2 0,-7 1 0,7-1 0,-2 2 0,-5 1 0,4-1 0,-7 1 0,6 1 0,-5 0 0,5 0 0,-6 1 0,7-1 0,-5 1 0,6-1 0,-7 1 0,0-1 0,28-3 0,-16 2 0,16-2 0,-14 3 0,-12 1 0,6 0 0,-8 1 0,19-3 0,-12 0 0,14-2 0,-1-1 0,-8 1-484,5 1 484,-12 1 0,-9 2 0,5 0 0,-5 0 0,4 1 0,-6 0 0,4 0 0,-4 0 484,2 0-484,-4 0 0,5 0 0,-3 0 0,3 0 0,-4 0 0,0 0 0,0 1 0,7-1 0,-3 0 0,5 1 0,-4-1 0,9 0 0,-6 0 0,6 0 0,-7 0 0,8 0 0,-7 1 0,21 1 0,-19-1 0,22 2 0,-18-1 0,4-1 0,-8 0 0,-7-1 0,5 1 0,-4 1 0,4 0 0,-5 1 0,6 0 0,10 1 0,5 0 0,1-1-554,-5 0 554,-9-2 0,11 2 0,-9 0 0,18 1 0,-17-2 0,7 0 0,-11-1-94,0-1 94,-2 0 0,5 0 0,-6 0 0,4 0 0,-8-1 0,4 1 0,-5-1 0,4 0 549,-6 1-549,3-1 99,-3 1-99,4 0 0,-6 0 0,5 1 0,-2-1 0,3 1 0,-4-1 0,2-1 0,1 1 0,15-3 0,-11 2 0,19-2 0,-19 2 0,13-2 0,-12 2 0,5-1 0,-8 1 0,5 1 0,-7 0 0,5 0 0,-7 0 0,4-1 0,-4 0 0,8 1 0,-10 1 0,3 1 0,-4 0 0,-3-1 0,3 1 0,-5-1 0,1-2 0,-9-1 0,-1-1 0</inkml:trace>
  <inkml:trace contextRef="#ctx0" brushRef="#br0" timeOffset="272367">3222 18446 5734,'-3'2'0,"1"1"0,2-2 0,2 1 0,-1 0 0,2 1 0,-1-1 0,0 0 0,-1 0 0,0-1 0,-1 0 0,1 0 0,1-1 0,1 0 0,1 2 0,0 1 0,4 1 0,-3-1 0,2 1 0,-1-1 0,-1 0 0,1 0 0,0 0 0,0 0 0,0-1 0,1 1 0,1 1 0,-2-1 0,2 1 0,-2-2 0,-1 1 0,1-1 0,0 1 0,1 0 0,0-1 0,0-1 0,-1 0 0,0 1 0,1-1 0,11 1 0,-8-1 0,8 0 0,-10-1 0,0 0 0,6 1 0,-3-1 0,3 0 0,2 0 0,6 0 0,-2 0 0,2 0 0,-9-1 0,-1 1 0,1 0 0,-1-1 0,2 1 0,-1-1 0,0 1 0,-1-1 0,1 1 0,-1 0 0,1 0 0,-1-2 0,1 2 0,-1-2 0,1 1 0,0 0 0,0 0 0,7 1 0,-4-1 0,6-1 0,0 0 0,20-4 0,-11 2 0,12-1 0,-14 0-568,-6 3 568,8-3 0,-10 3-243,0 0 243,2 0 0,-2 1 0,5-2 0,2 0 0,2 0 0,-3-1 0,0 0 0,-4 1 0,2 0 0,-1 0 0,1 0 0,0 1 0,0 0 0,0 1 0,0 0 554,-1 0-554,0 0 0,10 0 0,-8 1-399,9-1 399,-11 0 0,1-1 0,-1 0 0,1-2 0,12-1 0,-8 1 0,8-1-20,1 1 20,5 0 0,-1 0-924,-2 1 924,-12 1 0,0 2-56,1-1 56,12 0 0,-9 0 0,11-1 0,3-3 0,-11 1 0,0-1 0,-6 1 0,0 0-24,6-1 0,-2 0 24,5-2-929,-1 2 929,0-1 0,-2 1 110,-9 2 0,0 0-110,12-3 0,-14 3 0,2 0 0,20-3 0,-10 2 0,9-2 0,-13 2 0,-1 0 0,0-1 0,0-1 0,0 0 0,1 0 0,-2 0 0,0 0 0,-1 0 0,-1 1 0,-2 1-14,10 1 14,2 1 0,-1 1 581,-3 1-581,2 0 0,-8 0 0,9 0 0,-11-1 503,2 0-503,0 0 0,0 0 0,5 0 0,1 0 0,4 0 0,-4 1 0,-1 0 0,-5-1 0,-2 2 0,0 0 0,-1 1 0,0 0 0,1 1 0,1-1 0,2 1 0,1-1 0,1 0 0,-1-1 0,-1 0 427,9 1-427,-10-1 0,6 0 0,-12 0 0,1 0 0,13 0 0,-7 0 0,9 1 78,-11-1-78,21 3 0,-17-2-847,17 2 847,-20-1 0,1-1 0,3-1 0,2 1 0,0-1 3,14 2-3,-13-1 0,10 2 0,-9-1 0,-2 0 0,6 1 0,2 1 0,-1-1 0,-9 0 227,11 2-227,-1 0 0,-10-1-233,9 2 233,-13-3 261,-1 0-261,1 0 0,-2 1 315,11 1-315,-9-1 0,7 1 0,-8-3 0,0 0 0,2-2 0,1 0 0,1-2 0,2 0 0,0-1 0,-1 1 0,0-1 0,9-1-488,-10 2 1,0-1 487,-1 1 0,0 1-138,0 0 138,1 0 0,0 0 0,0 0 0,1 1 0,0-1 0,3-1 0,0 1 0,2-1 0,1 0 0,1 0 0,-11 1 0,1 0 0,17 0 0,-16 1 0,-1-1 0,12 1 0,-1 0 0,-1 2 0,-1 0 0,-2 1 0,1-1 0,-1 1 0,-1 0 0,0 0 0,-11-1 0,0 1 0,13 1 0,9 3 0,-14-3 0,-3 0 0,1 0 0,-2 0 0,13 2 0,-10-2 0,11 2-245,-2-2 245,-8-2 0,10-1 0,-13-2 0,0-1 0,1 0 0,0-1 0,1-1 0,6-1 0,2 0 0,3 0-588,-3 0 0,-3 0 588,-6 1 0,-2 0 595,-1 1-595,-2 0 0,-1 2 609,0-1-609,12 1 0,-7-1 0,0 0 0,-4 1 0,0-1-402,7 0 1,0 0 401,9 0 0,4 1 0,0 0 0,1 0 0,-1 0 0,-2 1 0,-2-1 954,-2 0-954,-14 0 0,0 0 0,12 0-302,8 0 302,-18 0 0,-2 0-47,7 0 47,-9 0 0,5 0 0,-12 0 1349,0 1-1349,-2 0 331,0-1-331,0 2 897,-1-1-897,0 0 63,3 0-63,-4 0 0,5 3 0,-5-2 0,-1 1 0,0-1 0,-6 0 0,1 0 0,-2-1 0,0-1 0,-1 1 0,1-1 0,-2 0 0,1 0 0,-2 0 0,1 0 0,-2 2 0,0-1 0,0 1 0,-2 0 0,1-2 0,-4 1 0,-3 1 0,-11-1 0,-2 1 0,-11-2 0,5 0 0</inkml:trace>
  <inkml:trace contextRef="#ctx0" brushRef="#br0" timeOffset="278951">13886 18505 5734,'40'15'0,"2"-2"0,-8-10-1077,-3-2 1,1-2 1076,-6 0 0,1 0 0,9-2 0,3 0 0,4-2 0,1 0 0,-9 2 0,0-1-529,12-2 1,0 1 528,-12 1 0,-1 0-491,0 0 0,0-1 491,1 0 0,-1 1 0,-1-1 0,2 0-350,-4 0 0,2 0 1,-1 1 349,4-1 0,0 0 0,10-2 0,-2 1 0,-15 2 0,-2 0 0,-1 1 0,-1 0 93,19-3 0,-4 0 1,-5 0-1</inkml:trace>
  <inkml:trace contextRef="#ctx0" brushRef="#br0" timeOffset="281328">23746 15070 5734,'-4'0'0,"2"-1"0,2 1 0,5 0 0,13-2 0,-3 1 0,7-1 0,-10 0 0,1 1 0,7-2 0,-3 1 0,4-1 0,-4 0 0,10-2 0,-5 1-544,10-2 544,-7 1 0,16-2 0,-8 1 0,-2 1 0,0 1 0,9-2 0,-14 3 0,1-1 0,2 1 0,-2 0-1348,17-1 1348,-15 1 0,0 0 0,11-2 0,-3 1 0,1-1-358,-7 2 0,0-1 358,14-1 0,-2 0 0,-17 1 0,-2 2 0,18-3 0,-17 2-341,5 0 341,-10 1 0,4 1 409,-12 0-409,-1 2 1243,-2 0-1243,6 5 840,-7-2-840,6 3 457,-8-3-457,-3-1 0,2 0 0,-2-1 0,1 1 0,-1-2 0,0 1 0,-1-1 0,-1 0 0,0 0 0,-2 1 0,-1 0 0,-2 0 0</inkml:trace>
  <inkml:trace contextRef="#ctx0" brushRef="#br0" timeOffset="287545">24656 14981 5734,'-1'-30'0,"1"3"0,-2 14 0,2 1 0,-1 0 0,0-4 0,0 5 0,-1-2 0,1 7 0,0 0 0,0 1 0,1 2 0,0 1 0,0 9 0,2-2 0,-1 7 0,1-2 0,1 7 0,1-4 0,0 5 0,-1-6 0,0 0 0,0-1 0,-1-1 0,1 1 0,-1-3 0,1 1 0,-2-4 0,-1 0 0,1-1 0,-1 0 0,-1-4 0,-2-7 0,2 2 0,-2-7 0,1 5 0,0-6 0,-1 2 0,0-3 0,0-3 0,1 6 0,0-5 0,1 11 0,0 0 0,1 4 0,-1 1 0,-1 5 0,0 0 0,-1 6 0,2-1 0,-1 6 0,1-4 0,-1 4 0,2-7 0,0 3 0,0-4 0,0 3 0,0-6 0,0 0 0,0-2 0,0-1 0,0-8 0,0 2 0,0-5 0,-2-4 0,1 7 0,0-7 0,0 8 0,0-3 0,0 3 0,1-5 0,0 5 0,0-3 0,0 3 0,-2-10 0,1 6 0,-2-7 0,2 9 0,0-1 0,0 1 0,-1-1 0,0 0 0,-2-6 0,2 3 0,-2-5 0,1 4 0,-2-8 0,0 5 0,-1-7 0,1 6 0,0-1 0,-1 0 0,-4-9 0,3 5-440,-2-7 440,2 6 0,-7-20 0,4 14-741,-5-14 741,7 19 0,-3-9 0,3 8 0,-3-8 0,0 1 0,-1 0 0,-4-11 0,3 9 0,0 2 0,-2-1 0,4 11 0,0-1-345,0 1 345,-1 0 0,0 0 0,0 0 0,-7-9 0,7 10 0,-2-1 0,-8-13-531,-3-6 531,11 18 0,0-1 625,-1 0-625,-7-13 0,7 9-440,-7-9 440,8 11 0,-6-11 0,4 8 0,-3-8 0,6 11 0,0 0-35,1 2 35,-1 0 0,1 0 0,-6-9 0,4 7 357,-4-7-357,5 10 0,-5-9 0,3 8 0,-1-2 0,-2 0 0,-1-1 0,4 5 0,0 1 0,-3-2 0,-10-11 0,5 8 0,3 2 0,0 0 0,-5-4 0,4 3 0,0 0 0,-4-4-512,8 9 1,1 0 511,-7-7 0,6 8 0,-1-2 0,-6-6 0,0-2 0,4 5 0,0 1 0,-4-5 0,1 1 0,6 5 0,1 1 0,-10-12 0,9 12 0,1 0 0,-6-8 0,7 10 0,-1-1 0,-8-9 0,5 4 0,0 0 0,-4-4 0,-6-8 0,10 11 0,-8-10 0,5 8 0,-5-8 0,7 11 48,0 1-48,0-1 0,-10-10 0,6 8-757,-8-7 757,10 11 0,-10-9 0,7 6 0,4 4 0,0 0 0,-4-4 0,4 4 0,0 0 0,-4-4 0,4 5 0,-1-1 0,-2-2 0,3 3 0,1 1 0,-3-4 0,-6-6 0,8 10 0,-7-9 0,5 7 0,-6-4 0,-1-1 0,1 2 0,3 3 0,0-1 0,-11-3 0,9 4 0,-11-6 0,12 8 0,-2-1 0,0 1 0,-1-2 0,8 7 0,-1 0 0,-12-9-283,12 9 0,0 0 283,-10-7 0,9 7 0,0 0 0,-13-9 0,13 9 0,0 0 0,-8-7 0,-1 2 14,1-1-14,0-1 0,1 2 0,9 4 0,0 1 0,-12-8 0,12 7 0,1 0 0,-9-4 0,8 5 0,0 0 0,-12-6 0,5 2 0,-1 2 0,-4-4 0,12 9 0,-2-1 0,-7-1 0,-4 1 0,4 0 0,4 3 0,1 1-273,-7-3 1,-5-1 0,6 2 272,-11 2 0,11 3 0,-1-1 0,7 2 0,0 0 0,-9 0 0,1-1-171,9 3 0,1-1 171,0 1 0,-1 0 0,0 1 0,0-1 0,-1 0 0,1 1 0,0 0 0,-1 0 0,-22 0 0,-1 0 0,18 0 0,0 1-177,-17-1 1,2 1 176,20 0 0,2 0 0,-11 1 0,0 0 0,8 0 0,-1 0 0,-8 1 0,1-1 118,10 0 1,1 1-119,-1-1 0,1 0 0,-24 2 242,2 1-242,1-1 0,14 0 0,-1 1 0,-15 1 0,16-1 0,0 1 0,-13 2 0,13 0 0,0 1 0,7-2 0,0 1 0,-17 5 0,1 0 0,16-4 0,1-1 0,-7 3 0,-2 0 0,-8 4 0,2 0 0,12-5 0,1 0 0,-15 5 0,2 0 0,-2 1 0,2 0 0,11-4 0,0 0 0,-12 5 0,15-5 0,-3 0 201,-9 6 0,-1 1-201,9-4 0,1-1 0,-11 6 0,2 0 534,-6 4-534,13-6 0,-11 9 0,9-5 0,11-8 0,1 1 0,-9 6-148,-1 0 148,0 0 303,3-2 1,-2 2-304,4-4 0,0 0 0,-5 4 0,0 0 0,1 0 0,1-2 0,-6 5-133,12-8 1,0 1 132,-7 6 0,7-5 0,-1 2 0,-10 9 0,11-8 0,0-1 0,-9 10 0,1 1 0,1-1 0,8-9 0,0 1 0,-10 10 0,7-5 0,0 0 0,-2 2 0,-6 8 255,13-14-255,1 0 317,-1 0-317,2-1 0,0 1 0,0 0 0,2 0 0,0 3 0,2-3 0,-1 0 0,-1 4 0,-1 2 0,0 1 0,1-2 0,-4 8 0,7-12 0,-1 1 0,-1 2 0,1-1 0,-6 15-6,5-13 0,0 0 6,-4 11 0,4-11 0,0 2 0,-6 13 0,7-14 0,0-1 0,2 1 0,0-2 0,-5 14 0,7-15 0,-1 1 0,2 0 0,0-1 0,-2 14-3,3-13 1,1-1 2,-2 11 0,1 0 348,1 1-348,1-9 0,1 1 0,-3 15-431,3-14 1,-1 1 430,-1 13 0,1-10 0,0 0 0,1-8 0,-1 1 0,0 8 0,-1 0 0,1-10 0,1-1 0,-2 11 0,0 1 0,2-10 0,-1 0 0,0 9 0,0-2 0,-1 13-503,0-1 503,1 0 0,1-13 0,1 1 0,0-8 0,1 1 0,-1 7 0,0 0 0,1 14 0,1-12 0,0 1 0,0-10 0,1 3 0,1 8 0,0 5 0,1-2 118,1 2 0,0 2-118,0-9 0,0 4 0,0-1 0,0-3-272,1 8 0,1-1 272,-1-3 0,0 2 0,0-5-69,-1-9 1,-1-1 68,2 9 0,0-2 0,3 12-23,1-1 23,2-1 225,-4-15 1,3 3-226,0-1 0,2 3 0,0-1 0,3 11 0,1 0-249,-4-11 1,1 0-1,-2-2 249,1-3 0,-2 0 0,1 0 0,-1 0 280,6 15-280,-6-14 0,0 0 0,4 12 0,0 1 0,0 1 0,0 1 0,-4-11 0,0 1 0,-2-8 0,1 0 0,5 19 0,0 0 0,-5-17 0,-1-1-70,3 8 1,0 1 69,-3-11 0,0 0 0,3 11 0,1-1 0,-3-8 0,1 1 0,6 18 0,0-1 0,-6-18 0,0-1 0,2 9 0,1-1 0,-4-10 0,0 0 0,4 10 0,0 1 0,-3-8 0,0 0 0,3 7 0,1 1 0,-5-10 0,1 0 0,4 10 0,0 0 0,-3-8 0,1 2 0,3 7 0,2 4 0,-1-3 0,-2-6 0,0-1 0,0 1 0,1 2 0,0-3 0,-2-4 0,1-1 0,0 2 0,1 0 0,-1 0 0,1 0 0,8 12 0,1 0 0,-6-8 0,0 0 0,6 8 0,1 0 0,-8-11 0,0-1 0,1 1 0,-1-1 0,1 1 0,-1-1 0,0-1 0,1 2 0,1 2 0,2 4 0,1 0 0,-2-2-457,3 5 0,0 0 457,-3-6 0,1 3 0,1 1 0,-3-4 0,8 12 0,-2-3 0,-6-9 0,1 0 0,5 8 0,2 2 0,-2-3 0,-1-1 0,-5-8 0,0 0 0,2 2 0,1 2 0,-2-2 0,-1-3 0,-1-2 0,5 10 0,1-2 0,-8-10 0,0-1 0,1 0 0,-1 0 0,0-1 0,0 0 0,0-1 0,0 1 0,8 7 0,0 0 0,-6-8 0,1 0 0,5 6 0,1-1 0,9 7 0,3-3 879,0-3-879,-11-11 0,4-2 0,2-2 0,4-2 0,-2 0 0,2 1 0,1 0 0,-4-4 0,2 0 0,-2-1 0,1-2 0,-2-1-66,-7-1 0,1 1 66,8-1 0,0 0 0,13 1 307,-15-1 0,1 0-307,-8-1 0,0 0 0,6 1 0,2-1 0,-1 0 0,3 0 0,-4 0 0,-3 0 0,0 0 0,21 0 0,-2 0 0,-7 0 0,0 0 0,-12 0 0,2 0 0,14 0 0,-15 0 0,0 0 0,12 0 0,-12 0 0,0 0 0,17 0 15,-17 0 0,0 0-15,12 0 0,0 0 72,-1 0-72,-10 0 0,0 0 0,14 0 76,-14 0 1,0 0-77,11 0 0,3 0 0,0 0 0,-10 0 0,1 0 0,-8 0 0,0 0 0,10 0 0,-1 0 0,-9 0 0,-1 0 0,0 0 0,1 0 0,-1-1 0,1 0 0,0 0 0,-1-2 0,0 1 0,-1-2 0,1 0 0,-1-1 359,-2 1 1,2-2-360,17-7 0,2-2 0,-9 2 0,1 0-247,7-4 1,-1 1 246,-12 3 0,-2 0 0,11-5-622,0-1 622,-1-1 0,0 0 0,-1 0 0,1 0 0,-1-1 633,1 0-633,-10 5 0,0 0 0,3-2 0,1 0 0,7-6 0,1-1-667,-9 5 0,-1 1 667,-2-1 0,-2 2 0,9-8 515,-1 1-515,-1 0 0,-2 0 0,-1 1 616,-2 0-616,0 0 0,-1-1 0,-1-1 0,0-2 0,-7 7 0,0 0 0,9-12-272,-10 12 0,1-1 272,6-8 0,0 0 723,0 1-723,0 0 0,0 1 0,0 1 0,0 1 0,0 0 0,0 2 753,0 0-753,-1-1 0,-1 0 0,1-2 0,0-1 353,0-1-353,3-7 0,2-3 0,-7 8 0,0 0 5,-2 3 1,1-1 0,-2 1-6,0-1 0,-3 3 0,8-12 0,-3 1 0,0 0 0,-8 13 0,0 1-268,6-15 1,0 2 267,1-5 0,-8 13 0,2-2 0,2-11 0,1 0 0,-3 7 0,0 0 0,1-5 0,-1 3 0,-1-3-646,0 2 646,-1 1 0,0 0 0,-1 1 0,-3 9 0,0 0 0,3-14 0,-4 13 0,-1 0 0,3-12 0,-2 10 0,-1-1 0,3-15-537,-2 15 0,-1 0 537,2-12 0,-3 13 0,1-1 0,2-15 0,-3 16 0,-1 1 0,1-9 0,-1 5 0,0-1 0,1-7 0,-2 9 0,0 2 470,-1 0-470,0 1 0,1-6 0,-1-1 0,1-2 0,0-4 0,1 2 0,1 11 0,1-8 0,0 12 0,2-11 0,-1 9 0,3-16 0,-5 19 0,0-3 0,0-1 0,-2 3 0,3-18 0,-4 25 1097,-1-8-1097,1 7 980,0-12-980,0 13 0,-1-4 1599,0 7-1599,-1-6 0,0 5 0,0-11 0,0 11 0,-1-4 656,0 2-656,0 4 235,0-3-235,1 5 0,0-3 0,0 3 0,0-8 0,1 8 0,0-4 0,0 6 0,1-3 0,0-2 0,1 3 0,-2 0 0,0 7 0,-1 0 0,0 2 0,0-1 0,-1 3 0,1-2 0,-1 1 0,-1-1 0,1 1 0,-2-1 0,2 0 0,0-2 0,-1 0 0,-2-3 0,0 3 0,-2-2 0,1 3 0,-2 1 0,1 0 0,0 1 0</inkml:trace>
  <inkml:trace contextRef="#ctx0" brushRef="#br0" timeOffset="293662">22521 11591 5734,'13'-6'0,"2"-2"0,2-6 0,9-10 0,8-8 0,-1 0 0,-9 8 0,-1 0 0,1-1-820,4-2 1,1-3 0,1 0 0,-3 3 24,-2 2 1,-3 1-1,-1 2 795,3-3 0,-1 1-37,0 0 1,0 1 36,0-1 0,-1 1 0,0 1 0,-1 0 0,0 0 0,0 1 0,-1 0 0,-1 1 0,0 0 0,0 1 0,-2 1 0,1-1 0,9-10 0,0-1 0,-8 8 0,0 0 674,3-3 1,-1 0-675,-1-1 0,-11 12 1558,-2 3-1558,-4-4 1667,-4 7-1667,-5-1 19,-7 11-19,-2 3 0,-5 3 0,0 1 0</inkml:trace>
  <inkml:trace contextRef="#ctx0" brushRef="#br0" timeOffset="294026">22565 11271 5734,'6'26'0,"-3"12"0,-2-10-1797,-2 11 1797,-1-6 0,0 1 0,1 8 0,0-5 0,1-12 0,0 1 0,1 13 0,1 5 0,2-10 0,6-10 0,6 2-106,10-14 106,-3-8 0,10-6 0,-6-10 0,12-15 0,-9 1 0,-10 7 0,0 0 0</inkml:trace>
  <inkml:trace contextRef="#ctx0" brushRef="#br0" timeOffset="294619">23511 10784 5734,'2'21'0,"1"10"0,1-7 0,1 9 0,4 5-1875,-5-9 1875,3 9 0,-3-13 583,8 12-583,-1-12 0,5 3 307,2-17-307,-6-11 0,5-4 0,-6-6 0,6-11 0,-6 2 562,2-9-562,-6 5 0,-2 0 0,-2-2 0,-1 1 0,-2-10 0,-2 11 0,-1-6-67,1 13 67,-1 2 0,1 3 0,0-1 0,-1 5 0,1 0 420,0 5-420,-6 10 0,3-2 0,-3 7 0</inkml:trace>
  <inkml:trace contextRef="#ctx0" brushRef="#br0" timeOffset="295042">23729 10903 5734,'7'22'0,"1"7"0,-3-10 0,0 6 0,-1-8 0,-1-2 0,-1 1 0,0-3 0,0-2 0,0 1 0,-1-5 0,1 1 0,-1-6 0,0-3 0,0-3 0,-1-3 0,1-7 0,0-6 0,4-20 0,-2 11-542,3-7 542,-3 16 0,1 1-268,1-6 268,-1 8-14,2-9 14,-4 14 0,2 0 0,-2 8 526,2 5-526,0 3 282,1 5-282,-1 10 0,-1-2 0,1 7 0,0-6 0,2 8 0,-1-6 0,1 5 0,-2-10 0,-1-1 16,1-2-16,0-1 0,1 0 0,-1-4 0,3 0 0,-2-7 0,-1-1 0,0-3 0,1-7 0,-1 1 0,2-6 0,-3 2 0,1 0 0</inkml:trace>
  <inkml:trace contextRef="#ctx0" brushRef="#br0" timeOffset="295174">23942 10873 5734,'3'9'0,"-1"1"0,1 2 0,0 2 0,0 1 0,1 1 0,1 9 0,-1-5 0,2 4 0,-2 6 0,-3-7 0,0 4 0,-4-12 0,1-8 0</inkml:trace>
  <inkml:trace contextRef="#ctx0" brushRef="#br0" timeOffset="295563">24002 10529 5734,'5'23'0,"1"2"0,1 3 0,-1-5 0,1 1-2371,3 14 2371,-3-12 0,-1-1 0,3 12 0,-4-13 0,1 1 0,2 13 0,1 8-256,-3-17 256,0-4 586,-1-2-586,0 2 0,-2-4 0,-5-3 0,-2-10 0,-3-6 0</inkml:trace>
  <inkml:trace contextRef="#ctx0" brushRef="#br0" timeOffset="296480">23942 10714 5734,'-4'1'0,"2"0"0,6 1 0,1-2 0,13 0 0,-3-1 0,8-1 0,-4-1 0,12-2 0,-7 0 0,16-1 0,-18 0 0,7 1 0</inkml:trace>
  <inkml:trace contextRef="#ctx0" brushRef="#br0" timeOffset="296963">23760 11269 5734,'-28'39'0,"14"-16"0,0-1 0,1 0-701,5-1 701,1 0 0,3 1 0,2-2 0,2 1 228,6 5-228,0-6 0,5 3 0,-1-9 0,2-3 116,2-1-116,8-1 0,-4-6 0,12-4 0,-13-5 0,5-4 0,-10-2 0,0 0 0,-3-4 0,0 1 0</inkml:trace>
  <inkml:trace contextRef="#ctx0" brushRef="#br0" timeOffset="297147">23872 11377 5734,'2'26'0,"0"0"0,0-5 0,1 11 0,1-8 0,0 0 0,0 0 0,3 7-1060,2 5 1060,-4-13 0,-1-11 340,-2-1-340,-1-4 175,-1 0-175,-1-4 0,-2-1 0,-1-2 0</inkml:trace>
  <inkml:trace contextRef="#ctx0" brushRef="#br0" timeOffset="297586">23847 11227 5734,'-3'-6'0,"0"0"0,6-4 0,0 6 0,8-6 0,-5 9 0,3-1 0,-4 3 0,-1 1 0,1 0 0</inkml:trace>
  <inkml:trace contextRef="#ctx0" brushRef="#br0" timeOffset="298011">24012 11441 5734,'1'13'0,"-1"-1"0,0 1 0,0 5 0,0-4 0,0 5 0,0-8 0,0 3 0,0-4 0,0 2 0,0-6 0,-1-1 0,1-1 0,0-3 0,0-5 0,-1-2 0,0-10 0,0 2 0,0-6 0,2 4 0,1-9 0,0 6 0,3-7 0,-2 8 0,2 0 0,11-24 0,-5 18 0,7-12 0,-5 23 0,-5 8 0,3-1 0,-2 5 0,-2 1 0,2 1 0</inkml:trace>
  <inkml:trace contextRef="#ctx0" brushRef="#br0" timeOffset="298288">24202 11331 5734,'-23'42'0,"9"-15"0,3 9 0,12-3 0,0-13 0,3 10 0,5-12 0,-1-5 0,5 1 0,14-10 0,-11-4 0,12-4 0,-16-5 0,0-2 0,-2-2 0,1-2 0</inkml:trace>
  <inkml:trace contextRef="#ctx0" brushRef="#br0" timeOffset="298706">24305 11121 5734,'-4'27'0,"1"-9"0,2 9 0,2-10 0,0 11 0,2-4-1069,1 8 1069,-1-8 0,3 12 0,0-8 0,3 4 0,1 1 0,1-4 0,-1-4 0,0-2 0,1-8 0,0-3 343,0-2-343,0-2 176,0-2-176,6-1 0,-4-3 0,4-1 550,-5-3-550,5-7 0,-4 0 0,4-5 0,-6 3 0,3-9 0,-4 4 0,4-13 0,-8 12 0,0-6 0,-4 6 0,-1-5 0,-2 7 0,-3-8 0,0 13 0,-2-2 0,0 8 0,-5 4 0,2 4 0,-4 4 0,3 4 0,-4 9 0,0 14 0,5 2-689,5 0 689,8-13 0,3-10 0,4 1 0,-1-6 0,1 0 0,-2-9 0,0-3 0,0-3 0</inkml:trace>
  <inkml:trace contextRef="#ctx0" brushRef="#br0" timeOffset="328711">16100 17505 5734,'1'6'0,"0"1"0,-1 1 0,2 4 0,6 24 0,-2-10 0,0 2 0,0-2 0,1 2-464,3 11 0,0-3 464,0 3 0,-1-6 0,1 0 0,2 5-568,-5-13 1,1-1 567,2 7 0,1-3-115,1 6 115,-3-12 0,0 11 0,-7-17 0,-1 2 0,-5-12 0,-1-3 0</inkml:trace>
  <inkml:trace contextRef="#ctx0" brushRef="#br0" timeOffset="329437">16034 17546 5734,'-3'-5'0,"1"0"0,3-2 0,3-7 0,2 2 0,5-7 0,1 3 0,4-1 0,3 0 0,1-1 0,3 1 0,11-5-907,-8 6 907,8-2 0,-3 8 0,-3 6 0,2 5 0,-12 8 0,-8 6 0,-13 15 0,-4-4-839,-7 12 839,-1-9 0,-2 2 0,-1-2 0,0-1 0,1-2 825,-6 6-825,-1-1 0,4-6 0,4-6 0,13-14 0,3-4 0,6-2 921,3-4-921,4-1 0,4-1 0,3 1 0,2 1 0,3 0 0,1 3 0,13 2 0,-9 2 0,9 2 0,-5 3 0,-10 0 0,2 3 0,-12-2 0,-4 3 0,-5 1 0,-5 4 0,-4 2 0,-4 2 0,-6 4 0,-2 2 0,0-4 0,1 1-364,-5 5 1,1-1 363,3-6 0,1-3 0,-10 13 0,8-11 0,-4 2 0,11-13 0,2-3 0,3-6 0,3-7 0,4-4 0</inkml:trace>
  <inkml:trace contextRef="#ctx0" brushRef="#br0" timeOffset="329736">16640 17360 5734,'-1'10'0,"0"-2"0,5 17 0,0 10 0,0-4 0,1 12 0,-2-16 0,-1-1-1750,2 15 1750,-2-13 0,0-1 0,1 11-141,0-11 0,0-1 141,1 13 0,-1-14 0,0-2 0,1 6 0,0-4 0,3-1 0,-2-9 1238,1-1-1238,-3-10 794,0-2-794,-2-4 0,-1-3 0,-1-3 0,0-3 0</inkml:trace>
  <inkml:trace contextRef="#ctx0" brushRef="#br0" timeOffset="330034">16855 17367 5734,'-5'27'0,"1"0"0,4-4 0,1 3 0,2 3 0,0 3 0,0-7 0,0 1-1054,2 13 1054,-2-12 0,1 0 0,-1 0 0,1-2 0,1 14-502,-1-14 1,-1-1 501,2 6 0,-1-2 108,0-3-108,-2-4 0,0-3 0,-1-4 462,0-4-462,-2 0 1056,-2-7-1056,-2-2 107,-1-8 1,-1-6 0,0-3 0</inkml:trace>
  <inkml:trace contextRef="#ctx0" brushRef="#br0" timeOffset="330543">16763 17464 5734,'8'-7'0,"1"1"0,6-2 0,-1 2 0,4-1 0,3 0 0,-5 2 0,5-1 0,-7 3 0,0 2 0,-1 1 0,-1 2 0,3 4 0,-5 2 0,3 4 0,-7 0 0,-1 1 0,-1 2 0,-9 14 0,-1 2 0,-2 2-262,-1 0 0,-1 0 262,-1-8-139,-4 8 139,5-11 0,-2 4 0,7-13 0,1-2 0,3 0 0,7-4 0,7-4 516,3-4-516,3-3 0,-3 1 0,1 0 147,2 0-147,5 1 0,-5 0 0,2 1 0,-9 1 0,-3 3 0,-1 2 0,-5 3 0,-6 4 0,-5 3 0,-6 5 0,-4 4-1077,-2 3 1077,-3 2 0,0 2 0,-1 0 0,1 0 0,8-11 0,0 1 0,-6 7 0,-3 5 0,7-13 0,8-9 0,-1-3 0,10-16 0,4-5 0,4-9 0</inkml:trace>
  <inkml:trace contextRef="#ctx0" brushRef="#br0" timeOffset="330821">17224 17451 5734,'8'15'0,"2"16"0,-3-1-2304,3 15 2304,-3-8 0,2 3 0,3 0 0,2-2 0,1-3 0,3-5-99,0-5 99,1-7 330,1-6-330,0-9 0,-1-7 0,0-33 0,-4-10 0,-9 23 0,-1-1-620,3-10 1,-1-5 0,-4 5 619,-7 7 0,-3 2 0,-7-14 0,-1 0 0,3 10 0,-2 0 0,-4-8 0,-1 1 0,4 14 0,0 2-143,-6-5 1,0 2 142,-11-7 228,13 13 1,-2 2-229,-18-5 0,15 9 0,-8-3 0,19 10 0</inkml:trace>
  <inkml:trace contextRef="#ctx0" brushRef="#br0" timeOffset="331471">17527 16698 5734,'-38'-10'0,"-1"1"0,0 0 0,1 0 0,-3 0 0,0 2-820,1 0 1,-5 0 0,0 1 0,7 3-373,2 3 0,3 3 1192,0 0 0,-3 2 0,3 0 70,-6 1 1,-2 2-71,-4 2 0,-3 2 0,3 0-107,3 2 0,2 1 107,4-2 0,-1 1 0,3 1 0,-4 3 0,2 2 0,1 0 0,0 2 0,1 1 0,0 2 0,4 1 0,-1 3 0,3-1 0,-5 7 0,1 2 0,5-5 0,0 3 0,3-1 0,-1 7 0,4 2 0,6-10 0,1 2 0,0 2 0,2-3 0,-1 4 0,2-1 0,0 2 0,1-1 0,0 2 0,1 0 0,2-2 0,1 1 0,2-2 0,2 2 0,2 0 0,2 4 0,2-1 0,-1-2 0,2 2 0,1-2 0,2 2 0,-1-4 0,2 1 0,1 1 0,3-2 0,4-1 0,2-2 0,2-1 0,0-2 0,1 3 0,2-3 0,1 1 0,-1-2 0,2 0 0,2 0 0,1-2 0,4-3 0,2-1 0,1-2 0,-1-1 0,3 1 0,0-2 0,2-1 0,-1-1 0,2 0 0,1-1 0,-3-3 0,4-2 0,-3-3 0,2-2 0,1-1 0,0-1 0,1-2 0,-1 0 0,1-3 0,2-1 0,0-4 0,3-2 0,0-1 0,-2 0 0,-10 0 0,-2 0 0,0-1 0,2-1 0,7-2 0,3-1 0,-1-3 0,-2-2 0,-2-3 0,-1-4 0,-2-1 0,-2 0 0,2-1 0,-3-1 0,0-2 0,-2 3 0,0-2 0,-1-2 0,-3-6 0,-9 1 0,-2-4 0,-2-3 0,-1-1 0,-2 1 0,-2 2 0,0-7 0,-4 1 0,-1 1 0,0-3 0,1 6 0,2-1 0,-1-2 0,-1 0 0,-3 2 0,-4 2 0,-6-9 0,-5 1 0,-3 4 0,1 4 0,1 6 0,1 5 0,-3-2 0,-2-1 0,-2-4 0,-1 2 0,1 5 0,-4-3 0,0 4 0,-7-6 0,0 4 0,8 13 0,0 4 0,-20-12 0,3 7 0,0 1 0</inkml:trace>
  <inkml:trace contextRef="#ctx0" brushRef="#br0" timeOffset="332802">17268 17454 5734,'-17'-21'0,"4"4"0,-4-5 0,9 7 0,2 7 0,1 0 0,0 0 0,0-2 0,1 2 0,0-2 0,2 2 0,1-11 0,0 7 0,2-8 0,0 9 0,0 2 0,1 1 0,5-4 0,-2 4 0,6-3 0,-4 4 0,3 1 0,1 0 0,1 0 0,-1-1 0,7-3 0,-5 3 0,4-3 0,-6 3 0,2-2 0,-4 2 0,1-1 0,-5 5 0,1-1 0,-2 2 0,1-1 0,-1 1 0,1-1 0,-3 2 0,3-2 0,-4 2 0,4-1 0,-4 1 0,1-1 0,-1 2 0,1-1 0,-6 1 0,1 0 0,-3 1 0,1 0 0,2 1 0,-4 0 0,2 1 0,-2 0 0,1 0 0,-1 1 0,1 1 0,0 0 0,-3 3 0,2-1 0,-4 5 0,6-4 0,-1 3 0,2-2 0,0 0 0,0 1 0,1 2 0,-1 1 0,-1 12 0,2-5 0,0 10 0,3-7 0,-1 2 0,3 13 0,1 3 0,0 1-830,1-1 0,0 0 830,2-10 0,0 0-685,2 1 685,0-2 0,1 0 0,0-3 0,0 0 0,0-2 0,9 12 0,-5-16 0,11 11 0,-11-22 0,3-1 0,-5-7 1527,1-3-1527,0-4 0,5-10 0,-4 0 0,3-10 0,-6 3 0,0-4 0,-1-5-310,-1-3 310,-1-5 0,-2-4 0,-1-5 0,-5 11 0,0-2 0,0 8 0,-1 1-920,-1-11 0,-1 2 920,0 11 0,-1 2 0,0 0 0,-1 1-164,0 2 1,0-1 163,-4-5 0,-1 0 0,-5-11-401,5 16 0,0 2 401,-4-3 761,-8 0-761,-4 17 0,-3 3 0,-4-2 424,4 8 0,2 5-424,7 6 0,-2 1 0,-1-1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6-29T02:12:30.6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3624 9765 24575,'17'0'0,"-4"0"0,-13 0 0,0 0 0,14 0 0,-11 0 0,10-14 0,-13 11 0,14-10 0,-11 13 0,10 0 0,0 0 0,-9 0 0,9 0 0,-13 0 0,13 0 0,-9 0 0,9 0 0,-13 0 0,13 0 0,-9 0 0,9 0 0,-13 0 0,13 0 0,-9 0 0,9 0 0,0 0 0,-9 0 0,9 13 0,-13-10 0,13 11 0,-9-14 0,22 0 0,-22 0 0,9 0 0,0 0 0,-10 0 0,24 13 0,-24-10 0,24 11 0,-10-14 0,-1 0 0,11 0 0,-10 0 0,13 0 0,-1 13 0,1-10 0,0 11 0,0-14 0,0 0-520,14 0 520,-11 0-1209,23 0 1209,-9 0 0,0 0 0,9 0 0,-9 0-2051,13 0 2051,13-14 0,-10 11 0,10-10 0,-13 13 0,13 0 0,-9 0 0,9 0-2131,0-14 2131,-10 11 0,-19-4 0,-1 1 0,20 6 0,10 0 0,1 0 0,-11 0 0,10 0-1166,-13 0 1166,0 0 0,0 0 0,0 0-170,-14 0 170,11 0 1058,-24-14-1058,10 11 2091,-13-10-2091,-13 13 1889,-4 0-1889,-13 0 356,0 0 1,-13 0 0,-4 0 0</inkml:trace>
  <inkml:trace contextRef="#ctx0" brushRef="#br0" timeOffset="1811">1168 10783 24575,'17'0'0,"-4"0"0,0 0 0,-9 0 0,9 0 0,-13 0 0,13 0 0,-9 0 0,9 0 0,0-13 0,-9 9 0,9-9 0,-13 13 0,13 0 0,-9 0 0,22 0 0,-22 0 0,9 0 0,0 0 0,-9 0 0,9 0 0,0 0 0,-10 0 0,11 0 0,-14 0 0,13 0 0,-10 0 0,11 13 0,-1-9 0,-10 9 0,11-13 0,-1 0 0,-10 0 0,11 0 0,-14 0 0,13 0 0,-10 0 0,11 0 0,-14 0 0,13 0 0,-10 0 0,11 0 0,-14 0 0,13 0 0,-10 0 0,11 0 0,-14 0 0,13 0 0,-10 0 0,10 0 0,-13 0 0,14 13 0,-11-9 0,10 9 0,1-13 0,-11 0 0,10 0 0,1 0 0,-11 0 0,10 0 0,1 0 0,-11 0 0,10-13 0,1 9 0,-11-9 0,24 13 0,-24 0 0,10 0 0,0 0 0,-9 0 0,22 0 0,-22 0 0,9 0 0,0 0 0,-9 0 0,22 0 0,-22 0 0,22 0 0,-22 0 0,22 0 0,-22 0 0,22 0 0,-22 0 0,22 0 0,-23-13 0,24 9 0,-24-9 0,24 13 0,-24 0 0,24 0 0,-10 0 0,13 0 0,0 0 0,-14 0 0,11 0 0,-11-13 0,14 9 0,0-9 0,0 13 0,0 0 0,0-13 0,0 9 0,0-9 0,0 13 0,0-13 0,0 10 0,0-11 0,0 14 0,-13 0 0,9 0 0,-9-13 0,13 10 0,0-11 0,0 14 0,0 0 0,0 0 0,0 0 0,-1 0 0,1 0 0,0 0 0,0 0 0,0-13 0,0 10-488,14-11 488,-11 14 0,10 0 0,-13 0 0,0 0-57,0 0 57,0-13 0,-14 10 0,11-11 0,-10 14 0,13 0 0,0 0 0,0 0 0,0 0 487,-14 0-487,11-13 58,-11 10-58,14-11 0,0 14 0,-13 0 0,23-13 0,-20 10 0,23-11 0,-13 14 0,0 0 0,0-13 0,0 10 0,0-11 0,0 14 0,0-13 0,0 10-647,13-10 647,-10-1 0,24 11 0,-24-10 0,24-1 0,-24 11 0,24-10 0,-24-1 0,10 11 0,0-10 0,-9-1 0,9 11 0,-13-10-29,0 13 29,0 0 0,0 0 0,0-14-535,13 11 535,-10-10 0,11 13 0,-14 0 0,0 0-9,-1 0 9,1 0 629,0 0-629,0 0 0,0 0 0,0 0 28,0 0-28,0 0 0,0 13 0,0-10 0,0 11 0,0-14 0,0 0 31,13 0-31,-10 0 0,11 0 0,-14 13 0,0-10 9,0 11-9,0-14 0,-1 0-516,15 0 516,-11 0 0,10 0 0,-13 0 0,0 0 0,13 0 0,-9 0 0,9 0 0,-13 0 0,0 0-9,0 0 9,0 0 509,0 0-509,0 0 0,0 0 0,0 0 0,-14 0 0,11 0 529,-24 0-529,24 0 10,-24 0-10,24 0 0,-24 0 0,10 0 0,1 0 0,-11 0 0,10-14 0,-13 11 0,0-10 0,0 13 0,14 0 0,-11 0 0,10 13 0,-13-10 0,0 11 0,0-14 0,0 0 0,-13 0 0,10 0 0,-24 0 0,10 0 0,-13 13 0,-13-10 0,-3 11 0</inkml:trace>
  <inkml:trace contextRef="#ctx0" brushRef="#br0" timeOffset="12095">4822 11053 24575,'-59'0'0,"-1"0"0,0 0-4616,-14 0 4616,11-14 0,-10 11 0,0-10 0,10 13 0,19 0 0,1 0 0,-20 0 0,20 0 0,-1 0 0,-19 0 0,20-7 0,0 0 0,-21 4 0,21-5 0,0 3 0,-20 18 0,-11-10 0,14 11 0,-13-14 0,10 0 0,-10 13 0,13-10 0,0 11-828,0-1 828,0-10 0,0 11-14,14-1 14,-11-10 0,24 11 0,-24-1-590,24-10 590,-10 10 0,13-13 0,-14 14 0,11-11 0,-10 10 1741,13-13-1741,0 0 0,0 14 0,0-11 0,0 10 0,0-13 0,0 0 1773,0 0-1773,14 0 1460,-11 14-1460,10-11 794,-13 10-794,14-13 280,-11 0-280,24 0 0,-24 0 0,24 0 0,-24 0 0,24 0 0,-10 0 0,-1 0 0,11 0 0,-10 0 0,-1 0 0,11 0 0,-10 14 0,13-11 0,0 10 0,0-13 0,0 0 0,-14 0 0,11 0 0,-10 0 0,13 0 0,0 0 0,0 14 0,0-11 0,0 10 0,-14-13 0,11 14 0,-10-11 0,13 10 0,0 0 0,0-9 0,0 22 0,-14-22 0,11 22 0,-10-9 0,13 13 0,0 0 0,0 0 0,-14 0 0,11 0 0,-10 0 0,13 13 0,0 4 0,0 13-1972,0-1 1972,0 1 0,0 0 0,0 0 0,0 13 0,0-9 0,0 9 0,0-13 0,0 0 0,0 0 0,13-1 0,-10 1 0,11 0-1319,-14 0 1319,0-13 0,13 9 0,-10-22 0,11 22 0,-14-23 0,0 11 0,0-14 0,0 0 0,13 0 0,-10 0 0,11-1 0,-14 1 0,0 0 0,0-13 0,0 10 1831,0-11-1831,0 1 1460,13 10-1460,-10-24 0,11 10 0,-14 1 0,0-11 0,0 10 0,0-13 0,0 0 0,0 13 0,0-9 0,0 9 0,0-13 0,0 0 0,0 13 0,0-9 0,0 9 0,13-13 0,-10 13 0,11-9 0,-14 9 0,0-13 0,0 0 0,0 13 0,0-9 0,0 9 0,13-13 0,-10 0 0,11 0 0,-14 0 0,0 0 0,13 0 0,-10 0 0,24 0 0,-24 13 0,24-9 0,-24 9 0,24-13 0,-11 0 0,14 0 0,0 0 0,0 0 0,0 0 0,13 0-1009,-9 0 1009,22 0 0,-9-13-1695,13 9 1695,0-9 0,0 13 0,0-13 0,-1 9-2147,15-9 2147,-11 0-1208,-20 11 0,0 0 1208,34-11 0,-33 13 0,2 0 0,-1-6 0,0-1 0,-1 5 0,2 0 0,5-4 0,1-1-937,-6 6 1,1 2 936,11-1 0,0 0 0,-11 0 0,0 0 0,11 1 0,0-2 0,-11-5 0,-1-1 0,12 5 0,1 0 0,-12-5 0,-1 1 0,5 12 0,1 1 0,0-5 0,-1 0 0,-4 5 0,-1-1 0,6-5 0,0-2-421,-7 1 1,-1 0 420,1 0 0,0 0 0,0 0 0,0 0 0,1 0 0,-2 0 0,33 0 0,-34 0 0,0 0 0,20 0-65,-19-1 0,-1 2 65,20 12 544,10-9-544,-13 9 0,0-13 0,0 0 0,0 0 1807,-13 0-1807,-4 0 0,0 0 1936,-10 0-1936,11 0 0,-14 0 0,0 0 2223,-14 0-2223,11 0 2092,-11 0-2092,1 0 974,10 0-974,-24 0 535,24 0-535,-24 0 0,10 0 0,-13 0 0,0 0 0,0-13 0,0 9 0,0-9 0,0 13 0,0 0 0,-13 0 0,10 0 0,-11 0 0,14 0 0,0 0 0,0-13 0,0 9 0,0-9 0,0 0 0,0 10 0,0-24 0,-13 10 0,10-13 0,-11 14 0,14-24 0,0 20 0,0-24-1227,0 1 1227,0-3 0,0-14-2233,14 0 2233,-11-13-2734,10-4 2734,-12 34 0,-2-4 0,8-17 0,0-2 0,-6 17 0,1-1 0,11-22 0,1 0 0,-12 25 0,-1 1 0,5 1 0,1 0 0,1 2 0,-2 0-1669,-3-34 1669,10 1 0,-13 3 0,14 13 0,-11 13 130,10-10-130,-13 24 0,0-10 1504,0 13-1504,0 0 2728,0 13-2728,-13-9 2246,10 9-2246,-11 0 1017,14 4-1017,0 0 238,0 10-238,0-11 0,0 14 0,0 0 0,0-13 0,0 10 0,0-11 0,0 14 0,0 0 0,-13 0 0,10 14 0,-11-11 0,14 10 0,0-13 0,0 0 0,-13 0 0,10 0 0,-24 0 0,10 0 0,-13 0 0,0 0 0,-13 0-1446,10 0 1446,-37 0 0,20 0-1341,8 0 0,-2 0 1341,-33 0 0,33 0 0,-2 0 0,2 0 0,-2 0-1568,-5-1 1,-1 2 1567,-1 6 0,0 0 0,0-6 0,-1 1 0,-4 5 0,0-1 0,4-5 0,1-2-1421,-6 0 1,-2 2 1420,1 6 0,1-1 0,-1-4 0,0 0 0,-1 5 0,2-1 0,5-5 0,1-2-534,1 1 1,1 0 533,5 0 0,2 0 0,-32 0 0,3 0 627,13 0-627,13 0 0,4-13 0,13-4 0</inkml:trace>
  <inkml:trace contextRef="#ctx0" brushRef="#br0" timeOffset="16968">7039 11202 24575,'-70'32'0,"0"0"0,3 3 0,4-1 0,17-10 0,2-1-1753,-1 6 0,1 2 1753,5-1 0,1 0-1542,-6-1 1,2 2 1541,10 5 0,0 1-954,-11 0 0,0 3 954,10 10 0,3 3 0,-1-7 0,2 1 0,-2 10 0,5 2 0,8-6 0,3 1-1465,-1 12 0,2 1 1465,-2-5 0,5-1 0,15 5 0,2 1 0,-12 0 0,2-1 0,15-4 0,5 0 0,-2 4 0,2 1 0,5-6 0,4-3 0,4-3 0,2-3 0,4 1 0,4-3 0,4-4 0,3-2 0,0 2 0,2-2 0,8-5 0,4-2 0,-1 2 0,2-4-971,-1-10 1,3-4 970,16 3 0,2-5 0,-12-8 0,2-5 0,9-4 0,3-4-581,-1-4 1,-1-5 580,-5-2 0,1-3-290,-19 3 1,1-2 0,0-1 289,-3-2 0,0-2 0,-1-2-195,0-2 1,0-1 0,1-2 194,3-2 0,1 0 0,-3-3-98,-5-1 1,-1-2 0,-1 0 97,5 0 0,0 1 0,-1-4 197,-3-4 1,-1-4 0,-2 1-198,-5 5 0,-2-1 0,-2-1 0,2-6 0,-2-2 0,-2 2 154,10-13 1,-4-2-155,-3-9 0,-4-2 0,-3 12 0,-6 1 362,-9-5 0,-6-1-362,-3 6 0,-5 2 564,-3 6 0,-2-1-564,2-4 0,-2 0 0,-4 11 0,-3 1 271,2-7 1,-4 3-272,-11 11 0,-2 1 0,8-6 0,-3 2 0,-39-22 1713,24 4-1713,-10 4 1951,13 23-1951,0-11 0,0 14 0,0 0 0</inkml:trace>
  <inkml:trace contextRef="#ctx0" brushRef="#br0" timeOffset="17963">21866 10963 22635,'-82'-7'0,"0"0"0,6 6 0,-1-1-4702,-4-4 0,-1-1 4702,0-1 0,1 2 0,5 11 0,-1 0 0,-4-10 0,-1 0 0,0 11 0,1 2 0,4-1 0,1-1-710,1-5 1,0 1 709,1 11 0,2 1 0,3-6 0,1 1 0,0 5 0,0 2-142,1-2 1,1 2 141,5-2 0,2 2 0,-2 5 0,2 1-687,5-6 0,2 1 687,-1 11 0,2 1 585,6-13 1,1 1-586,-2 10 0,2 3 626,5-8 0,1 2-626,0 4 0,3 4 0,11 4 0,1 1 0,-33 26 0,45-20 0,2 1 0,-12-6 0,2 1 0,15 5 0,5 1 0,-8 0 0,0 0 0,6 6 0,2 1 314,-2 2 0,2-1-314,5 0 0,2 0 0,-2 6 0,4-1-20,11-4 1,1-2 19,-6 1 0,2 1 0,8 5 0,4-2 0,0-9 0,0-2 0,0 6 0,3-1 0,10-6 0,1 0-365,-6 0 0,0-1 365,12 3 0,4-4 0,-2-3 0,2-3 0,5 1 0,2-3 0,5-3 0,1-4 0,1-4 0,1-1-741,4 7 1,3-4 740,5-15 0,1-2-401,-27 4 1,0 3 0,2-5 400,6-7 0,2-4 0,0-1-294,0 2 1,0 0 0,1-3 293,4-1 0,0-3 0,0-1-175,0-2 0,-1-1 0,2-1 175,2-3 0,2 0 0,-1-1-53,2 0 0,-1 0 0,1-2 53,4-6 0,0-3 0,-1 2 0,-3 3 0,-1 1 0,1-2 0,3-6 0,1-2 0,-3 1 145,-9 4 0,-2 0 0,0-2-145,3-1 0,1-1 0,-3-3 0,-9-2 0,-3-1 0,-2 0 0,-2 4 0,0 1 0,-3-2 0,20-18 0,-3-3 182,-3 2 0,-4-1-182,-10 6 0,-3-1 344,1-11 1,-5-1-345,-9 13 0,-4-1 0,-4-11 0,-2 0 227,2 11 1,-4 0-228,-10-11 0,-4 0 0,2 11 0,-2 1 0,-4-13 0,-4 1 1088,-4 11 0,-2 1-1088,1-6 0,-2 1 0,-21-26 637,8 33 0,0 2-637,-11-21 0,6 18 0,-2 3 0,-18-8 702,17 14 0,0 2-702,-17 1 1286,-9-10-1286,9 13 0,1 0 347,-11 13-347,24-10 0,-24 24 0,11-10 0,-1 13 0,4 0 0</inkml:trace>
  <inkml:trace contextRef="#ctx0" brushRef="#br0" timeOffset="20430">15036 1647 24575,'0'-16'0,"0"2"0,0 14 0,0 0 0,0 14 0,14-11 0,-11 10 0,24 1 0,-24-11 0,24 24 0,-24-24 0,23 24 0,-9-11 0,0 1 0,9 10 0,-22-11 0,22 1 0,-22 9 0,9-22 0,0 22 0,-9-22 0,22 22 0,-22-22 0,9 9 0,-13-13 0,13 0 0,-9 13 0,9-9 0,-13 9 0,0-26 0,0 9 0,0-9 0,0 13 0,0 0 0,0-13 0,-13 9 0,9-9 0,-9 13 0</inkml:trace>
  <inkml:trace contextRef="#ctx0" brushRef="#br0" timeOffset="20705">15396 1588 24575,'-14'46'0,"11"11"0,-10-11-2492,13 1 2492,0 9 0,0-9 0,0 0 0,0 9 0,-14-23 0,11 24 0,-10-24 0,13 24-132,0-24 132,-13 10 622,9-13-622,-9-13 0,13 10 0,0-24 1239,0 10-1239,0 1 0,0-24 0,0 6 0</inkml:trace>
  <inkml:trace contextRef="#ctx0" brushRef="#br0" timeOffset="21040">15635 1707 24575,'-16'30'0,"2"0"0,14 0-1107,-13 13 1107,10-9 0,-11 9 0,14 0 0,0-9 0,0 9 0,0-13 0,0 0 0,0 13 0,0-10 362,14-3-362,-11-3 184,10-11-184,1 14 0,-11-13 0,10 10 561,1-24-561,-11 10 0,24-13 0,-24 0 0,24 0 0,-24 0 0,24 0 0,-24 0 0,10-13 0,-13-4 0,0 1 0,0 2 0</inkml:trace>
  <inkml:trace contextRef="#ctx0" brushRef="#br0" timeOffset="21210">15516 1647 24575,'16'0'0,"11"0"0,-11 0 0</inkml:trace>
  <inkml:trace contextRef="#ctx0" brushRef="#br0" timeOffset="21591">15905 1977 24575,'0'33'0,"0"7"0,0-23 0,0-1 0,0 11 0,0-24 0,0 24 0,13-24 0,-9 11 0,9-14 0,-13-14 0,0 11 0,0-10 0,0-1 0,13 11 0,-9-24 0,9 11 0,-13-14 0,13 0 0,-9 0 0,9 0 0,0 13 0,-10-9 0,11 9 0,-1-13 0,-10 13 0,11 4 0,-14 13 0,13 0 0,-10 0 0,11 0 0,-14 0 0,0 13 0,0 4 0,0 13 0,0 0 0,13 0 0,-10 0 0,11 0 0,-14 0 0,0 0 0,0 0 0,0 0 0,0 0 0,0 0 0,0-14 0,0 11 0,0-24 0,0 24 0,-14-24 0,11 10 0,-10-13 0,13 0 0</inkml:trace>
  <inkml:trace contextRef="#ctx0" brushRef="#br0" timeOffset="21955">16204 1707 24575,'34'0'0,"6"0"0,-37-13 0,24 10 0,-24-11 0,24 1 0,-24 10 0,10-11 0,1 14 0,-11 0 0,10 0 0,-13-13 0,0 10 0,0-11 0,0 28 0,0-11 0,0 24 0,0-24 0,14 24 0,-11-11 0,10 14 0,-13 0 0,0 0 0,0 13-1000,0-9 1000,0 22 0,0-22 0,13 22 0,-9-23 0,9 24 0,-13-24 0,0 11 0,0-1 0,0-10-341,-13 10 341,9-13 0,-9 0 0,13-13 0,0 10 0,-13-11 0,10 1 983,-11-4-983,1 0 358,10-9-358,-11 9 0,1-13 0,10-13 0,-24 9 0,24-9 0,-11 13 0</inkml:trace>
  <inkml:trace contextRef="#ctx0" brushRef="#br0" timeOffset="24739">16921 1942 5734,'-4'0'0,"17"2"0,-3 0 0,26 1 0,-20-2 0,13 0 0,-4 0 0,-5-1 0,7 1 0,-1 0 0,-7 0 0,6 0 0,7 1 0,-19 0 0,10 3 0,-23 0 0,-1 0 0</inkml:trace>
  <inkml:trace contextRef="#ctx0" brushRef="#br0" timeOffset="24999">16925 2156 5734,'6'-2'0,"1"1"0,5-1 0,0 0 0,12-2 0,16-2 0,-11 2-609,12-1 609,-23 2 0,1 1-309,6-1 309,-6 0 0,4 1 0,-5 0 0,-5 1 0,1 0 0,-8 2 590,-3 4-590,-1 1 0,-6 3 0,-1-1 0</inkml:trace>
  <inkml:trace contextRef="#ctx0" brushRef="#br0" timeOffset="26132">17704 1435 5734,'0'41'0,"1"-13"0,1 0 0,1 11 0,0-14 0,0 3 0,2 18 0,1 0-1639,-3-21 1,-1 0 1415,3 21 0,0-3 223,-3-11 1059,0-2-1059,2 14 0,-2-19 593,2 9-593,-5-20 0,1-6 0,-2 0 2071,1-8-2071,-1-3 0,-1-3 0,0-3 0,1-2 0,0-2 0,0-2 0,1-1 0,1-11 0,1 5 0,1-8 0,1-1 0,1 7 0,1-5 0,12-9 0,-6 15-217,7-8 217,-8 21 0,-2 6 0,-1 5 0,1 2 0,4 10 0,-4 0 0,3 18 0,-2 3 0,-1-3-27,-1 2 1,-1 0 26,-2 2-2309,-2-8 2309,0 7-371,-2-8 371,0-8 0,0 2 0,-3 4 0,1-11 49,-2 9 0,3-16 1,0-1-1</inkml:trace>
  <inkml:trace contextRef="#ctx0" brushRef="#br0" timeOffset="26451">18110 1750 5734,'-2'12'0,"-1"18"0,2-9 0,1 6 0,-1 1 0,1-2 0,1 5 0,1-1 0,0-3 0,3 13 0,1-13 0,-1-8 0,2 3 0,1-5 0,-2-5 0,3 1 0,20-10 0,-16-3 0,17-4 0,-23-3 0,0-2 0,0-2 0,1-1 0</inkml:trace>
  <inkml:trace contextRef="#ctx0" brushRef="#br0" timeOffset="26635">18107 1637 5734,'20'-3'0</inkml:trace>
  <inkml:trace contextRef="#ctx0" brushRef="#br0" timeOffset="27058">18393 1812 5734,'4'24'0,"-1"-8"0,3 22 0,-3-20 0,0 10 0,-1-9 0,-1-5 0,1 3 0,-1-5 0,0-3 0,-1 1 0,0-6 0,2-4 0,-1-4 0,0-2 0,1-2 0,-1-3 0,2-7 0,0 2 0,1-5 0,2-2 0,1-9 0,0 9 0,0-3 0,-1 14 0,-2 5 0,2-2 0,-2 6 0,3 1 0,-2 4 0,1 2 0,1 11 0,-3-1 0,2 9 0,-3-4 0,1 11 0,-2-6 0,-1 8 0,-2 0 0,0-7-460,-1 5 460,-1-9 0,-3-2-10,-1-1 0,1-3 1,0-1-1</inkml:trace>
  <inkml:trace contextRef="#ctx0" brushRef="#br0" timeOffset="27485">18662 1760 5734,'28'-8'0,"14"-3"0,-21 5 0,2-2 0,-1 0 0,-3 1 0,13-7 0,-16 4 0,-3 3 0,-3-1 0,-7 6 0,-2 4 0,-2 2 0,-1 4 0,-3 7 0,-3 16 0,1-4-655,0 10 655,5-14 0,-2 12 0,2-7 0,-1 9 0,2-11 0,-1 0 0,1-1 0,0-1 0,-1 0-284,0-2 284,-1 0 0,0-3 0,0-1 0,-1-3 0,-3 1 0,2-5 0,-3 1 635,1-5-635,0-3 304,-3-1-304,0-3 0,0-1 0,1-3 0,0-2 0</inkml:trace>
  <inkml:trace contextRef="#ctx0" brushRef="#br0" timeOffset="28337">19369 1886 5734,'-1'-6'0,"1"3"0,0-1 0,2 3 0,-1 0 0,1 1 0,1 2 0,0 0 0,-1 1 0,1 0 0,1 2 0,0 0 0,2 2 0,9 10 0,-3-5 0,7 9 0,2-1 0,-5-4-504,7 6 504,-6-6 0,12 7 0,-6-6 0,8 5 0,-2-2 0,-7-6 0,11 7 0,-15-10 0,2 1 0,-10-6 0,-3-1 0,-1-1 0,0-1 0,-1-1 0,0 0 504,-3 0-504,-3 0 0,-3 0 0,-2-2 0,0 0 0</inkml:trace>
  <inkml:trace contextRef="#ctx0" brushRef="#br0" timeOffset="28597">19467 2231 5734,'19'-28'0,"7"-8"0,-9 13 0,2-1 0,1-1 0,2-3 0,3-3 0,0 0-2311,-2 4 2311,-6 5 0,0 0 0,7-5-59,-7 6 59,4-2 402,-8 9-402,-2 3 0,-3 3 0,0 0 282,-3 1 0,-2 0 1,-1 0-1</inkml:trace>
  <inkml:trace contextRef="#ctx0" brushRef="#br0" timeOffset="28882">19652 1785 5734,'5'26'0,"0"-1"0,0 1 0,-1-3 0,1 7 0,0 4 0,0-1 0,1 1-748,-1 1 1,0-3 747,-2-11 0,0-2 226,1 4-226,-2-7 0,0 2 0,-3-4 0,-1-4 0,-3-1 0,-5-4 0,1-4 0,-3 0 0</inkml:trace>
  <inkml:trace contextRef="#ctx0" brushRef="#br0" timeOffset="29094">19415 1960 5734,'27'5'0,"17"3"0,-20-4 0,18 2 0,-15-3 0,-1 0 0,7 1 0,-3 0 0,-1 0 0,-5 1 0,6 2 0</inkml:trace>
  <inkml:trace contextRef="#ctx0" brushRef="#br0" timeOffset="29927">20295 1882 5734,'1'14'0,"5"8"0,9 12 0,0-4-1090,0-5 1090,-3-7 0,0-1 350,1 0-350,5 4 0,-3-4 179,3 3-179,-1-4 0,-4-6 0,9 6 0,-12-9 0,4 1 0,-8-5 561,-2 2-561,-3-1 0,-2 1 0,-3-2 0,-2-1 0</inkml:trace>
  <inkml:trace contextRef="#ctx0" brushRef="#br0" timeOffset="30093">20306 2060 5734,'16'-18'0,"0"0"0,14-15 0,-11 15 0,0 3 0,1 0 0,6-4 0,-6 5 0,0 1 0,10-3 0,-9 6 0,7-4 0</inkml:trace>
  <inkml:trace contextRef="#ctx0" brushRef="#br0" timeOffset="30377">20754 1792 5734,'-6'13'0,"-1"18"0,4-13-562,-1 14 562,4-14 0,1 1 0,2 18 0,-1-12 0,3 2 0,0 0 0,1-3 184,3 10-184,3-8 0,-4-12 0,5 7 93,-7-15-93,0-4 0,1-3 0,7-7 285,-6 2-285,6-4 0,-8 3 0,0-2 0</inkml:trace>
  <inkml:trace contextRef="#ctx0" brushRef="#br0" timeOffset="30907">21015 1906 5734,'3'22'0,"-1"-2"0,3 15 0,-3-20 0,2 16 0,-2-26 0,0-1 0,-1-3 0,2-1 0,2-7 0,0 0 0,2-4 0,-1 1 0,8-16 0,-5 9-301,5-12 301,-5 13 0,3-7 0,-2 6 0,2-4 0,-4 9 0,3 0 0,-4 5 0,3 1 0,-4 6 0,-1 3 301,-1 4-301,2 10 0,-3-1 0,2 8 0,-2 7 0,0-7-510,1 9 510,-2-10 0,2 8 0,0-8 0,0 4-160,1-6 160,-3-8 0,1 3 0,-3-9 0,0-1 0,0-4 0,0-2 0</inkml:trace>
  <inkml:trace contextRef="#ctx0" brushRef="#br0" timeOffset="31276">21423 1718 5734,'9'-7'0,"-1"2"0,4 0 0,2 1 0,-3 2 0,4-2 0,4-1 0,-8 2 0,10-4 0,-16 6 0,4-2 0,-10 6 0,0 0 0,-1 2 0,-1 6 0,0-1 0,-1 7 0,1 9 0,1 1 0,1 2-513,0 1 1,1 0 512,4-5 0,2 0 0,4 13 0,-1-10 0,2 8-720,-1-5 720,-3-8-208,1 4 208,-4-11 0,-1-2 0,0-3 921,-2-2-921,-3-2 780,-7 1-780,-1-5 63,-7-2 0,0-6 0,0-2 0</inkml:trace>
  <inkml:trace contextRef="#ctx0" brushRef="#br0" timeOffset="31642">20660 1737 5734,'6'-2'0,"0"1"0,11-2 0,-5 2 0,33-4 0,-27 4 0,18-2 0,-27 5 0,0-2 0,-4 2 0,-1-1 0</inkml:trace>
  <inkml:trace contextRef="#ctx0" brushRef="#br0" timeOffset="33491">11004 3240 5734,'6'45'0,"-2"-17"0,0 0 0,3 7 0,-2 0 0,1-1 0,2 1 0,0 1 0,-1-2 0,1-8 0,3 12 0,-1-17 0,-3-11 0,3 3 0</inkml:trace>
  <inkml:trace contextRef="#ctx0" brushRef="#br0" timeOffset="33812">11227 3561 5734,'1'13'0,"0"-1"0,1 1 0,-1-5 0,1-1 0,1-7 0,1-2 0,8-15 0,-3 3 0,6-12 0,1-2 0,1-4 0,-3 8 0,-1 1 0,4-8 0,0 3 0,-10 19 0,0 3 0,-1 5 0,4 9 0,-3 3 0,3 8 0,-1 12 0,-4-6 0,-1 1 0,3 16-175,-4-16 0,-1-2 175,-2 0 0,0-2 0,-2-2 0,0-3 0,-4-3 0,1-4 0,-1-4 0,1-3 0</inkml:trace>
  <inkml:trace contextRef="#ctx0" brushRef="#br0" timeOffset="34466">11877 3313 5734,'-4'1'0,"0"-1"0,4-1 0,0-1 0,7-2 0,0 0 0,6-1 0,7 1 0,-4 3 0,8 0 0,1 4 0,-7 1 0,7 4 0,-6 9 0,-5-1 0,2 8 0,-10 12 0,-2 1 0,0 2-788,-2 1 1,0-1 787,-4-8 0,0 0-636,0-1 636,1 0 0,1-2-199,3 11 199,1-12 0,2 5 0,2-15 0,22 3 0,-10-12 0,16-1 0,-17-12 0,15-20 0,-12 6 0,11-13 0</inkml:trace>
  <inkml:trace contextRef="#ctx0" brushRef="#br0" timeOffset="35159">11189 3343 5734,'10'36'0,"-4"-12"0,6 16 0,-3-6 0,-1-9 0,4 18-1508,-4-20 1508,1 6 0,-3-11 258,5 4-258,-3-7 0,3 3 297,-5-8-297,0-1 0,0-3 0,1-4 0,1 0 0</inkml:trace>
  <inkml:trace contextRef="#ctx0" brushRef="#br0" timeOffset="35811">12532 3654 5734,'17'-2'0,"-7"0"0,9-1 0,-8 2 0,2 0 0,7-1 0,-5 1 0,17-2 0,-16 1 0,9 0 0,-15 0 0,-1 1 0,-1 0 0,-1 0 0,1 0 0,-3 0 0,0 1 0,-2 0 0,1-1 0</inkml:trace>
  <inkml:trace contextRef="#ctx0" brushRef="#br0" timeOffset="36537">13102 3518 5734,'-14'-4'0,"0"1"0,0 2 0,2 2 0,-4 2 0,-1 9 0,4 0 0,-3 6 0,-3 13 0,8-11 0,-5 20 0,11-22 0,1 4 0,5-5 0,0-5 0,4 2 0,14-11 0,-6-4 0,10-6 0,-10-4 0,-1-2 0,0-3 0,4-12 0,-4 4 0,2-9 0,-4-6 0,-4 7 0,-2-4 0,-1-2-1512,-2-2 1512,-1 8 0,0 0 0,-3-1-661,-1 1 661,0 2 0,-1 4-222,0 3 222,-1 5 0,2 3 0,-1 4 1358,-3 4-1358,2 6 755,-1 5-755,2 7 0,-1 3 0,2 6 282,0 3-282,0 20 0,2-8-633,1-11 0,1 1 633,1 11 0,2 0 0,1 0-942,2-1 942,2-2 0,6 9 0,-3-13 0,4 5 0,1-13 0,-1-7 0,10-9 0,-8-7 0,7-16 0,-12 4 0,2-6 0,-5 5 0,1-4 0,-3 5 1133,1-2-1133,-3 8 1075,2 7-1075,0 12 0,0 2 0,0 6 0,-1-2 0,0-6 0,0 3 0,1-7 0,-3-3 0,2-3 0,0-3 0,-1-1 0,1-3 0,-1-9 0,-2 3 0,-1-7 0,-4 5 0,-1-2 0,-3 2 0,0 0 0,-7-2 0,2 4 0,-11-3 0,5 9 0,0 1 0,3 5 0,6 1 0,4 1 0,2-1 0,2 1 0</inkml:trace>
  <inkml:trace contextRef="#ctx0" brushRef="#br0" timeOffset="37032">13336 3531 5734,'0'14'0,"0"7"0,0-3 0,5 23 0,-2-20 0,3 14 0,-2-18 0,1-1 0,-1-1 0,1-3 0,5 6 0,-5-9 0,3 3 0,-5-12 0,1-3 0,2-6 0,0 0 0,1-5 0,0-7 0,-1 4 0,1-7 0,2-18 0,-5 19-314,3-15 314,-5 24 0,0 4 0,0-2 0,-1 6 0,0-1 0,-1 7 0,0 8 0,1 0 314,-1 7-314,2-4 0,0 1 0,1 0 0,1 0 0,0-1 0,0 0 0,0-1 0,0-2 0,-1 0 0,1-2 0,0 0 0,0-3 0,9-9 0,-4-4 0,5-5 0,-7 3 0,-2 4 0,0 2 0,-2 1 0,0 1 0,0 1 0,0 0 0,2 5 0,6 9 0,-4-1 0,4 8 0,-2 0 0,-2-4 0,3 3 0,5 2 0,-4-9 0,17 4 0,-13-13 0,8 0 0</inkml:trace>
  <inkml:trace contextRef="#ctx0" brushRef="#br0" timeOffset="37557">13906 3547 5734,'-15'3'0,"3"0"0,-5 2 0,2 5 0,4-2 0,-7 9 0,9-4 0,-3 6 0,5-4 0,1 15 0,3-12 0,5 18 0,2-24 0,3 3 0,2-11 0,-1-4 0,6-6 0,-5-3 0,2-2 0,-2 0 0,1-6 0,-2 3 0,2-20 0,-5 15 0,-2-9 0,-2 15 0,-2 0 0,1 2 0,-1-2 0,-1 9 0,2 5 0,0 9 0,0 5 0,2-1 0,0 2 0,1 0 0,0 0 0,2-1 0,2 6 0,-2-7 0,2 3 0,3-6 0,-4-5 0,3 0 0,-4-7 0,0-3 0,0-2 0,-1-2 0,0-1 0,0-1 0,0-2 0,2-4 0,-2 3 0,0-1 0,-1 4 0,0 4 0,-1 0 0,1 5 0,-2 2 0,2 1 0,-2 2 0,2 7 0,-2-1 0,2 4 0,-2-2 0,1 3 0,0 7 0,-1 5 0,0-5 0,-3-5 0,0-11 0,-2-4 0,2-4 0,-1-3 0</inkml:trace>
  <inkml:trace contextRef="#ctx0" brushRef="#br0" timeOffset="38043">14157 3617 5734,'0'12'0,"1"-3"0,0 0 0,0-3 0,1-3 0,0-1 0,0-5 0,-1-1 0,5-11 0,-1 5 0,7-20 0,-5 13 0,5-9 0,1 4 0,-3 6 0,4-3 0,-2 5 0,0 6 0,4 7 0,-6 6 0,2 14 0,-8-4 0,0 6 0,0 4 0,-2-7 0,0 7 0,-5 14 0,1-20 0,-4 16 0,3-28 0,-2-3 0,-1-1 0,0-2 0,1-2 0</inkml:trace>
  <inkml:trace contextRef="#ctx0" brushRef="#br0" timeOffset="38576">14823 3456 5734,'2'-3'0,"-1"0"0,1 1 0,-1 0 0,1 1 0,-2-1 0</inkml:trace>
  <inkml:trace contextRef="#ctx0" brushRef="#br0" timeOffset="38726">14824 3629 5734,'5'7'0,"0"-2"0,-3-4 0,1-1 0,-2-1 0,-1-5 0,-2 2 0,-1-5 0,0 5 0,0-2 0</inkml:trace>
  <inkml:trace contextRef="#ctx0" brushRef="#br0" timeOffset="39899">16588 2968 5734,'-4'1'0,"7"14"0,2-3 0,6 13 0,5 5 0,-1-6 0,6 10 0,-4-10 0,1-1 0,5 7-1047,1-2 0,0-1 1047,-1-3 0,7 5-143,-5-9 143,-8-6 0,3 0 0,-7-4 0,-5-4 0,1 1 1498,-8-5-1498,-1-3 0,-3-3 0,1-1 0</inkml:trace>
  <inkml:trace contextRef="#ctx0" brushRef="#br0" timeOffset="40165">17074 2928 5734,'-15'28'0,"3"-4"0,1 2 0,-7 18-657,7-13 0,0 2 657,1 7 0,0-1-1157,3-8 1,0 1 1156,-2 9 0,1 2 0,0-1 0,1-2 0,2-9 0,0 0 0,-1 7 0,0 1-331,1-4 0,0-3 331,2-7 0,0-1 0,0 4 0,0 1 0,1 6 0,1-2 0,0-4 0,1 17 0,1-47 0</inkml:trace>
  <inkml:trace contextRef="#ctx0" brushRef="#br0" timeOffset="40600">17404 3242 5734,'-26'16'0,"6"-2"0,-7 7 0,-1 9 0,6-5-540,-5 10 540,4 5-1382,7-9 1382,-2 10 0,9-1 0,3-11 444,4 7-444,9 2 0,0-16 0,10 12 0,-5-25 0,3 0 0,-2-9 0,0-2 0</inkml:trace>
  <inkml:trace contextRef="#ctx0" brushRef="#br0" timeOffset="40947">17477 3417 5734,'8'3'0,"-1"1"0,2 12 0,-4-3 0,1 9 0,-7-5 0,-2 1 0,-15 22 0,5-12-963,-3 1 0,0-1 963,0 1 0,-5 7-378,5 1 378,9-15-58,-2 8 58,10-19 0,2-2 0,2-3 1333,3-1-1333,10-6 0,-1-1 0,6-5 0,-6-2 955,0-2-955,-1-1 0,0-2 0,3-9 0,-6 5 0,2-6 0</inkml:trace>
  <inkml:trace contextRef="#ctx0" brushRef="#br0" timeOffset="41127">17402 3542 5734,'18'0'0,"3"-1"0,2-2 0,17-3 0,-6 0-245,12-3 0,-10 1 0,1-1 0</inkml:trace>
  <inkml:trace contextRef="#ctx0" brushRef="#br0" timeOffset="41395">17904 3185 5734,'12'16'0,"6"13"0,-6-5 0,-1 5 0,-1 2 0,-2 2-292,-1-6 1,-2 0 291,-3 13 0,-2-9 0,-3 7 0,-8-5 0,1-10 191,-4 6-191,-4-1 0,8-13 96,-9 8-96,14-20 0,-2-2 0,7-5 0</inkml:trace>
  <inkml:trace contextRef="#ctx0" brushRef="#br0" timeOffset="41594">18427 3472 5734,'26'-6'0,"6"-1"0,-15 3 0,5-2 0,-9 3 0,-3 0 0,-1 0 0</inkml:trace>
  <inkml:trace contextRef="#ctx0" brushRef="#br0" timeOffset="41782">18310 3636 5734,'32'14'0,"-2"-2"0,-9-9 0,26-3 0,-4-2-503,-16 2 1,-1-1 502,10-2 0,-13 1 0,-1-1 0</inkml:trace>
  <inkml:trace contextRef="#ctx0" brushRef="#br0" timeOffset="42424">19257 3112 5734,'0'12'0,"0"14"0,0 0-796,0 15 796,0-13 0,-1 2-703,1 5 1,-1 1 702,1 0 0,-1 1 0,0 11 0,0-1 0,1-19 0,0-1-437,-1 8 1,1 0 436,0 9 0,-1-2-199,1-4 199,-3 9 0,0-15 288,-2 4-288,-5-14 0,3-9 0,-4-1 0</inkml:trace>
  <inkml:trace contextRef="#ctx0" brushRef="#br0" timeOffset="42610">19339 3558 5734,'47'-5'0,"-5"1"0,-16 1 0,-2 0 0,-2 0 0,-1 0 0</inkml:trace>
  <inkml:trace contextRef="#ctx0" brushRef="#br0" timeOffset="42859">19558 3297 5734,'1'46'0,"0"-3"0,1-10-1837,2 0 1837,0 1 0,-1-9 0,1-1 0,2 14 0,1 9 41,-3-21 1,-1-1-42,2 13 0,0 6 0,-5-20 0,-2-12 0,0-2 0,0-3 0</inkml:trace>
  <inkml:trace contextRef="#ctx0" brushRef="#br0" timeOffset="43143">20091 3121 5734,'-26'37'0,"4"0"0,12-8 0,3 4 0,2 1-1320,-1 11 1320,3 0 0,2 0-1294,3-4 1294,0-14 0,1-1 0,3 6-196,4 8 196,-1-13-433,7 9 433,-6-20 499,3 0-499,-5-11 0,3-5 0,1-1 0</inkml:trace>
  <inkml:trace contextRef="#ctx0" brushRef="#br0" timeOffset="43470">20280 3318 5734,'10'0'0,"-1"-1"0,3 4 0,-4-1 0,0 4 0,-2 6 0,-3 0 0,0 5 0,-8 19 0,-1-11-204,-4 16 204,1-16-620,-1 2 620,-1-1 0,0 11 0,3-11 0,2 7 0,7-7 0,12 0 0,12-6 0,1-7-397,5-12 397,-12-6 0,0-2 77,-2-1-77,-1-2 0,-3 0 0,-1-2 0,-3-2 0,0-1 0</inkml:trace>
  <inkml:trace contextRef="#ctx0" brushRef="#br0" timeOffset="43646">20187 3541 5734,'24'1'0,"0"0"0,-3-1 0,2-1 0,12-3 0,-7-1-235,7-3 1,-10 0 0,-1-1-1</inkml:trace>
  <inkml:trace contextRef="#ctx0" brushRef="#br0" timeOffset="43894">20571 3170 5734,'11'20'0,"-1"2"0,0 1 0,2 5 0,2 10 0,-1 4-384,-6-15 1,-2 1 383,0 3 0,-1 3 0,-1-3-838,-2-2 0,-2-2 838,-2 5 0,-1-2 0,-7-1 550,-2-1-550,-3-6 0,-1 0 0,-6 5-72,3-8 1,0-1 0,-4-3 0,-2-3 0</inkml:trace>
  <inkml:trace contextRef="#ctx0" brushRef="#br0" timeOffset="46579">21008 3060 5734,'-1'8'0,"1"1"0,1-1 0,0 2 0,2 8 0,0-3 0,4 15 0,-2-9 0,4 10 0,3 6-1212,0-6 1212,4 11 0,-2-9 0,-1 0 0,2 2 0,-3-9 0,0 0 0,7 15 0,-7-15 0,0-1 0,6 10 0,-6-11 0,1 0 0,4 5 0,1 1 0,-4-6 0,1 0 0,0 2 0,0-3 0,0-3 0,-2-2 0,4 2 0,-6-7 0,2 3 0,-8-9 0,-2-1 0,-3-4 0,-2-2 0</inkml:trace>
  <inkml:trace contextRef="#ctx0" brushRef="#br0" timeOffset="46811">21062 3701 5734,'12'-22'0,"1"-1"0,8-12 0,-6 11 0,3-2-851,9-9 1,4-2 850,-8 11 0,1-1 0,1 0-498,-1-1 0,0 1 1,0 0 497,-1 3 0,0 0 0,-1 2 0,4-3 0,-3 1 0,-5 6 0,-1 1 0,5-5 0,-1 0 0,4-4 0,-2 1 0</inkml:trace>
  <inkml:trace contextRef="#ctx0" brushRef="#br0" timeOffset="47193">21910 3097 5734,'-7'8'0,"-1"0"0,-13 14 0,6-5 0,-3 6 0,0 1 0,0 2-423,5-4 0,0 1 423,-1 5-941,1 2 941,0 2 0,4 0 0,0 1 0,-1 8 0,3-9 0,1 1 0,4 12 0,4-11 0,3-2 0,1-2 0,3-1 0,7 0 0,2-2 0,-6-11 0,15 8 415,-21-22-415,0-3 0,1-3 0,-1-1 0</inkml:trace>
  <inkml:trace contextRef="#ctx0" brushRef="#br0" timeOffset="47569">21944 3396 5734,'14'-3'0,"0"1"0,5 0 0,-5 2 0,4 1 0,-7 3 0,2 4 0,-4 1 0,1 3 0,-6 5 0,-2-2 0,-5 22 0,-2-16 0,0 4 0,1 1 0,0-3 0,0 12 0,7-12 0,0-7 0,9 10 0,-5-16 0,7 2 0,2-12 0,-2-1 0,5-4 0,-1-6 0,-6 2 0,4-6 0,-6 4 0</inkml:trace>
  <inkml:trace contextRef="#ctx0" brushRef="#br0" timeOffset="48030">22455 3102 5734,'13'36'0,"-1"0"0,-4-4-1566,-3-5 0,-1 1 1566,1 16 0,-2-15 0,0 2 0,-2 0 0,-1-1 0,-1 16 0,1-17 0,-2 0-288,-1-1 0,-2-2 288,-2 13 271,2-15-1,-1 0-270,-9 18 0,2-12 0,-5 6 0,-3-8 0,-4-8 0,2-2 0,0-8 0</inkml:trace>
  <inkml:trace contextRef="#ctx0" brushRef="#br0" timeOffset="48626">22026 3479 5734,'2'6'0,"0"-2"0,1-1 0,8 1 0,-5-3 0,7 2 0,-5-2 0,4-1 0,-2-1 0,3 1 0,-4-1 0,-1 1 0,-1 0 0,-2 0 0,-2 0 0,-15 4 0,4-1 0,-22 8 0,17-5 0,-8 4 0,12-5 0,-1 0 0,2-1 0,-2 1 0,4-2 0,0 1 0,5-2 0,2-3 0,4 0 0,1-3 0,2-1 0</inkml:trace>
  <inkml:trace contextRef="#ctx0" brushRef="#br0" timeOffset="51462">14909 1156 5734,'0'27'0,"0"-3"0,-1 3 0,1 20-1161,-1-14 0,0 2 1161,-1 10 0,1 2-327,0-13 0,0 2 0,-1 3 327,1 4 0,-1 4 0,1 0 0,0-3-608,-1 0 0,1-3 0,0 1 608,-1 7 0,0 0 0,1-5 0,0-7 0,0-4-304,0 0 1,0-1 303,1-2 0,-1 0 0,0-3 0,1 1 0,-1 6 0,0-1 0,0 12 0,0-13 0,1-2 0,0-2 0,-1 5 0,0-24 1855,-1-3-1855,-1-14 0,2-6 0,0-4 0</inkml:trace>
  <inkml:trace contextRef="#ctx0" brushRef="#br0" timeOffset="52182">14561 1156 5734,'6'-4'0,"3"0"0,13 0 0,4 2 0,7-2-1526,-1 1 0,1 0 1526,9 0 0,3 0 0,-7 0 0,1-1 0,-8 2 0,1-1 0,10-1 0,4 0 0,-1-1 0,2-1 0,-2 1-588,-1 0 1,2 0 587,-3 1 0,4-1 0,1 0 0,-6 1-662,3 0 0,-2 1 662,-5 1 0,2-1 0,-3 1 0,4 0 0,0 1-61,0-1 0,3 0 0,-2 0 61,-8 1 0,-1 0 0,3-1 0,9 0 0,2 0 0,2 0 0,-8 0 0,2 0 0,-1 0 0,-2 0 0,5 0 0,-1 0 0,2-1 0,-2 1 0,2 0 0,1-1 0,1 1 0,-8-1 0,0 1 0,1-1 0,1 1 0,0-1 0,2 0 0,1 1 0,1-1 0,1 0 0,4 0 0,-7 1 0,3 0 0,2-1 0,1 1 0,0-1 0,0 1 0,-2 0 0,-3 0 0,2 0 0,-2 0 0,-2 0 0,0 0 0,0 0 0,2 0 0,-2 1 0,-1-1 0,1 0 0,1 1 0,0 0 0,2 0 0,0 1 0,-1 0 0,3 1 0,1 0 0,1 1 0,0 0 0,-1 0 0,-2 0 0,-2 0 0,-4-1 0,6 1 0,-6 0 0,-1 0 0,2-1 0,4 2 0,-6-1 0,5 0 0,2 0 0,2 0 0,0 1 0,-1-1 0,-1 1 0,-4 0 0,-3 0 0,13 2 0,-5 0 0,-3 1 0,0-1 0,-8-1 0,-2 0 0,1 0 0,1 1 0,8 0 0,3 1 0,0 0 0,-4-1 0,-1 1 0,-2-1 0,-1 0 0,1 0 0,0 0 0,-1-1 0,-2 1 0,0 0 0,3 0 0,-3-1 0,3 1 0,0 0 0,-2-1 0,0 1 0,-1-1 0,2 1 0,5 0 0,3 1 0,0-1 0,-2 0 0,0 0 0,-2-1 0,0 0 0,-1 0 0,1 1 0,-2-2 0,-4 0 0,-2 0 0,-1-1 0,-1 0 0,-1 0 0,-2-1 0,7 1 0,0-1 0,-6 0 0,1 0 0,-2 0 0,4 0 0,-1-1 0,0 0 0,2 0 0,-2 0 0,6-1 0,0 1 0,-6 0 0,3-1 0,-3 0 0,2 0 0,-3 0 0,2 0 0,-1 0 0,-2 0 0,2-1 0,12 1 0,2 0 0,-13 0 0,1 0 0,10 0 0,1 0 0,-1 2 0,-1-1 0,-11 1 0,1 0 0,10 0 0,-2 1 0,-13-1 0,-2 0 0,12 2 0,-1 0 0,-10-1 0,-1 0 275,7 1 0,0 0-275,-6 0 0,-2 1 0,20 2 0,-20-2 0,-2 1 0,2 1 0,-10 0 628,-18-1-628,-2 1 1838,-10 5-1838,2-1 2143,-4 3-2143,4-3 575,0 0-575,2-1 0,-1-1 0,2 0 0,-3 5 0,4-4 0,0 4 0,4-6 0,1-1 0,-1 1 0,2-3 0,1 0 0,-1 1 0,0 0 0,-2 2 0,1 6 0,-1-1 0,-1 6 0,0 10 0,1-5 0,0 2 0,-1 1-1028,0 7 1028,-2 14 0,3-22 0,0 0 0,-2 14 0,2-13 0,0-1 0,-1 9 0,-1-1 0,-1-2 0</inkml:trace>
  <inkml:trace contextRef="#ctx0" brushRef="#br0" timeOffset="52872">15612 2522 5734,'33'0'0,"0"0"0,2 0 0,0 0 0,3 0 0,3-1-1093,2 1 1,4-1 0,-1 1 297,-7-1 1,-2 0-1,2 0 776,0 0 1,2 0 0,1 0 0,1 0 18,-3-1 0,0 1 0,2-1 0,-1 0 0,-1 0 0,2 1 0,-1-1 0,0 0 0,3 0 0,0 1 0,4-1 0,0 0 0,0 0 0,-3 0 0,1 0 0,-4 0 0,2 1 0,5-1 0,-8 2 0,5-1 0,3 0 0,2 1 0,0-1 0,-1 1 0,-2 0 0,-3-1 0,-1 1 0,-2 0 0,-3-1 0,1 1 0,2 0 0,2 0 0,-3 0 0,3 0 0,2 0 0,1 0 0,1 0 0,-1 0 0,-2 0 0,-2 0 0,-4 0 0,9 1 0,-4 0 0,-2 0 0,-1 0 0,1 0 0,2 0 0,-1 0 0,0 0 0,1 0 0,-1 0 0,0 1 0,-1-1 0,0 1 0,2 0 0,1-1 0,-3 1 0,2 0 0,1 1 0,1-1 0,-1 0 0,-1 0 0,-1 1 0,5-1 0,-2 0 0,-1 1 0,1 0 0,2-1 0,-7 1 0,2-1 0,1 1 0,1-1 0,-2 1 0,-1-1 0,-2 1 0,1-1 0,-2 1 0,-2-1 0,1 1 0,2-1 0,2 1 0,2 0 0,1 0 0,0-1 0,-2 1 0,-1 0 0,7 0 0,-3-1 0,0 1 0,2 0 0,-2 0 0,1-1 0,1 1 0,-1 0 0,-2-1 0,4 0 0,0 0 0,-2-1 0,-3 1 0,1-1 0,-2 1 0,1-1 0,-6 0 0,1 0 0,0 0 0,-2 0 0,2-1 0,-2 1 0,-3-1 0,4 0 0,-2-1 0,7 0 0,-3-1 0,3-1 0,-8-1 0,-6 1 391,-6-1-391,-5 1 2425,0-2-2425,-7 3 1704,2-1-1704,-7 0 963,-2 0-963,-3 1 251,-3 0-251,-5 3 0,-2 2 0,-3-1 0,0 1 0</inkml:trace>
  <inkml:trace contextRef="#ctx0" brushRef="#br0" timeOffset="53848">15867 2810 5734,'0'38'0,"-1"0"0,0 0 0,0-1 0,-2 7 0,1 4 0,-1 1 0,0-1 0,1-3 0,-1-7-1093,1 8 1,-1-5 0,1 4 694,-1-2 1,0 6 0,-1 4 0,1-2 0,-1-4-1,2-9 789,-1 2 0,1-5-391,0 13 0,0 0 0,0-14 0,1-1 0,0 8 0,1-2 0,0-8 0,1-2 0,-1 11 0,1 5 0,-2-23 0,1-6 0,1-3 0</inkml:trace>
  <inkml:trace contextRef="#ctx0" brushRef="#br0" timeOffset="54626">23373 2820 5734,'-9'35'0,"0"0"0,0 2 0,0 3 0,1-1-1093,0-7 1,1-1 0,0 2 778,-2 9 1,0 3-1,0 0 314,0 3 0,0-1 0,1-1 0,2-11 0,0-1 0,-1 4 0,1 1 0,-1 5 0,0 1 0,0-1 0,2-5-506,0-2 1,0-4 0,1 2 505,-1 2 0,-1 4 0,1-1 0,0-2 0,0-1 0,1-3 0,0-1 0,-1 6 0,-1-1 0,-1 9 0,-2 0 0,-1-7 0,-2-2 0,3-11 0,-1 0 0,-5 6 0,0-2 0,-9 6 0</inkml:trace>
  <inkml:trace contextRef="#ctx0" brushRef="#br0" timeOffset="55243">15982 4403 5734,'37'4'0,"-1"0"0,1 0 0,10 0 0,2-1-820,-15-1 1,2 0 0,2 0 0,1-1 596,1-1 0,2 0 0,0-1 0,1 0 1,-2-1-114,4 1 0,-1 0 0,0-1 1,3 0 335,-8 0 0,2 0 0,1 0 0,2 0 0,1 0 0,3-1 0,-8 1 0,3-1 0,2 1 0,1-1 0,1 0 0,0 1 0,-1-1 0,0 0 0,-2 1 0,-3-1 0,5 0 0,-5 1 0,0 0 0,-1-1 0,1 1 0,4-1 0,6 1 0,-15 0 0,4 0 0,2 0 0,3 0 0,2 0 0,1 0 0,1-1 0,0 1 0,2 0 0,-1 0 0,-1 0 0,0 0 0,-2 0 0,-1 0 0,-2 0 0,-3 0 0,-2 1 0,12-1 0,-5 0 0,-3 1 0,-2-1 0,1 1 0,1 0 0,4-1 0,5 1 0,-13 0 0,3 0 0,2 0 0,2 0 0,3 0 0,0 0 0,2 0 0,1 0 0,-1 0 0,1 0 0,0 0 0,-1 1 0,-2-1 0,0 0 0,-3 0 0,-2 1 0,-2-1 0,-3 1 0,14-1 0,-5 1 0,-4-1 0,-1 1 0,-1 0 0,2 0 0,2 0 0,5-1 0,-11 1 0,2 0 0,3 0 0,2 0 0,1 0 0,0 0 0,2 1 0,-1-1 0,0 0 0,-1 0 0,-1 0 0,-1 0 0,-3 0 0,-2 1 0,-4-1 0,12 0 0,-5 1 0,-2-1 0,-2 1 0,-1-1 0,2 1 0,2-1 0,1 1 0,0-1 0,0 1 0,1-1 0,1 1 0,1 0 0,1 0 0,2 0 0,-8 0 0,4 0 0,1 0 0,2 1 0,0-1 0,1 0 0,-1 1 0,-1-1 0,-1 1 0,-3-1 0,-3 0 0,-3 1 0,12-1 0,-6 1 0,-3-1 0,1 0 0,7 1 0,-9-1 0,6 1 0,4-1 0,2 1 0,0-1 0,-1 1 0,-4 0 0,-6-1 0,-7 1 0,-10-1 0,10 3 0,-14 0 728,-15 1-728,-34 4 0,4-3 235,-6 1 1,-2-2-236,-2 1 0,1-2 0,1 1 0,1 0 0,-14 2 0,28-3 0,2-1 0</inkml:trace>
  <inkml:trace contextRef="#ctx0" brushRef="#br0" timeOffset="58193">22363 1736 5734,'2'10'0,"0"1"0,-1 11 0,-1-1 0,-2 22 0,1-13 0,-1 1 0,0-6 0,1 1-344,-2 6 1,1 0 343,-1-4 0,1-1-2866,-2 16 2866,1-15 0,0 0 0,-1 11-539,1-12 0,0 0 539,-2 14 0,2-16 0,-2 1 0,-3 8 0,-1-2 0,-3 4 65,3-5 0,-3-2-65,-9 0 1912,2-8-1912,-7 3 0,-10-3 0,6-7 0,-14 4 0,15-11 0,0-1 0,5-1 0,-1 0 0,-9 0 0,-2 0 0,-5-1 0,-1-1-392,9-2 0,-1 0 392,-10 1 0,-2-1 0,1-3 0,2 0 0,10 0 0,1-1 0,-9-1 0,1-1-494,15 0 1,1 1 493,-18-7-377,6-2 377,10 2 0,8-4 0,7 1 0</inkml:trace>
  <inkml:trace contextRef="#ctx0" brushRef="#br0" timeOffset="58778">22504 1612 5734,'-18'-4'0,"1"1"0,1-1 0,4 1 0,-2 0 0,6 1 0,-1 2 0,1-1 0,0 1 0,0 0 0,4 0 0,-1 0 0,3 0 0,1 0 0,9 0 0,2-2 0,8 0 0,25-2 0,3 0 0,-2 0-1093,-12 2 1,5-1 0,-6 0 977,1 3 115,-2-1-434,-1 1 434,-2 0 0,-3 0 0,-1 0 0,5-2 0,-9 1 0,3-1 0,-6-1 0,-6 0 3177,1-1-3177,-9 0 649,-3-1-649,-4-2 0,-1 2 0,-4-1 0,-3 5 0,2-1 0,-2 0 0,6-3 0,0-1 0,2-1 0</inkml:trace>
  <inkml:trace contextRef="#ctx0" brushRef="#br0" timeOffset="58986">22818 1437 5734,'14'0'0,"-4"0"0,9 4 0,-1 4 0,-4 0 0,1 4 0,-12-3 0,0 1 0,-8 14 0,0-7 0,-16 23 0,10-21 0,-10 10 0,4-3 0,6-10 0,-4 8 0,11-16 0,1-1 0,2-2 0,2-2 0,2 1 0,3-4 0,3-1 0</inkml:trace>
  <inkml:trace contextRef="#ctx0" brushRef="#br0" timeOffset="59678">23415 1431 5734,'-17'-4'0,"-15"2"0,13 2 0,-4 4 0,-1 1 0,2 2 0,-1 4 0,0 2 0,0 10-1441,-3 4 1441,12-1 0,6-7 456,2 0-456,3 13 0,2-12 237,3 9-237,4-11 0,0-5 0,3 1 0,6-6 748,-3-5-748,6-1 0,-6-5 0,-1 0 0,0-1 0,0 0 0,1-2 0,4-4 0,-4 1 0,3-3 0,-5 2 0,-1-1 0,-1-2 0,0 1 0,-1-1 0,0-3 0,-2 4 0,0-1 0,-4 5 0,0 1 0,0 2 0,-1 1 0,0 2 0,-5 4 0,0 2 0,-3 4 0,2 1 0,0 1 0,0 1 0,-1 8 0,2-5 0,1 6 0,3 2 0,4-3 0,0 0 0,3-8 0,-1-9 0,9-7 0,-4 0 0,6-7 0,-3-3 0,-5 3 0,2-10 0,-6 8 0,0-3 0,-5-4 0,0 10 0,-2-9 0,1 15 0,1 0 0,-1 3 0,0 4 0,0 1 0,1 3 0,1-1 0</inkml:trace>
  <inkml:trace contextRef="#ctx0" brushRef="#br0" timeOffset="60118">23538 1546 5734,'-3'12'0,"0"-2"0,-1 4 0,2-2 0,0 2 0,0 0 0,-1 1 0,1 17 0,1-14 0,-1 11 0,2-17 0,1-4 0,-1 0 0,1-4 0,-1-3 0,1-7 0,0 1 0,0-6 0,1 1 0,0-7 0,0 4 0,1-6 0,0 6 0,-1 0 0,1 1 0,1-3 0,0 3 0,-1-1 0,2 3 0,-3 4 0,7-4 0,-3 8 0,3 0 0,-4 7 0,-1 1 0,0 2 0,2 7 0,-2-2 0,2 5 0,-2-6 0,0-1 0,2 9 0,-2-6 0,1 3 0,-3-6 0,-1-7 0,1 1 0,-1-3 0,0-2 0,1-1 0,0-3 0,0-2 0,0-1 0</inkml:trace>
  <inkml:trace contextRef="#ctx0" brushRef="#br0" timeOffset="60351">23651 1596 5734,'0'-7'0,"0"1"0,0 0 0,0 3 0,2 10 0,-1-1 0,2 9 0,-2-5 0,0 0 0,1 0 0,1 4 0,0-4 0,1 2 0,0-5 0,0-4 0,8-3 0,-1-7 0,3-2 0,-3-3 0,-3 2 0,1-8 0,-2 5 0,2-9 0,-5 10 0,-1-2 0,0 3 0,-2 4 0,1 0 0,-1 4 0,0 10 0,0-4 0,0 5 0,1-7 0</inkml:trace>
  <inkml:trace contextRef="#ctx0" brushRef="#br0" timeOffset="60653">23838 1574 5734,'-12'8'0,"4"-3"0,-4 10 0,5-6 0,-2 12 0,3-9 0,-1 8 0,6-7 0,1-5 0,1 2 0,2-5 0,1-2 0,2-3 0,1-1 0,1-2 0,7-7 0,-3 0 0,4-5 0,-2-2 0,-5 3 0,1-4 0,-6 6 0,-2 0 0,-2 2 0,-3 1 0,-1 2 0,-5-1 0,3 3 0,-3 0 0,0 5 0,1 1 0,2 2 0,2 1 0</inkml:trace>
  <inkml:trace contextRef="#ctx0" brushRef="#br0" timeOffset="61284">23983 1351 5734,'-4'4'0,"1"2"0,-2 8 0,1-1 0,-1 8 0,-1 8 0,2-4 0,0 10 0,0 5 0,3 4 0,3-12 0,0 0-2723,3 10 2723,4 1-439,2-20 439,-2-8 0,3 2 0,-4-11 0,4-3 0,-2-3 2563,7-8-2563,1-13 0,-2-4 0,-2-2 599,-8 4-599,-3 0 0,-2 6 0,0-4 0,-1 9 0,-1 0 0,0 2 0,-2 2 0,0-1 0,0 4 0,-1-1 0,-4 9 0,3-1 0,-4 6 0,3 6 0,2-2 0,-1 5 0,3 2 0,1-4 0,1 5 0,1-7 0,0-1 0,0-1 0,2 0 0,-1-2 0,8 7 0,-3-9 0,5 4 0,-6-10 0,0-2 0,0-1 0,3-4 0,-2 0 0,1-4 0,-3 1 0,2-6 0,-2 2 0,1-4 0,-4 4 0,0 0 0,-2-9 0,0 5 0,0 0 0,0 10 0,0 10 0,0 2 0,1 3 0,2 7 0,1-2 0,2 5 0,4 2 0,-2-4 0,5 3 0,0-3 0,-2-5 0,3 0 0,5-7 0,-6-2 0,5-2 0,-2-6 0,-4-2 0,4-6 0,-4 0 0</inkml:trace>
  <inkml:trace contextRef="#ctx0" brushRef="#br0" timeOffset="61702">24372 1352 5734,'-5'-4'0,"1"3"0,-6 16 0,4-1 0,-1 12 0,4 5 0,2-7 0,0 11 0,1-1 0,0-8 0,0 7 0,2-3 0,-1-9 0,1 4 0,-1-3 0,0-10 0,0 7 0,-1-14 0,-1-2 0,0-3 0,-1-6 0,1 2 0,0-3 0,1 2 0,1-3 0,1 1 0,1-2 0,5-6 0,1 1 0,2-3 0,-1 6 0,-2 5 0,6-3 0,-5 5 0,5-1 0,-4 7 0,-3 1 0,2 2 0,-3 2 0,0 1 0,2 13 0,-1-6 0,1 9 0,-1 3 0,-2-9 0,2 10 0,-3-15 0,1 5 0,-2-7 0,1 3 0,-3-8 0,1 0 0,-2-3 0,1 1 0,-2-2 0,1 0 0,-2-1 0,1-3 0,-1-1 0,0-1 0</inkml:trace>
  <inkml:trace contextRef="#ctx0" brushRef="#br0" timeOffset="62466">24658 1646 5734,'-11'9'0,"-1"0"0,4 0 0,-9 19 0,8-11 0,-4 24 0,13-26-750,1 6 750,3-13 182,9-1-182,-4-5 0,12-4 0,-10-4 0,4-3 0,-1-6 0,-4 2 0,0-4 568,-6 2-568,-4-7 0,-3 5 0,-2-6 0,-2 9 0,-4-5 0,2 6 0,-3-3 0,5 8 0,1 0 0,2 2 0,1 1 0,2 1 0,1 2 0,1 0 0,1 1 0,2 1 0,2 0 0,1-1 0,2 0 0,1 0 0,2 0 0,4-1 0,-3 1 0,3-1 0,-7 1 0,2-2 0,-2 3 0,-1 1 0,-4 2 0,-2 7 0,-1-3 0,-1 6 0,1-1 0,1-2 0,2 6 0,-1-7 0,1 2 0,5-1 0,-3-5 0,6 0 0,-4-6 0,3-1 0,-1-1 0,2 0 0,0-1 0,6 0 0,-4 1 0,10 3 0,-11 2 0,5 4 0,-7 3 0,0 2 0,-1 3 0,0 2 0,-2 2 0,3 10 0,-4-7 0,3 5 0,-5-11 0,2 0 0,-4-5 0,-2 1 0,-9-9 0,1-5 0,-5-5 0</inkml:trace>
  <inkml:trace contextRef="#ctx0" brushRef="#br0" timeOffset="62628">24541 1182 5734,'-19'-5'0,"3"1"0,14 3 0,7 1 0,0 1 0,8 6 0,-6-2 0,2 3 0</inkml:trace>
  <inkml:trace contextRef="#ctx0" brushRef="#br0" timeOffset="63713">23303 2850 5734,'-44'-15'0,"1"1"0,4 2 0,-5-1 0,0 0 0,4 2-1093,6 2 1,2 0 0,-4 0 823,-3-1 1,-7-2 0,-1 0-1,1 0 1,5 2-104,-1 0 0,5 2 1,-2-2 371,2 2 0,-1-1 0,-2 0 0,-1-1 0,3 2 0,-2 0 0,-1 0 0,-1-1 0,2 1 0,2 1 0,-4-1 0,3 1 0,0 0 0,-2 0 0,-3-1 0,-2-1 0,-1 0 0,2 1 0,6 2 0,5 1 0,0 0 0,0 0 0</inkml:trace>
  <inkml:trace contextRef="#ctx0" brushRef="#br0" timeOffset="65312">21893 4376 5734,'4'-7'0,"0"2"0,1 1 0,-1 0 0,-1 2 0,0-1 0,-2 3 0,0 4 0,-2 1 0,0 13 0,1-6 0,-1 27 0,1-16 0,0 1 0,0 3 0,0 3 0,0-1-726,0-4 1,0 0 725,0 6 0,0-2 0,0 5-789,1-1 789,-1 0 0,4 10 0,-2-12 0,1 8 0,-1-17-101,-1-2 101,0-2 0,0 7 0,0-13 0,-1 7 0,0-16 1304,0 0-1304,1-2 909,-1 1-909,-1-7 128,0 3-128,0-5 0,-1 2 0,1 0 0,-2-2 0,2 3 0,0-1 0,-1 2 0,1 1 0,-1-1 0,1 1 0,0-2 0,1 1 0,-2-3 0,2 3 0,-2-1 0,-2 0 0,2 2 0,-3-2 0,3 1 0,-1-1 0,0 0 0,-2-3 0,0 1 0,-2-3 0,1 2 0,-5-4 0,1 2 0,-5-3 0,-3-3 0,3 4 0,-10-11 0,10 8 0,-4-5 0,2 0 0,4 5 0,-3-4 0,5 5 0,2 3 0,0-2 0,4 6 0,1 1 0,1 2 0,2 0 0,0 1 0,4 6 0,2 3 0,3 3 0,4 9 0,-2-6 0,10 14 0,-7-11 0,4 6 0,-4-7 0,5 7 0,-3-5 0,3 4 0,0-4 0,1-2 0,-1 0 0,4-3 0,-10-7 0,4 1 0,-6-4 0,0-2 0,0-2 0,1-2 0,-1-2 0,2-2 0,-1-3 0,0-1 0,0-3 0,0-2 0,1-1 0,-1-1 0,4-9 0,-3 8 0,2-4 0,-5 10 0,-1 2 0,0 0 0,0 2 0,1-3 0,-2 4 0,1-1 0,-6 3 0,-2 4 0,-3 0 0,-4 5 0,0 0 0</inkml:trace>
  <inkml:trace contextRef="#ctx0" brushRef="#br0" timeOffset="66000">21441 5254 5734,'-7'8'0,"-1"-1"0,-2 13 0,-3 10 0,3-3-707,-1 8 707,7-15 0,1 0 0,1 9 0,2-8 0,3 6 172,0-11-172,2-3 0,0-1 0,2-4 0,12-4 0,-7-4 535,10-7-535,-12-3 0,0-4 0,0-2 0,-1-3 0,-1-2 0,0-1 0,-4-2-390,0 1 390,-3-1 0,-2 1 0,-1 0 0,-1 2 0,0 2-26,-1 0 26,1 4 0,0 1 0,2-1 0,-1 5 0,0 0 389,0 7-389,1 1 27,-1 3-27,2 1 0,0 2 0,1 0 0</inkml:trace>
  <inkml:trace contextRef="#ctx0" brushRef="#br0" timeOffset="66317">21618 5289 5734,'2'16'0,"2"7"0,-1-7 0,0 7 0,1 4 0,-1-6 0,1 7 0,1 7 0,-2-14 0,1 16 0,-3-25 0,0 3 0,-1-12 0,0-3 0,-1-4 0,-2-32 0,1 14-662,0-24 662,4 24 0,1-1-250,0 2 250,3 0 0,0 2 0,7-9 0,-1 8 0,5-5 0,-3 9 0,2 1 0,5-3 0,-4 5 0,2 0 0,-8 9 0,0 3 0,-5 2 0,1 4 0</inkml:trace>
  <inkml:trace contextRef="#ctx0" brushRef="#br0" timeOffset="66970">21925 5311 5734,'-26'3'0,"2"2"0,11 3 0,-11 14 0,9-7 0,-7 11 0,12-5 0,4-4 0,2 4 0,6-3 0,0-6 0,12 3 0,-4-11 0,7 0 0,-1-11 0,-2 0 0,13-18 0,-12 8 0,5-13 0,-6 0 0,-4 5 0,1-10 0,-2-2-948,-4 7 948,1-7 0,-3 5 0,0-8 0,-2 12 0,-1 0 0,-2 21 0,-1 4 0,0 2 948,-4 8-948,2 3 0,-3 15 0,5 6 0,3-6 0,2 3 0,1-4 0,1 0-863,6 22 863,0-14 0,-2-13 0,0-3 0,2 2 0,-2-7 0,2 2 0,-4-9 0,0-3 0,1-2 863,0-3-863,0-2 0,4-7 0,-3 2 0,1-5 0,-3 7 0,-3 0 0,0 1 0,-1 1 0,1 1 0,-2 2 0,0 2 0,1 7 0,-1 2 0,2 6 0,-1-1 0,1 3 0,-1 2 0,1 10 0,0-6 0,1 14 0,-2-16 0,0 8 0,-2-14 0,-3 3 0,-3-11 0,-1-1 0,1-7 0,1-3 0</inkml:trace>
  <inkml:trace contextRef="#ctx0" brushRef="#br0" timeOffset="67550">22215 5302 5734,'0'8'0,"-2"7"0,2-3 0,-2 6 0,2 4 0,0-4 0,0 5 0,0-3 0,0-5 0,1 2 0,0-3 0,0-7 0,0 1 0,1-8 0,1-3 0,9-22 0,-5 10-262,7-18 262,-9 17 0,5-7 0,-4 7 0,3-6 0,-3 10 0,0 1 0,0 3 0,-2 1 262,2 2-262,6 9 0,-5 1 0,6 7 0,-9 0 0,1 1 0,-1 12 0,0-6 0,-1 6 0,0-8 0,-1 6 0,1-6 0,-1 3 0,-2-8 0,0-1 0,-3-1 0,1-2 0,-1-1 0,0-3 0,2 0 0</inkml:trace>
  <inkml:trace contextRef="#ctx0" brushRef="#br0" timeOffset="67960">22509 5271 5734,'-24'26'0,"4"-3"0,11-10 0,0 7 0,3-4 0,-1 12 0,5-14 0,5 10 0,1-16 0,3 1 0,1-7 0,0-2 0,3-3 0,2-8 0,-4 2 0,2-9 0,-3-3 0,-3 3 0,0-6 0,-3-1 0,-2 7 0,1-4 0,-1 10 0,0 2 0,-1 3 0,1 2 0,-3 19 0,2-2 0,0 16 0,6 4 0,0-8-579,2 10 579,0-12-268,0-1 268,1-2 0,1-2 0,-2-4 0,0-2 0,-4-2 0,-2-8 0,-5-5 0,0-7 0</inkml:trace>
  <inkml:trace contextRef="#ctx0" brushRef="#br0" timeOffset="68262">22034 5048 5734,'9'3'0,"-1"0"0,7 4 0,-1-1 0,6 2 0</inkml:trace>
  <inkml:trace contextRef="#ctx0" brushRef="#br0" timeOffset="68902">22703 5419 5734,'3'10'0,"0"-2"0,-2-3 0,0-4 0,1-5 0,0-4 0,1-5 0,0-7 0,-1 3 0,-1-5 0,3-7 0,-1 11 0,11-24 0,-5 29 0,7-9 0,-7 17 0,9-3 0,-7 4 0,6-1 0,-8 5 0,-2 2 0,-2 1 0,1 1 0,-1 1 0,1 0 0</inkml:trace>
  <inkml:trace contextRef="#ctx0" brushRef="#br0" timeOffset="69144">22928 5273 5734,'15'32'0,"-1"-5"0,-7-13 0,7 11 0,-5-9 0,5 7 0,-8-13 0,0-3 0,-1-1 0,3-3 0,-1-3 0,1-4 0,-2-2 0</inkml:trace>
  <inkml:trace contextRef="#ctx0" brushRef="#br0" timeOffset="69337">23114 5256 5734,'-11'33'0,"0"0"0,0 0 0,-5 15 0,2-5 0,6-16 0,1-3-1626,-1 4 0,1-1 1626,0 1 0,0 1 0,1 0 0,0 0 0,0 0 0,0 1 0,-1 10 0,0 1 0,1-11 0,1 0 0,-1 6 0,1 0 0,0-1 0,1-3 0,-2 5 430,2-12 0,0-2-430,0-10 135,0-7 0,3-5 0,0-4 0</inkml:trace>
  <inkml:trace contextRef="#ctx0" brushRef="#br0" timeOffset="70802">21518 5981 5734,'10'33'0,"-2"-8"0,2 7-832,-3-10 832,-1-3 252,-2-1-252,1-3 142,-1 0-142,-1-5 0,0 0 0,-2-4 424,0-4-424,0-15 14,0 4-14,0-37 0,-1 25-558,2-20 558,-2 20 0,2 0 0,0 0 0,2-10 0,0 8-373,2-7 373,0 11 0,0 1 0,1 3 0,11-8 0,-7 13 0,8-5 537,-10 15-537,3 7 0,-3 1 0,2 5 0,-3 9 0,-2-4 394,0 8-394,-5 2 0,-1-7-335,-3 9 335,-1-11 0,0-1 0,0-1 0,-2 2 0,3-6 0,-2 1 0,2-7 0,1-2 335,-1-1-335,1-1 0,-1-2 0,1-1 0,0-19 0,2 8 0,2-14 0,5 8 0,0 3 0,2-4 0,-1 6 0,0 1 0,-1 0 0,1 3 0,-1 0 0,4-1 0,4 1 0,-1 3 0,-2 3 0,-4 4 0,-3 2 0,0 2 0,2 7 0,-3-1 0,3 5 0,-4-2 0,1 7 0,0-4 0,0 5 0,-1-7 0,1-1 0,-1-2 0,1 2 0,0-5 0,0 0 0,-1-6 0,0-1 0,1-3 0,1-3 0,3-5 0,4-6 0,0-10 0,0-4 0,2 1 0,-4 1 0,-1 0 0,-2-1 0,-5 13 0,2-6 0,-7 20 0,2 3 0,-3 7 0,3 14 0,1-7 0,1 11 0,4 2 0,-2-12 0,4 9 0,-2-11 0,-1-5 0,2 0 0,-1-6 0,0-3 0,2-3 0,-1-3 0,0-3 0,1-1 0,0-2 0,-1-1 0,2-5 0,-2 3 0,4-13 0,-6 14 0,2-6 0,-4 14 0,-1 1 0,1 2 0,-1 1 0,1 3 0,-1 1 0,1 2 0,2 8 0,5 11 0,-2-4 0,4 5 0,-4-7 0,-1-6 0,2 2 0,-3-7 0,0 0 0,-1-5 0,1-2 0,-4-4 0,2-4 0,0-1 0</inkml:trace>
  <inkml:trace contextRef="#ctx0" brushRef="#br0" timeOffset="71047">22283 5790 5734,'-2'10'0,"0"11"0,0-1 0,2 8 0,1 11 0,0-14 0,0 17 0,0-11 0,-1-9 0,0 21 0,0-24 0,0 17 0,-1-23 0,-1 4 0,0-11 0,3-4 0,0-2 0</inkml:trace>
  <inkml:trace contextRef="#ctx0" brushRef="#br0" timeOffset="71402">22394 5721 5734,'4'-4'0,"0"0"0,-3 2 0,0 1 0,2 4 0,-1 1 0,2 14 0,-3-5 0,2 11 0,-2 3 0,2-4 0,-1 4 0,0 1 0,0 3 0,0-7 0,-1 1 0,2 12-890,-2-8 890,2 7 0,-1-3 0,-2-9 0,2 5 0,-2-6 0,0-8 0,0 2 0,1-8 0,1-4 0,1-3 890,-1-8-890,1 0 0,-1-5 0,-1-1 0,-1 1 0,-1-1 0,-1 3 0,-2 0 0,0 0 0</inkml:trace>
  <inkml:trace contextRef="#ctx0" brushRef="#br0" timeOffset="72019">22394 5961 5734,'5'-4'0,"1"0"0,-1 3 0,1 0 0,2 0 0,7-2 0,-5 2 0,5-2 0,-7 2 0,-1 0 0,1 0 0,0 1 0,-2 0 0,1 0 0,-1 0 0,-2 1 0,-3 4 0,-3-1 0,-1 2 0,0-1 0</inkml:trace>
  <inkml:trace contextRef="#ctx0" brushRef="#br0" timeOffset="72290">22590 5979 5734,'2'9'0,"1"0"0,-2 10 0,0-6 0,1 15 0,-2-14 0,2 4 0,-2 0 0,1-5 0,0 2 0,1-4 0,-1-4 0,1 1 0,-13-5 0,6-2 0,-9-1 0</inkml:trace>
  <inkml:trace contextRef="#ctx0" brushRef="#br0" timeOffset="72468">22569 5756 5734,'-19'-14'0,"-1"0"0,9 7 0,-2-1 0,6 1 0,3 4 0,9 7 0,2 14 0,6 0 0,-3 6 0,-2-10 0</inkml:trace>
  <inkml:trace contextRef="#ctx0" brushRef="#br0" timeOffset="73107">22678 5984 5734,'5'8'0,"0"-1"0,-1 3 0,3 11 0,-3-2-553,2 10 553,-4-5 0,0 15 0,-1-7 0,-1 13 0,0 0 0,0-10 0,0 9 0,0-7 0,0-11 0,0 11 0,0-23 135,-1 2-135,2-17 0,1-9 0,0-2 0,-1-8 0,1 2 0,-1-4 0,2-17 0,0 8-581,0-11 581,1 12 0,3-12 0,-2 10 0,4-7-398,7-2 398,-5 17 0,11-14 0,-11 26 0,3-1 0,4 7 0,-8 5 0,4 3 0,-9 7 956,-2 0-956,-3 5 441,-3-3-441,-2 0 0,-16 13 0,8-11 0,-13 7 0,14-15 0,0-2 0,-1 0 0,-1 1 0,-5-1 0,4-1 0,-3 0 0</inkml:trace>
  <inkml:trace contextRef="#ctx0" brushRef="#br0" timeOffset="73712">22977 5725 5734,'1'12'0,"-1"8"0,0-2 0,0 8 0,-1 7 0,0-7 0,0 9 0,0 0 0,1-9 0,-1 7 0,1-3 0,0-9 0,1 4 0,0-5 0,2-5 0,0 2 0,1-4 0,-1-4 0,2 1 0,-1-5 0,0 0 0,-1-2 0,0 1 0,0-2 0,2-5 0,0-1 0,3-5 0</inkml:trace>
  <inkml:trace contextRef="#ctx0" brushRef="#br0" timeOffset="73911">23103 5990 5734,'3'12'0,"0"0"0,0 1 0,-1-2 0,2 4 0,0 1 0,-1-4 0,1 12 0,-2-13 0,0 6 0,-1-9 0,0-3 0,0 0 0,-3-1 0,0 0 0,-1 0 0,0-2 0,0-1 0,1 0 0</inkml:trace>
  <inkml:trace contextRef="#ctx0" brushRef="#br0" timeOffset="74110">23120 5757 5734,'16'-8'0,"14"-2"0,-14 6 0,10 1 0,-14 4 0,0 2 0</inkml:trace>
  <inkml:trace contextRef="#ctx0" brushRef="#br0" timeOffset="74585">23352 5971 5734,'-7'1'0,"0"0"0,-11 6 0,7-1 0,-10 9 0,11-5 0,-1 5 0,3 2 0,2-3 0,2 5 0,5 0 0,1-4 0,2 2 0,1-6 0,1-2 0,1-2 0,2-1 0,1-2 0,1-2 0,2 0 0,0 0 0,0-2 0,6-2 0,-2-2 0,5-2 0</inkml:trace>
  <inkml:trace contextRef="#ctx0" brushRef="#br0" timeOffset="75006">23503 5991 5734,'-15'9'0,"2"0"0,0 3 0,7-2 0,-3 2 0,8 0 0,-1-3 0,1 2 0,-1-2 0,2-2 0,1 1 0,1-4 0,1-1 0,1-2 0,9-15 0,-6 6 0,6-10 0,-9 10 0,0 0 0,0 1 0,-1 0 0,1 1 0,-1 1 0,0-1 0,0 3 0,0 0 0,2 7 0,-1-1 0,3 5 0,-3-2 0,0 0 0,1 2 0,0 0 0,1 1 0,0 0 0,1 0 0,0-1 0,0-1 0,0-2 0,-1-1 0,2-3 0,1-3 0,0-2 0,2-2 0,0-5 0,-3 2 0,2-5 0,-2-4 0,-3 3 0,3-14 0,-5 9 0,1-7 0,-2 6 0</inkml:trace>
  <inkml:trace contextRef="#ctx0" brushRef="#br0" timeOffset="75199">23693 5732 5734,'-1'-13'0,"-1"-1"0,0 6 0,-2 2 0,1 7 0,-3 16 0,3-3 0,-1 11 0,2 7 0,1-5-221,0 11 221,1-9-695,1 0 695,0 2 0,0-2 0,2 11 0,0-12 0,0 7-456,1-5 456,-2-13 0,1 6 0,-3-18 49,-3-6 0,0-3 0,-2-6 0</inkml:trace>
  <inkml:trace contextRef="#ctx0" brushRef="#br0" timeOffset="75498">23652 5971 5734,'17'0'0,"0"0"0,-5 0 0,11 0 0,-9 0 0,17-1 0,-19 1 0,10-2 0,-15 2 0,1-1 0,-1 2 0,-2 1 0,3 6 0,-5-1 0,1 6 0,-3-3 0,1 0 0,-2 2 0,0 0 0,0 6 0,0-4 0,-2 4 0,1-6 0,-3 7 0,-2-6 0,0 1 0,-4-9 0,3-8 0,-1-1 0</inkml:trace>
  <inkml:trace contextRef="#ctx0" brushRef="#br0" timeOffset="75976">23942 6000 5734,'-9'23'0,"1"-2"0,4 1 0,2-7 0,1 6 0,5-6 0,0-3 0,12-2 0,-6-8 0,24-21 0,-18 6 0,12-21 0,-20 17 0,-1-5 0,-5 6 0,-1 0 0,-3 1 0,-10-5 0,3 10 0,-9-3 0,7 11 0,0 1 0</inkml:trace>
  <inkml:trace contextRef="#ctx0" brushRef="#br0" timeOffset="76318">24117 5893 5734,'4'17'0,"-1"8"0,-4-8 0,-2 11 0,0 1 0,0-5-730,-2 23 730,5-36 0,0-2 237,1-2-237,1-5 121,1-1-121,3-9 0,0 0 0,4-6 0,14-22 0,-10 16-247,13-18 247,-15 23 0,2 1-7,-2 1 7,1 4 0,-1 2 0,0 4 0,-1 3 0,4 8 618,-4 2-618,2 6 0,-5-1 0,0 1 0,-2 1 0,-1-1 8,-1 0-8,-4 5 0,-1-6 0,-4 2 0,-4-7 0,-1-3 0,-1-1 0</inkml:trace>
  <inkml:trace contextRef="#ctx0" brushRef="#br0" timeOffset="76556">23834 5704 5734,'17'-1'0,"-2"1"0,19 0 0,-14 0 0,10 1 0</inkml:trace>
  <inkml:trace contextRef="#ctx0" brushRef="#br0" timeOffset="77036">21778 6495 5734,'36'-4'0,"-1"0"0,-5 1 0,2 0 0,-3 0 0,3 0 0,3 0-820,8 1 1,6-1 0,1 1 0,-3-1 24,-3 1 1,-3 1-1,6-1 795,-5 1 0,6-1 0,2 1 0,1 0 0,-2 0 0,-6 1-19,-3-1 1,-4 2 0,-1-1 0,3 0 18,-1 1 0,3-1 0,0 1 0,0-1 0,0 1 0,8 2 0,0-1 0,-1 1 0,0 0 0,0 1 0,-1-1 0,0 1 0,0-1 0,-1 1 0,0 0 0,-1 0 0,0 0 0,1 2 0,0 0 0,-2 0 0,-5-1 0,5 2 0,-3-1 0,8 3 0,-3 0 0,-19-4 0,0 0 0</inkml:trace>
  <inkml:trace contextRef="#ctx0" brushRef="#br0" timeOffset="91701">20469 7098 5734,'-6'21'0,"1"2"0,2 7-2134,0 6 2134,2 4 0,1-6 0,1 2 0,0-8 0,-1 1 0,2 9 0,0 4 0,0-5 0,-1 4 0,1 0 0,0-3-1491,0 8 0,0 0 1491,0-6 0,0 5 0,-1-1 0,1-5-299,-1 1 1,-1-3 298,1 1 0,0 2 0,-1-4 0,1 1 0,-1-1 0,1 5 0,-1-1 0,1-6 0,0 1 0,0-2 0,-1 0 0,1-2 0,-1-1 0,1-1-11,0-2 1,0 0 10,0-2 0,0-1 0,1 19 0,1-5 0,0-7 0,-2-5 1325,1-6-1325,-3-3 2016,0-9-2016,-3-4 0,0-10 0,0-4 0</inkml:trace>
  <inkml:trace contextRef="#ctx0" brushRef="#br0" timeOffset="92680">20454 6988 5734,'-5'-2'0,"1"1"0,2 0 0,14 2 0,-1-1 0,13 0 0,13-2 0,-3-2-413,-9 2 0,3-1 413,8-1 0,1 0-1182,-6 1 1,1 0 1181,9-2 0,8 1 0,-14 2 0,6 0 0,4 0 0,3 1 0,-1-1 0,-3 1 0,-6 0-584,2-1 0,-6 2 0,1-1 0,5 0 584,1 0 0,5-1 0,3 1 0,2 0 0,-2 0 0,-2 0 0,-5 1-53,5 0 1,-5 1 0,-1 0 0,-2-1 52,5 1 0,-2-1 0,2 1 0,-3 0 0,1 0 0,1-1 0,0 1 0,-1-1 0,0 1 0,0-1 0,-3 1 0,3-1 0,-2 1 0,2-1 0,-4 1 0,1-1 0,1 0 0,-2 1 0,8-1 0,-2 1 0,1 0 0,-8 0 0,1 1 0,0-1 0,-2 1 0,6-1 0,-3 0 0,0 1 0,0 0 0,-1 0 0,-6 1 0,8 0 0,1 2 0,-15-1 433,2-1-433,-10 0 0,-8-2 2447,3 2-2447,-11-3 1880,0 0-1880,-7-3 974,3 1-974,-4-1 0,3-1 0,-1 1 0,1-3 0,-1 1 0,1 0 0,-1 0 0,0-2 0,-2-1 0,2 0 0,-1 2 0,3 2 0,0 3 0,0 0 0,1 1 0,0 0 0,0 2 0,0 0 0,0 3 0,0 2 0,-3 41 0,1-14-916,0-1 1,0 2 915,0 11 0,1-7 0,-1 2 0,1-8 0,0 2 0,-1 12 0,0 1 0,1-10 0,-1-1 0,1 3 0,0 1-1204,0 1 1,0 0 1203,0 0 0,1 3 0,0-4 0,0 3 0,1-3-748,0 7 0,0-1 748,1-7 0,-1 1 0,2-2 0,0 0 0,0-3 0,1-1 0,0-1 0,1-2 0,0 0 0,1 9 0,0-2 0,-1-11 0,1 0 0,0 5 0,0-1 0,-1-7 0,-1-1 0,2 8 68,0 3-68,-3-17 2122,0-5-2122,-1-3 1871,-2-4-1871,-2-3 1121,-11-4-1121,0-2 0,-8-3 0,3-1 0</inkml:trace>
  <inkml:trace contextRef="#ctx0" brushRef="#br0" timeOffset="93260">20446 8592 5734,'-9'-2'0,"2"0"0,1 2 0,7 0 0,6 1 0,25 3 0,1-2-542,-7 1 0,4-1 542,14-1 0,3 0-1517,-7 0 1,1 0 1516,-3 0 0,2 0 0,1-1 0,-5 1 0,2 0 0,0 0 0,-1 0-539,4 0 0,-2 1 0,3 0 539,-2-1 0,2 0 0,1 1 0,0 0 0,4 0 0,0 1 0,0 0 0,-3 0 0,-7-1 0,-1 0 0,-1 0 0,2 1 0,9 0 0,1 0 0,2 1 0,-2-1 0,1 1 0,0-1 0,-1 1 0,-2 0 0,3 0 0,-3-1 0,2 1 0,-4 0 0,1-1 0,1 1 0,2-1 0,-1 1 0,3-1 0,1 1 0,-3-1 0,-4 0 0,0 1 0,-4-1 0,3 0 0,-3 0 0,5 0 0,0 0 0,-3 0 0,-8 0 0,-2 0 0,-5 0 0,20 3 0,-9-1 0,-2 1 0,-16-1 0,-3-1 1288,-21 0-1288,-4-2 2870,-8 0-2870,-28-6 0,19 2 51,-5-3 1,1 0 0,3-2 0,-9-4 0</inkml:trace>
  <inkml:trace contextRef="#ctx0" brushRef="#br0" timeOffset="94562">18874 7773 5734,'24'-6'0,"-6"2"0,14-2 0,2 1-2815,8 0 2815,-14 2 0,3 1 0,15 1 0,-1 1 0,-15 0 0,1 0 0,8 1 0,4 1 0,-5 0 0,-8 0 0,-1 1-605,10 0 0,0 0 605,-13-1 0,2 1 0,4-1 0,4 0 0,-1 0 0,8-1 0,1 1 0,-9-1 0,0 1 0,-1-1 0,2-1 0,-3 0 0,10 0-184,-14-2 1,0 0 183,14-1-113,-17 0 1,0 0 112,20-5 0,-13 1 0,6-2 0,4-3 0,-22 5 0,11-3 0,-25 7 980,-1 1-980,-1 0 1574,-2 0-1574,0 0 1668,-3 1-1668,-6 2 395,1 0-395,-5 2 0,-1 1 0,3-1 0,-2 0 0,1 1 0,3-1 0,-2 0 0,4 0 0,1-1 0</inkml:trace>
  <inkml:trace contextRef="#ctx0" brushRef="#br0" timeOffset="95014">20140 7557 5734,'20'3'0,"0"1"0,-6 1 0,7 5 0,-5-2 0,5 4 0,-4 3 0,-6-1 0,2 6 0,-9 7 0,-4-5 0,-4 9 0,-8 2 0,2-7 0,-3 7 0,-1-4 0,4-8 0,-2 3 0,6-12 0,2-2 0,1-2 0,1-2 0,0-2 0,1-4 0,-1-1 0</inkml:trace>
  <inkml:trace contextRef="#ctx0" brushRef="#br0" timeOffset="96216">18367 6707 5734,'7'8'0,"-1"0"0,0 0 0,-2-2 0,1 2 0,-3-2 0,0-1 0,0 0 0,0-1 0,-1 0 0,1-1 0,-1 1 0,0-2 0,-1 2 0,2 0 0,-2-2 0,2 1 0,-1-2 0,0 0 0,0 1 0,1-1 0,-1 0 0,4 5 0,5 10 0,0-1 0,4 8 0,8 14 0,-6-11-711,-1 1 0,1 0 711,1 1 0,3 10-135,-5-13 135,5 11 0,-4-10-628,3 7 628,-6-11 0,-1-2-184,0-1 184,-1-2 0,-2-1 1268,1-2-1268,-2-2 143,-1-1-143,0-2 724,-2-1-724,0-2 234,-2-3-234,0-1 0,0-4 0,-2 2 0,-8-6 0,3 1 0,-8-4 0,6 2 0</inkml:trace>
  <inkml:trace contextRef="#ctx0" brushRef="#br0" timeOffset="96529">18347 7382 5734,'19'-38'0,"-1"-1"0,0 3 0,-1 2 0,5-5 0,0 1 0,0-1-964,-8 15 0,1-1 964,3-4 0,3-4 0,-3 5-649,-4 7 1,0 2 648,3-7 0,1 2 0,5-7 501,5-7-501,-4 7 0,-5 2 0,-7 11 0,-9 11 0,-1 3 0,-2 2 0,0 1 0</inkml:trace>
  <inkml:trace contextRef="#ctx0" brushRef="#br0" timeOffset="98963">18907 6918 5734,'-10'27'0,"0"0"0,3-6 0,-4 12 0,2-6 0,0 8 0,1 1 0,0-2-1187,2 0 1,0 0 1186,4-11 239,3 11-239,2-17 487,4 2-487,0-10 0,2-2 0,2-2 1211,0-3-1211,1-1 436,0-2-436,3-4 0,-5 0 0,2-4 0,-4 2 0</inkml:trace>
  <inkml:trace contextRef="#ctx0" brushRef="#br0" timeOffset="99361">19034 7017 5734,'8'3'0,"-1"0"0,-1 0 0,2 4 0,-3 0 0,1 4 0,-3 6 0,-1-3 0,-2 7 0,-3 11 0,-1-12 0,-1 20 0,3-23 0,0 4 0,2-9 0,1-2 0,1-1 0,1-3 0,3 0 0,-2-2 0,3-1 0,-2-3 0,1-1 0,-1-1 0,0-1 0,0-1 0,-2-1 0,-1-2 0,-1 0 0,-1-3 0,0-1 0,-1-1 0</inkml:trace>
  <inkml:trace contextRef="#ctx0" brushRef="#br0" timeOffset="99535">19026 7097 5734,'29'-5'0,"-1"-1"0,5-2 0,-8 1 0,8-2 0,-7 0 0,-8 2 0,2 1 0,-10 2 0</inkml:trace>
  <inkml:trace contextRef="#ctx0" brushRef="#br0" timeOffset="99763">19274 6912 5734,'17'10'0,"-1"0"0,1 9 0,-5-3-736,4 9 736,-8-6 0,-1 3 0,-3 0 0,-1 0 206,-1 8-206,-2-7 0,0 6 0,-3-3 0,-1-8 0,-1 3 32,0-9 1,1-2-1,-1-1 1</inkml:trace>
  <inkml:trace contextRef="#ctx0" brushRef="#br0" timeOffset="102240">20932 7448 5734,'-3'2'0,"-1"1"0,4-1 0,0 3 0,6 29 0,-2-14-980,5 26 980,-4-22 0,2 3 0,-1-1 0,1 2 0,2 8 0,-1-7 0,-1-1 0,0 2 0,-2 0 0,0-1 0,0 10-449,-1-10 0,0 0 449,-2-1-569,0 7 569,-1-12-19,1 4 0,-1-15 1,1-2-1</inkml:trace>
  <inkml:trace contextRef="#ctx0" brushRef="#br0" timeOffset="102563">20911 7794 5734,'16'0'0,"-2"0"0,6-2 0,19-4 0,-14 2 0,16-3 0,-9 1 0,-7 1 0,6-2 0,-9 2 0,-2 1 0,-2-1 0,-2 2 0,2-2 0,-7 2 0,2-2 0,-8 2 0,0 0 0</inkml:trace>
  <inkml:trace contextRef="#ctx0" brushRef="#br0" timeOffset="102780">21258 7491 5734,'0'29'0,"1"0"0,-1-3 0,0 1 0,1 9 0,1 7 0,-1 1 0,2-3 0,0 4 0,0-1-2485,1-7 2485,-1-10 0,0 0 0,3 3 753,-1-9-753,2 5 0,-3-16 0,2 1 0</inkml:trace>
  <inkml:trace contextRef="#ctx0" brushRef="#br0" timeOffset="103431">21700 7554 5734,'-16'-1'0,"1"2"0,5 1 0,1 2 0,-1 0 0,-7 10 0,5-3 0,-5 7 0,6 2 0,3-3 0,-1 8 0,4-3 0,1 12 0,2-7-668,0 8 668,4-10 0,0-1 0,3-1 0,4 10 0,0-10-432,4 6 432,-2-11 0,-1-3 0,2-1 0,-1-3 638,3 0-638,-4-4 0,2-1 0,-6-5 115,-1-2 1,0-3-1,0-2 1</inkml:trace>
  <inkml:trace contextRef="#ctx0" brushRef="#br0" timeOffset="103912">21786 7704 5734,'5'3'0,"2"0"0,-3-1 0,10-1 0,-6-1 0,7 0 0,-3 0 0,-4 0 0,1 0 0,-2 5 0,-8 6 0,2 2 0,-11 10 0,3-6 0,-4 5 0,3-6 0,0 1 0,1 0 0,1 0 0,-1 22 0,4-20 0,1 16 0,3-26 0,4 0 0,0-4 0,3-1 0,0-4 0,3-2 0,0-3 0,1-1 0,3-7 0,-3 2 0,1-3 0,-6 3 0,0 1 0</inkml:trace>
  <inkml:trace contextRef="#ctx0" brushRef="#br0" timeOffset="104146">21706 7787 5734,'11'3'0,"9"-1"0,-2 0 0,8-1 0,7-2 0,-7-1 0,9-1 0,9-4 0,-17 2-136,12-4 1,-20 4-1,-1-1 1</inkml:trace>
  <inkml:trace contextRef="#ctx0" brushRef="#br0" timeOffset="104466">22089 7440 5734,'18'6'0,"0"1"0,1 2 0,14 10 0,-6-2 0,-3 0 0,1 2-2268,3 7 2268,-10-10 0,0 3 0,-1 8 0,-3 1 0,2 9 0,-6 6 0,-4 0 0,-7-4 68,-9 7 0,-3 0-68,-5-3 0,5-12 0,-1-3 0,-1-1 0</inkml:trace>
  <inkml:trace contextRef="#ctx0" brushRef="#br0" timeOffset="105752">23131 7737 5734,'-1'4'0,"2"0"0,2-3 0,9 0 0,1-2 0,11-1-288,1-1 288,0 0 0,2-1-719,18-2 719,0 0 0,1 0-1039,-17 2 1,1 0 1038,9-1 0,2 0 0,1 0 0,-1 1 0,-10 0 0,1 1 0,9 0 0,0-1 0,-14 2 0,0 1-716,10-1 1,-1 0 715,-10 1 0,0 0-350,7 0 1,-1-1 349,8 1-125,-4 0 125,-3 0 1422,-4-1-1422,7-1 0,-12-1 1421,4 1-1421,-13 0 1269,3-1-1269,-8 2 1021,4 0-1021,-11 2 0,2-1 0,-4 0 206,-2-1-206,-1 0 0,-3 1 0,4 0 0,-1 1 0,0 0 0,1-1 0,-2 0 0,1-1 0,1 1 0,-1 0 0,1 0 0,0-1 0,-1 0 0,1 1 0,0-1 0,0 0 0,1 0 0,0 0 0,0 1 0,0-1 0,0 0 0,-1 1 0,0-1 0,-1 0 0,1 1 0,-2 0 0,2-1 0,-2-1 0,2 1 0,-2-1 0,1 1 0,-7-7 0,4 4 0,-6-5 0,4 5 0,-1 0 0,-3-2 0,2 1 0,-7-3 0,6 5 0,-3-3 0,4 4 0,-1-1 0,2 1 0,-2 0 0,1 0 0,0 0 0,-1 0 0,-2-2 0,3 2 0,-2-2 0,5 3 0,0-1 0,1 1 0,0 1 0,5 0 0,5 1 0,3 1 0,13 2 0,10 5 0,-4-1-422,5 2 422,-14-3 0,6 3 0,-7-2 0,4 4 0,-9-3 0,-1 2 0,-2-1 0,-3 7 0,-3-3 422,-4 6-422,-11 5 0,-11 5 0,-1 1-374,-4 1 374,7-11-625,0 0 625,1-1 0,1 0 0,2-2 0,1-2 0,0 3 0,5-6 0,2 2 0,3-8 87,3-3 1,2-5-1,3-2 1</inkml:trace>
  <inkml:trace contextRef="#ctx0" brushRef="#br0" timeOffset="106568">23702 6786 5734,'7'4'0,"1"0"0,0 1 0,8 6 0,-3-2 0,5 6 0,-4-4 0,7 7 0,-4-4 0,3 3 0,-2 0 0,-6-5 0,3 3 0,-3-2 0,-3-4 0,1 2 0,-2-2 0,-4-2 0,1 1 0,-3-1 0,0-2 0,0 1 0</inkml:trace>
  <inkml:trace contextRef="#ctx0" brushRef="#br0" timeOffset="106847">24062 6637 5734,'-4'7'0,"-1"1"0,-4 12 0,1-2 0,-3 11 0,-4 11-482,4-5 482,-2 7 0,0 1-1173,6-19 0,1-1 1173,-5 14 0,1 1 0,3-9 0,1-3 624,-3 16-624,2 5 0,1-1 0,2-9-348,2-3 0,0-4 348,2-16 179,0-3-179,3-4 0,0-3 0,2-2 0</inkml:trace>
  <inkml:trace contextRef="#ctx0" brushRef="#br0" timeOffset="107429">24202 6837 5734,'-5'2'0,"1"0"0,3-2 0,0 0 0,0 2 0,0-2 0,-1 2 0,0 1 0,0 0 0,-2 3 0,-16 20 0,10-12-307,-13 17 307,14-17 0,0 0 0,1 2 0,-3 8 0,4-6 0,-1 8 0,3 6 0,3-12 0,0 11 0,5-10 0,-1-4 0,3 2 0,3-1 0,-1-6 0,7 6 0,-5-10 0,3 3 0,-4-6 307,2 0-307,-3-2 0,2 0 0,-5-1 0,0-1 0,-2-2 0,0-3 0,-2-1 0,-1-1 0,-1-2 0,0 0 0,1-3 0</inkml:trace>
  <inkml:trace contextRef="#ctx0" brushRef="#br0" timeOffset="107930">24190 6990 5734,'12'-2'0,"0"1"0,-4 1 0,5 1 0,-4 1 0,7 4 0,-8-1 0,-2 30 0,-8-18 0,-4 21 0,-10-10 0,7-11 0,-6 9 0,6-10 0,4-6 0,-1 6 0,4-9 0,1 1 0,6-5 0,-1-4 0,13-5 0,-7 1 0,8-3 0,-6 2 0,-3 1 0,2-3 0,-4 0 0,-1 0 0</inkml:trace>
  <inkml:trace contextRef="#ctx0" brushRef="#br0" timeOffset="108098">24209 7090 5734,'14'1'0,"0"-1"0,2 1 0,1-2 0,2 1 0,1-1 0,9-3 0,-7 1 0,7-3 0</inkml:trace>
  <inkml:trace contextRef="#ctx0" brushRef="#br0" timeOffset="108347">24513 6827 5734,'17'19'0,"-1"1"0,4 19 0,-2 5 0,0-3-1093,-7-11 1,2 3 0,-4-4 901,-3 2 191,-4-1 353,0-2-353,-2-1 0,-2-1 0,-2-2 0,-4 6 0,0-8 0,-3 4 344,-6-5-344,4-7 0,-6 3-2,5-11 1,-1-1 0,1-3-1</inkml:trace>
  <inkml:trace contextRef="#ctx0" brushRef="#br0" timeOffset="111532">20168 9076 5734,'-1'14'0,"4"12"0,0-1-416,2 11 416,-1-12 0,0 0-1430,2 14 1430,-3-12 0,1 1 0,2 9 0,-2-1 0,3 11 0,-2-3 0,-1-2 0,1-4 0,-1 8 0,-1 1 0,-1-19-30,2 19 30,-2-33 0,0 3 0,0-17 175,-2-2-175,-3-26 0,-1 8 0,-1-18 0</inkml:trace>
  <inkml:trace contextRef="#ctx0" brushRef="#br0" timeOffset="111879">20211 9410 5734,'25'2'0,"0"-1"0,7-4 0,-5 0 0,7-4 0,-9 1-944,-1-1 944,1-1 0,17-11 0,-15 6 0,1-3 0,-3-1 0,-5 1 0,-3-2 0,-2-2 0,-6 2 305,2-9-305,-11 7 0,-2 5 156,-5-8-156,2 13 0,-3-3 0,3 7 483,-5 10-483,5 11 0,-2 17 0,6 2-260,2 5 260,2 7 0,0-9 0,1 3 0,-1 0 0,2 1 0,0-2 0,0-2 0,0-4-738,1 8 738,-2-17-372,1 5 372,-1-10 0,0 3 0,-1-8 0,-1-6 231,0 1-231,-1-9 0,0 0 0</inkml:trace>
  <inkml:trace contextRef="#ctx0" brushRef="#br0" timeOffset="112221">20882 9215 5734,'-13'15'0,"-5"12"0,3-4 0,-3 10 0,3 5-1975,5-8 1975,0 10 0,7-2 0,2-10 0,4 8-259,3-5 259,1-8 508,3 4-508,2-7 0,-3-6 0,4 1 0,0-6 0,-4-3 962,4-2-962,-4-4 0,0-3 0,1-1 0</inkml:trace>
  <inkml:trace contextRef="#ctx0" brushRef="#br0" timeOffset="112536">20971 9349 5734,'16'0'0,"3"2"0,-9 1 0,3 1 0,-1 4 0,-4-2 0,5 17 0,-8-8 0,0 12 0,-5-1 0,0-5 0,-2 7 0,0 1 0,2-7 0,-2 14 0,6-5 0,-2-5 0,4-3 0,-2-14 0,0-2 0,5-3 0,-2-2 0,3-4 0,2-5 0,-2 0 0,1-4 0,-3-2 0,-4 1 0,1-5 0</inkml:trace>
  <inkml:trace contextRef="#ctx0" brushRef="#br0" timeOffset="112702">21029 9543 5734,'10'0'0,"8"0"0,6-2 0,3 0 0,11-3 0,-14 1-833,7-2 833,-10 1 0,-2 1 0,-1-2 0,0-1 0</inkml:trace>
  <inkml:trace contextRef="#ctx0" brushRef="#br0" timeOffset="112946">21386 9251 5734,'20'21'0,"-6"-3"0,6 9 0,-4 7 0,-5-6 0,-3 4 0,-3 0 0,-1 2 0,-2-8 0,-2 2 0,-10 9 0,-3-1 0,1 0-811,-2-1 0,0-2 811,4-15 236,-3 2-236,5-7 0,-4 0 0,2-8 0,3-8 0,-1-5 0</inkml:trace>
  <inkml:trace contextRef="#ctx0" brushRef="#br0" timeOffset="114996">21778 9360 5734,'3'-4'0,"3"-2"0,-1 3 0,4-2 0,1 0 0,0 1 0,4-2 0,5 1 0,-2 0 0,5 0 0,10-2 0,-12 3 0,15-4 0,-16 3 0,-7 2 0,-4-1 0,-13 6 0,-2 0 0,-3 2 0,0-1 0</inkml:trace>
  <inkml:trace contextRef="#ctx0" brushRef="#br0" timeOffset="115208">21738 9461 5734,'20'4'0,"-5"-1"0,11 0 0,0-1 0,-5-1 0,8 0 0,13-2 0,-14-1 0,-1 0 0,-2-1-373,-2 1 373,2 0 0,-13 2 0,-1 1 0,-2 1 0</inkml:trace>
  <inkml:trace contextRef="#ctx0" brushRef="#br0" timeOffset="117070">22369 8798 5734,'-3'-5'0,"2"1"0,2 0 0,7 4 0,1 1 0,6 3 0,8 6 0,-4 0 0,7 6 0,2 3 0,-6-3 0,6 6 0,-2 2 0,-6-6 0,-3 0 0,0 0 0,-1 0 0,5 10 0,-9-11 0,-5-4 0,0 2 0,-9-1 0,-1-4 0,-3 2 0,0-4 0</inkml:trace>
  <inkml:trace contextRef="#ctx0" brushRef="#br0" timeOffset="117346">22692 8673 5734,'0'19'0,"-1"14"0,-1-6-675,-2 14 675,0-15 0,0 1-1689,-4 17 1689,3-15 0,-1 2 0,0 0 0,1 0 0,-3 16 0,3-18 0,1 1 0,1-2 0,1-1 0,-1 13 267,2-16 0,0 2-267,2 7 0,2-1 0,-2-1-216,2-3 1,-1-3 215,0-15 69,2-4 0,1-4 0,2-2 1</inkml:trace>
  <inkml:trace contextRef="#ctx0" brushRef="#br0" timeOffset="118024">23022 8823 5734,'-9'4'0,"-1"2"0,-1 2 0,-1 3 0,-2 5 0,-10 23 0,7-11 0,0 8 0,2 0-1640,2-2 1640,5-8 0,0 1 0,3 14-450,3-12 450,1 9 0,5-6 0,0-9 0,2 4 0,4-8 0,-1-7 0,4 1 0,2-4 0,2-6 0,2-3 0,0-5 0</inkml:trace>
  <inkml:trace contextRef="#ctx0" brushRef="#br0" timeOffset="118370">22993 8994 5734,'2'-5'0,"2"1"0,9-1 0,-4 2 0,8 0 0,-3 5 0,-2 0 0,2 2 0,-5-1 0,0 1 0,-1 2 0,-2 1 0,-2 22 0,-2-11-332,-3 17 332,-2-16 0,-2 1 0,-2 9 0,2-6 0,-1 8 0,2-2 0,2-7 0,1 3 0,7 3 0,0-15 0,4 7 0,-2-17 0,2-3 0,7-4 0,-4-1 0,3-2 332,-4-4-332,-5 2 0,0-6 0,-4 2 0</inkml:trace>
  <inkml:trace contextRef="#ctx0" brushRef="#br0" timeOffset="118562">23040 9126 5734,'41'-1'0,"-13"1"0,0-1 0,7 0 0,13-2 0,-3 0 0,-12-1 0,8-2 0</inkml:trace>
  <inkml:trace contextRef="#ctx0" brushRef="#br0" timeOffset="118779">23436 8890 5734,'19'37'0,"-7"-12"0,8 17-1601,-10-17 1601,-2 1 0,0 12 0,-4-8 0,-1 8 0,-8-2 0,-1-9 0,-3 6 0,-5-10 0,-2-2 0,0 1 0,-1-3 0,1-2 0,2-7 0</inkml:trace>
  <inkml:trace contextRef="#ctx0" brushRef="#br0" timeOffset="119229">22357 9568 5734,'28'3'0,"-3"-1"0,13 2-1639,-11-2 1,0-1 1622,17 2 16,-14-2 0,4 1-581,1 0 0,7 0 0,0 0 1,-4 0 580,4 0 0,0 0-30,-2 0 1,5 0-1,0 0 1,-6 0 29,-4 0 0,-3 0 0,0 1 0,2 0 0,-2-1 0,5 2 0,-1-1 0,10 2 0,-1 0 0,-4 1 0,-3 0 0,-10-2 0,-1 0 0,4 1 0,2 1 0,0 1 0,-3 1 0,-4 1 1967,12 4-1967,-44-7 666,-6-1 1,-5-2-1,-3-1 1</inkml:trace>
  <inkml:trace contextRef="#ctx0" brushRef="#br0" timeOffset="120029">22618 9806 5734,'-2'-10'0,"0"0"0,1 2 0,-2 1 0,2 3 0,0 1 0,-1-2 0,1 3 0,0 0 0,8 14 0,-2-3 0,7 9 0,1 3 0,-1-4 0,4 8 0,4 6 0,-4-5-960,6 8 960,-5-9 0,0 1 0,0-1 0,1 2 0,-1-2 0,1 0-690,0 0 690,0-2 0,-1 0 0,4 5 0,-6-8 0,2 3 0,-7-6 0,-5-7 0,-3 2 0,-5-7 0,-3-2 0,-1 0 0</inkml:trace>
  <inkml:trace contextRef="#ctx0" brushRef="#br0" timeOffset="120230">22561 10286 5734,'9'-22'0,"3"-1"0,2-2 0,4-1-1861,2-2 1861,3 2 0,0 1 0,2 1 0,7-6 0,-8 7 0,1 1 0,10-8 0,-10 8 0,6-4 0,-11 8 0,-1 2 0</inkml:trace>
  <inkml:trace contextRef="#ctx0" brushRef="#br0" timeOffset="120565">23173 9789 5734,'-5'3'0,"-2"6"0,1-1 0,-11 18 0,6-9 0,-2 6 0,0 2 0,2 0 0,-5 16 0,11-6 0,2 0 0,0 1-606,1 0 1,2-3 605,2-10-460,4 7 460,-1-9 0,3 5-150,1-7 150,-2-7 0,4 1 0,12-8 282,-12-4 0,12-4 1,-16-3-1</inkml:trace>
  <inkml:trace contextRef="#ctx0" brushRef="#br0" timeOffset="120937">23162 10003 5734,'7'-2'0,"0"1"0,10 0 0,-1 1 0,3 1 0,-5 2 0,-6 1 0,0 1 0,-2 2 0,0 6 0,-3-1 0,-1 4 0,-4 6 0,-2-6 0,-2 7 0,1-7 0,0 8 0,1-6 0,1 4 0,4-2 0,1-6 0,3 3 0,4-4 0,-2-6 0,6 2 0,-2-7 0,0-2 0,3-2 0,-1-2 0,2-2 0,4-3 0,-5 0 0,1-3 0,-8 2 0,-1-2 0,-2 0 0</inkml:trace>
  <inkml:trace contextRef="#ctx0" brushRef="#br0" timeOffset="121097">23176 10107 5734,'19'3'0,"-2"0"0,7-1 0,11-1 0,-8-1 0,14-1 0,-2-1-1721,-10 0 1721,7 0 0,-14-1 0,-1-2 0,-1 0 0</inkml:trace>
  <inkml:trace contextRef="#ctx0" brushRef="#br0" timeOffset="121352">23602 9757 5734,'26'18'0,"-11"-6"0,12 16 0,-17-6 0,0 15-2137,-5-6 2137,0 12 0,-7-18 0,-2-1 0,-2 15 0,0-14 0,-1 0 0,-5 12 0,-3-2 0,-1 1 0,-1-2 0,5-12 0,-1 1 0,-5 9 0,-6 7 0,1-9 0,6-12 0,-6 0 0,8-13 0</inkml:trace>
  <inkml:trace contextRef="#ctx0" brushRef="#br0" timeOffset="122521">19618 8585 5734,'-7'44'0,"0"0"0,1-4 0,0 3 0,1-3-1004,0 1 0,1 4 1004,1-9 0,0 6 0,-1 4 0,1 1 0,0-2 0,1-6-1018,-1 5 0,1-4 0,0 5 1018,0-1 0,0 5 0,0 1 0,0-1 0,0-7-224,1-4 0,1-4 0,0-1 224,0 3 0,0-1 0,0 1 0,0-2 0,0 0 0,0 2 0,0 0 0,0 1 0,0 0 0,0-1 0,0 1 0,-1-2 0,1 2 0,-1 8 0,0 2 0,0-3 0,0 2 0,-1-3 0,0-2 0,0 0 0,1-2 0,-1-1 0,0-2 0,1-1 0,-1 7 0,1 0 0,-1-6 0,1-1 0,0-1 0,-1-3 0,1 13 0,0-23 0,-1-4 932,1-4-932,0 2 2694,0-6-2694,1 0 1694,0-7-1694,0-2 414,1-3-414,0 0 0,2-4 0,7 0 0,-1 1 0,5-3 0,1 3 0,2 0 0,4 1-646,4 1 646,6 2 0,-3 2 0,3-1 0,-6 1 0,2 1-657,10-1 0,4 1 657,-6-1 0,2 1 0,-2-1-959,10 1 1,3 0 958,-5-1 0,4 1 0,3 0 0,-1 0-372,-10-1 1,0 1-1,0 0 1,1 0 0,2 0 371,-3 0 0,2 0 0,2 0 0,0 0 0,0 0 0,-1 0 0,-1 0 0,2 0 0,0 0 0,-1 0 0,-1 0 0,1 1 0,1-1 0,1 0 0,2 0 0,0 1 0,-1-1 0,-1 0 0,-1 1 0,-1-1 0,-1 1 0,-2-1 0,1 1 0,0-1 0,2 1 0,-1 0 0,0-1 0,1 1 0,3 0 0,-3 1 0,2-1 0,2 1 0,0-1 0,0 1 0,-1 0 0,-2-1 0,6 1 0,-3 0 0,0 1 0,1-1 0,4 1 0,-10-1 0,3 1 0,2-1 0,1 1 0,1 0 0,-1 1 0,-2-1 0,-1 0 0,-4 0 0,9 1 0,-4-1 0,-2 1 0,0 0 0,3 1 0,1-1 0,1 1 0,2 0 0,-1 0 0,-2 0 0,-3 0 0,4 1 0,-4-1 0,-1 1 0,0 0 0,-2 0 0,-2-1 0,2 1 0,3 1 0,-6 0 0,3 0 0,3 1 0,1 0 0,-2 0 0,-2 0 0,-4-2 0,3 1 0,-4 0 0,-1-1 0,3 1 0,8 2 0,5 1 0,0 0 0,-4 0 0,-8-2 0,2 2 0,-7-1 0,10 4 0,-1 1 0,-30-9 0,-9-4 0,-5-3 0</inkml:trace>
  <inkml:trace contextRef="#ctx0" brushRef="#br0" timeOffset="123184">19976 8199 5734,'20'13'0,"2"-1"0,1-6 0,3-1-1922,22 1 1922,-14-4 0,10-1 0,1 0 0,-4 0-750,-5-1 0,-2-1 0,7 1 750,-2 0 0,8-1 0,4 1 0,2-1 0,-1 1 0,-2-1 0,-6 1-361,6-1 0,-6 1 1,0 0-1,4-1 361,-8 1 0,3 0 0,1 0 0,2 0 0,0 0 0,-1 0 0,-1 0-20,5 1 0,-1 0 0,0 0 0,0 0 0,-1 0 1,-2 1 19,1-1 0,-1 0 0,-2 0 0,2 1 0,2-1 0,-7 1 0,3-1 0,0 1 0,1 0 0,0 0 0,0 0 0,0 0 0,0 0 0,1 1 0,0 0 0,0 0 0,0 0 0,-2-1 0,-1 1 0,7 1 0,-2-1 0,-2 1 0,2-1 0,2 1 0,-8-1 0,2 0 0,1 1 0,0-1 0,0 1 0,0-1 0,-1 1 0,4 1 0,-1-1 0,0 1 0,0 0 0,0 0 0,-1 0 0,-1-1 0,1 1 0,-1-1 0,-1 1 0,1 0 0,-1-1 0,0 1 0,0 0 0,-1 0 0,1-1 0,-2 1 0,-1 0 0,2-1 0,-1 1 0,-1-1 0,-2 1 0,-2-1 0,3 0 0,0 1 0,0-1 0</inkml:trace>
  <inkml:trace contextRef="#ctx0" brushRef="#br0" timeOffset="123514">24688 8587 5349,'-1'46'0,"0"-1"0,0 0 0,0 1 0,0-1 0,-1-3 0,1 1 0,0-1 0,0-2 0,0-5-951,0-1 1,1-4 0,-1 4 950,1 3 0,-1 5 0,1 2 0,0-1 0,0-3-785,-1 7 0,1-3 0,0 3 785,0-6 0,0 5 0,-1 0 0,1-1 0,0-5-48,0 3 0,-1-4 1,1-1 47,0 2 0,-1 0 0,0-1 0,0-1 0,1-1 0,-1 5 0,-1-6 0,0 4 0,-1 4 0,1-1 0,-1-2 0,1-4 0,-1 7 0,0-3 0,0 3 0,0-3 0,-1 6 0,1 0 0,-1-4 0,0-6 0,-1 0 0,-1-5 0,1-2 0,-1 0 0,0-4 0,-1-2 0,-7 17 0,-2-9 0,1-6 0</inkml:trace>
  <inkml:trace contextRef="#ctx0" brushRef="#br0" timeOffset="152477">24004 11220 5734,'-5'-5'0,"1"1"0,3 5 0,0 9 0,1-3 0,-1 10 0,-1 21 0,1-14-824,-2 23 824,2-20 0,0 3 0,-1-6 0,0 1 0,1 16 0,-1-12 0,1 0 0,0 6 0,0-1 0,1-7 0,0 1-479,-1 9 0,1 2 479,0 4 0,0-1-1104,0-8 1,0 1 1103,-1 11 0,1 2 0,-1-12 0,0 1 0,0-2-873,-1 8 1,0 1 872,1-6 0,-2 2 0,1-1 0,-1 4 0,0 0 0,0 0 0,-1 0 0,0 1 0,1 0 0,-1 0 0,0-1 0,0 1 0,1 1 0,-1-1 0,0 0 0,0-1 0,0 3 0,1-7 0,0 5 0,0 1 0,0-2 0,0-4 0,1-1 0,0 0 0,0 1 0,-1 7 0,0 1 0,0 0 0,1-3 0,-1 4 0,2-2 0,-1-3 0,0 5 0,-1-1 0,1-1 0,0 3 0,-1-4 0,1 2 0,-1-1 0,1-11 0,1 0 0,-1 0 0,0 10 0,-1 2 0,1-3 0,-1 2 0,1-1 0,-1-2 0,1 2 0,0-6 0,-1 3 0,0-3 0,1 4 0,-1 3 0,1-11 0,0 5 0,-1 3 0,1-3 0,0-5 0,-2 9 0,1-2 0,1-6 0,0 3 0,-1-1 0,1-5 0,-1-5 0,1-2 0,-2 13 0,1-1 0,0-9 0,-1-1 0,0 9 0,1-2 0,-3 11 0,2-17 0,0 0 0,-1 12 0,2-16 0,-1 0 0,-1 13 0,2-12 1957,-1 2-1957,2-9 0,1-7 1817,1 1-1817,0-7 1710,0-1-1710,0-1 250,0-1-250,0 0 0,0 0 0,0-1 0,0 1 0,0-1 0,0-1 0,0 1 0,0-1 0,0 1 0,0 0 0,0-1 0,0 1 0,0 0 0,0 0 0,1-6 0,0-2 0,1-3 0,-2-2 0,0 4 0,-1-7 0,0 5 0,0-3 0,-1 2 0,0-1 0,-1-1 0,-2-5 0,1 2 0,-2-3 0,2 5 0,-1 1 0,1-1 0,-1 1 0,-2-5 0,-2-5 0,-1 2 0,1-2 0,-1 4 0,3 5 0,-2-4 0,3 6 0,0-3 0,2 4 0,1-1 0,1 2 0,1 4 0,0-3 0,1 5 0,0-1 0,0 4 0,1 3 0,2 2 0,1 5 0,1 0 0,0 4 0,5 13 0,-2-5 0,6 21-1009,-4-16 1009,2 9 0,-4-12-410,0 0 410,-1-2 0,0-2-65,0-2 65,0-2 0,0-4 0,5-1 956,-2-7-956,5-3 452,-3-7-452,0-5 0,2-4-289,0-3 289,0-2 0,7-13 0,-7 9 0,2-2 0,7-10 0,0 0 0,-6 9 0,0 1-430,1-1 1,-1 3 429,-5 9-33,0-9 33,-9 13 331,-5-4-331,-12 16 0,-5 1 0,-2 1 0</inkml:trace>
  <inkml:trace contextRef="#ctx0" brushRef="#br0" timeOffset="153639">22953 16056 5734,'11'10'0,"-3"-3"0,1 6 0,-1 2 0,-2-1 0,0 6 0,0 10 0,-3-3 0,1 11 0,1 7-1823,-2-7 1823,-1-14 0,2 1 0,0 11 0,0 0 0,3 10 0,-1-2 0,1 8 0,0-8 0,-4-20 0,1 0 0,3 26 0,0-6 0,-3-24 323,0 3-323,-2-7 0,1 2 0,-2-4 0,-1-5 0,0 1 0,0-2 1384,-1 3-1384,1-5 116,0 1-116,-1-6 0,0-1 0,0-2 0,-1 1 0,1-2 0,1 0 0,-2 1 0,0-1 0,0-1 0,1 2 0,-1-2 0,1-1 0,0 1 0,1-2 0,-1 1 0,0-3 0,0 1 0,0-3 0,2-1 0,0 1 0,4-12 0,0 6 0,1-4 0,-1 6 0,1 1 0,-2 4 0,2-2 0,-2 5 0,4-3 0,-1 2 0,1-2 0,-2 3 0,9-9 0,-8 8 0,7-6 0,-11 10 0,1 1 0,-2 0 0,1 2 0,-1 0 0,1 1 0,0 3 0,0 1 0,1 2 0,-1 3 0,-1-2 0,1 3 0,-1-1 0,-1 5 0,1-3 0,-1 6 0,0 2 0,-1-4 0,0 6 0,0-5 0,0 0 0,-1 0 0,1-1 0,-1 0 0,1-1 0,0-1 0,0-1 0,0 3 0,0-6 0,0 2 0,0-1 0,0-8 0,-2 2 0,-1-11 0,0 1 0,-1-1 0,1-2 0,-1 0 0</inkml:trace>
  <inkml:trace contextRef="#ctx0" brushRef="#br0" timeOffset="154313">23361 16484 5734,'5'3'0,"1"5"0,-3-3 0,0 4 0,0 1 0,-1-2 0,0 3 0,-1-1 0,0-1 0,-2 3 0,0-4 0,0 6 0,-1-3 0,1 3 0,-1-3 0,1 1 0,0 0 0,0 0 0,0 0 0,0 0 0,0 6 0,0 0 0,1 26 0,-1-22 0,0 14 0,0-26 0,2 3 0,0-4 0,0 3 0,-1-5 0,2 3 0,-1-3 0,3 6 0,-2-7 0,3 4 0,-3-7 0,1 0 0,0 0 0,1 0 0,0-1 0,-1 0 0,1-2 0,0 0 0,0 0 0,-1 0 0,1 0 0,-1 0 0,1 1 0,-1-1 0,0 1 0,1-1 0,-2 0 0,2 0 0,-2 0 0,3 0 0,-1 0 0,2 0 0,2-1 0,-4 1 0,-5-3 0,-4 1 0,-4-3 0,1 2 0,1-1 0,1-1 0,0 1 0</inkml:trace>
  <inkml:trace contextRef="#ctx0" brushRef="#br0" timeOffset="154554">23260 16409 5734,'9'-2'0,"0"2"0,12 2 0,-5-1 0,8 2 0,5-1 0,-12 0 0,10 1 0,-11 2 0,-5-1 0,3 2 0</inkml:trace>
  <inkml:trace contextRef="#ctx0" brushRef="#br0" timeOffset="155163">23568 16567 5734,'2'-5'0,"1"1"0,-2 5 0,0 2 0,1 1 0,0-1 0,1 3 0,2 6 0,-2-3 0,4 17 0,-4-11 0,2 8 0,-3 0 0,0-4 0,-1 6 0,0 2 0,-1-7 0,0 7 0,0-3 0,0-5 0,0 3 0,0-10 0,0 0 0,-1-5 0,1 1 0,-2-8 0,0-5 0,1-4 0,0-12 0,1 5 0,0-7 0,0 5 0,1-9 0,0 6-318,2-8 318,-1 9 0,8-21 0,-5 18 0,6-15 0,-6 23 0,-2 5 0,3-3 0,-4 9 0,2-2 0,-1 4 318,3 1-318,-1 1 0,1 1 0,-1 2 0,0 0 0,1 1 0,-1 1 0,2 2 0,1 6 0,-2-1 0,2 5 0,-2 4 0,-3-6 0,2 6 0,-3-7 0,1 5 0,-1-6 0,1 4 0,-1-7 0,-1-1 0,-1 0 0,-1 3 0,0-5 0,-1 4 0,0-7 0,-4 2 0,4-6 0,-3 1 0</inkml:trace>
  <inkml:trace contextRef="#ctx0" brushRef="#br0" timeOffset="155689">23862 16420 5734,'12'2'0,"3"0"0,-5-1 0,35-2 0,-27 0 0,22-3 0,-25-1 0,-6 1 0,4-1 0,-9 4 0,0 2 0,-4 0 0,-2 5 0,1-2 0,-2 4 0,0 1 0,1-3 0,-2 10 0,3-9 0,0 6 0,1-1 0,0-2 0,0 5 0,0 2 0,0-3 0,0 6 0,1 2 0,1-3 0,0 5 0,0-6 0,2 9 0,-2-6-263,1 6 263,-2-9 0,-1 0 0,0 0 0,-4 26 0,1-17-387,-4 15 387,4-27 0,0-7 0,-2 1 0,3-5 253,-4 2-253,4-7 0,-3-3 0,-5-4 0,-1-2 0,-3-1 0</inkml:trace>
  <inkml:trace contextRef="#ctx0" brushRef="#br0" timeOffset="157961">24263 15738 5734,'-6'3'0,"-4"-3"0,4 0 0,-5-2 0,-2-3 0,0 2 0,-7-3 0,-23-4 0,11 4-734,4 0 1,-1 1 733,-11-2 0,2 1 0,-8-2 0,4 1-1453,3 1 0,0-1 1453,4 2 0,-3-1 0,-1-1 0,5 2-433,-4-2 1,1 1 432,0-1 0,-3 1 0,2-1-248,-7-1 0,0 0 248,8 1 0,-2 0 0,-3 0 0,4 0 0,-2 1 0,0-1 0,3 2 0,3-1 0,3 2 0,-5-1 0,-4 0 0,-6-1 0,-3 1 0,3 0 0,6 1 0,-7 0 0,2 2 0,-1-1 0,-2 0 0,3 1 0,-3 2 0,4 2 0,11-2 0,0 2 0,-7-1 0,0 2 0,6-1 0,4 1 0,-16 2 0,20-2 0,0 1 0,-12 1 0,13-1 0,-3 1 0,15-3 1757,1 1-1757,4-1 1886,1 1-1886,2-1 1801,-1 2-1801,3-1 290,-3 7-290,2-4 0,-1 4 0,2-5 0,0-2 0,0 2 0,0-2 0,0 0 0,1-1 0,1 0 0,0-1 0,0 0 0,2 1 0,-1 0 0,2 2 0,-1 3 0,0 10 0,1 0 0,2 9-527,-1-3 527,0 2 0,3 20 0,-1-8-725,-2-12 1,0 2 724,3 14 0,0 5 0,-2-21 0,-1 1-768,1 1 0,-1 0 768,1 2 0,0 2 0,1 15 0,0 2 0,-1-11 0,1 0-611,-1-4 1,0 1-1,-1-2 611,2 3 0,-1 0 0,0-3 0,1 3 0,-1-3 0,1 6 0,-1 0 0,0-7 0,1 2 0,-1 0-130,1 6 0,0 2 0,0-2 130,-1-4 0,1-2 0,-1 1 0,1 6 0,0 0 0,0 0 0,0-3 0,0-1 0,-1-4 0,0-2 0,0-2 0,2 9 0,-1-2 0,2 9 0,-1-4 0,0-4 732,-1-4-732,1-4 0,-1-3 1959,2 9-1959,-2-10 0,2 3 0,-5-14 1567,1-6-1567,-2-1 1234,0-1-1234,1-1 242,0-2-242,3 1 0,0-1 0,2 0 0,2 0 0,-2-2 0,3 1 0,2-1 0,-3-1 0,5 1 0,4-1 0,8-1 0,2 1 0,8 1-614,-4-1 1,-2 1 613,-2 1 0,4 1 0,-6 0 0,1-1 0,20 2 0,-16-1 0,3 1 0,6-2 0,5 0 0,-11-1 0,3 0 0,1 0 0,-1 0 0,4-1 0,-1 1 0,4-1-580,-6 0 1,4-1-1,2 0 1,-3 0 0,-4 0 579,1-1 0,-4 0 0,1 0 0,11-2 0,2 1 0,0-2 0,-11 1 0,0 0 0,-1-1 0,0 1-537,2-1 0,-2 0 1,2 0 536,-3-1 0,2 1 0,0-1 0,-2 0 0,-1 1 0,-2 0 0,0 0 0,15-4 0,0 0 0,-2 1 0,-1 0 0,-2 0 0,0 1 0,-3 0 0,-1-1 0,-2 2 0,-1-1 0,-2 1 0,-1 1 0,-3-1 0,0 1 0,-3 0 0,0 0 0,20-4 0,-5-1 199,-17 4 0,0 1-199,9-5 0,5-1 1816,-9 1-1816,-10 4 0,3-2 1591,-5 2-1591,-6 3 1145,9-1-1145,-8 2 642,1 1-642,-7 0 142,-3 0-142,0 1 0,-1 1 0,0-1 0,-1 1 0,0 0 0,2-1 0,-1-2 0,2-2 0,0-16 0,-2 5 0,0-25 0,-3 14-787,-2 0 1,0-2 786,-2-12 0,1 11 0,1 0 0,-1 5 0,1 0 0,-3-17 0,0 0 0,1 7 0,1 1-1154,-3-14 0,0 1 1154,2 12 0,1 1 0,-1-2 0,1 0-754,-1 0 0,1 1 754,-1-1 0,1 0 0,0 2 0,-1-1 0,-1-10 0,0-1 0,1 12 0,0 1 0,-1-9 0,-1 2-132,3 15 0,0 1 132,-3-6 0,1 1 0,-3-11 0,1 12 0,1 2 0,-1 1 0,-1-2 833,4 13-833,1 3 1967,0 1-1967,1 3 2297,0 0-2297,0 1 556,1 0-556,-1 1 0,1 3 0,1 2 0,-3 4 0,3-1 0,-3 3 0,3-3 0,-2 3 0,2-2 0,-2 3 0,2-3 0,-1 2 0,1 3 0,0-1 0,0 2 0,1 0 0,0-4 0,0 2 0,0-3 0,0 0 0,0-3 0,0 0 0,0 0 0,0 0 0,0-1 0,0 1 0,-3-1 0,1-1 0,-6-2 0,2 2 0,-7-2 0,4 0 0,-4-1 0,3 0 0,-7-3 0,2 1 0,-4-3 0,2 3 0,-1 0 0,-2 0 0,-16-1 0,7 3-888,-12-1 888,13 3 0,-14 2 0,12 0 0,6-1 0,-1 1 0,-17-1 0,7-2 0,-7-5 0,24-1 0,-4-4 0</inkml:trace>
  <inkml:trace contextRef="#ctx0" brushRef="#br0" timeOffset="175407">4651 16665 5734,'4'-1'0,"-2"0"0,1 4 0,-2-3 0,-1-3 0,1 2 0,-1-1 0,2 2 0,-1 0 0,2 0 0,-2 0 0,2 0 0,-1 0 0,6 0 0,-3 1 0,5 1 0,-2-1 0,1 0 0,3 1 0,0 0 0,2 0 0,7 1 0,-3-1 0,6 1 0,-6-2 0,8 0 0,-5-1 0,5 0 0,-1 0 0,-6 1 0,5-1 0,-4 1 0,3 1 0,-3-1 0,-1 1 0,-9-1 0,5 0 0,-3 0 0,4-1 0,-4 0 0,4 0 0,-3 0 0,4 0 0,1 1 0,6 1 0,2-2 0,-2 1 0,-2-1 0,-9-1 0,3 1 0,-5 0 0,0 1 0,0-1 0,0 1 0,-1-1 0,4 0 0,-2 0 0,6 1 0,-7-1 0,4 2 0,4 0 0,-7-2 0,7 2 0,-3-2 0,-4 0 0,4 1 0,-5-1 0,1 0 0,1 0 0,-1 0 0,0 1 0,6 0 0,-4-1 0,5 0 0,5 1 0,-8-1 0,15 0 0,-17 0 0,5 0 0,-7 0 0,0-1 0,7 0 0,-6-1 0,4 0 0,-5 1 0,0 0 0,0-1 0,5 1 0,12-3 0,-7 1 0,6-2 0,-12 2 0,-2 1 0,2 0 0,-5 1 0,5-1 0,-3 1 0,4-1 0,1-1 0,-4 1 0,6-2 0,-6 1 0,5-2 0,-3 3 0,3-3 0,-5 3 0,0 0 0,-1-1 0,6-1 0,-5 2 0,4-1 0,-6 1 0,6 0 0,15 0 0,-1-1 0,2 0-230,-12 1 230,-9 1 0,11 0 0,-8 0 0,10 0 0,11-1 0,-15 1-463,18 0 463,-21-1 0,18-1 0,-13 2 0,13-2 0,-11 3 0,-6 1 0,5 0 0,-9 1 0,0 0 0,0-1 0,-2 2 219,1-1-219,3 2 474,-3-1-474,2 1 0,-5-2 0,0 0 0,-2 1 0,1-2 0,-2 0 0,7 1 0,-5 0 0,5 0 0,1 0 0,-4 0 0,5 0 0,-6-1 0,0 0 0,8 1 0,14 0 0,-6-1 0,8 0 0,1-3 0,-13 1 0,13-2 0,-11 2 0,-6 0 0,6-1 0,-8 1 0,-1 0 0,1 0 0,5-1 0,6 0 0,-5 0 0,5 1 0,-15 0 0,2-1 0,-5 0 0,5 1 0,-3 0 0,3 0 0,-4 0 0,1 1 0,0 0 0,5-1 0,-4 0 0,6 0 0,-6 0 0,3-1 0,0 1 0,1-1 0,1 0 0,7-1 0,-5 1-310,6 0 310,-8 0 0,2 0 0,0 0 0,0 0 0,0 1 0,0 0 0,-1 0 0,1 1 0,10 1 0,2-1 0,4 1 0,-2-1 0,1 0-908,4 0 0,-2 0 908,-8-1 0,-4 1 0,6-1 0,7 0 0,2 0 0,5 1 0,-5-1 0,2 1 0,-6-1 0,0 0 0,-4 0 0,0 0 0,7 0 0,0 0 0,-10 0 0,-2-1 0,12 0 0,-6 0 0,1-1 0,7 0 0,-11 1 0,0 0-569,4-1 569,-12 1 159,4 0-159,-15 1 0,2-1 0,-6 1 1724,-1 0-1724,-9 0 711,-3 2-711,-10 0 0,-6 2 0,-2 2 0,-2 0 0,-20 4 0,13-2 0,0-1 0</inkml:trace>
  <inkml:trace contextRef="#ctx0" brushRef="#br0" timeOffset="184030">2528 16706 5734,'-3'-3'0,"0"0"0,0 2 0,0 2 0,0 0 0,0 2 0,-1 0 0,1-1 0,-4 1 0,4-2 0,-3 0 0,5-1 0,-1 0 0,6 3 0,-4-3 0,5 2 0,-4-2 0,1-1 0,-1 1 0,0 0 0,1 1 0,0 1 0,-1-1 0,0 0 0,1 1 0,0-1 0,-1 0 0,1 1 0,0-1 0,1 0 0,-1 0 0,1 0 0,-1 0 0,1 1 0,-2 0 0,2-2 0,-1 1 0,1-1 0,-2 0 0,2 0 0,-1 0 0,1 0 0,0 1 0,3 0 0,-3 0 0,3-1 0,-3 0 0,0 0 0,1 0 0,1 0 0,-1 0 0,2 0 0,-3 0 0,2 0 0,-1 0 0,2 0 0,-1 0 0,3 0 0,-3 0 0,3 0 0,-3 0 0,2 0 0,-2 0 0,3 0 0,-1 0 0,-2 0 0,3 0 0,-3 0 0,-1 0 0,2 0 0,2 0 0,-2 0 0,1 0 0,0 1 0,-2 0 0,2 0 0,-3-1 0,1 1 0,-1-1 0,1 0 0,-2 0 0,4 1 0,4 0 0,-2 1 0,3-1 0,-7 0 0,0 1 0,2-1 0,-1 0 0,3 0 0,0 0 0,-2 0 0,2-1 0,-3 0 0,4 0 0,-4 1 0,3 0 0,-2 0 0,-1-1 0,0 1 0,0-1 0,1 0 0,-1 1 0,0-1 0,-1 0 0,6 0 0,-5 0 0,5 0 0,-3 1 0,-2-1 0,2 0 0,1 0 0,-1 0 0,0 0 0,13 0 0,-10 0 0,11 0 0,-12 0 0,-2 0 0,2 0 0,2 0 0,-4 0 0,3 0 0,-3 0 0,-1 0 0,0 0 0,9 0 0,-2 1 0,2 0 0,-5 0 0,-2 0 0,-3-1 0,9 0 0,-7 0 0,4 0 0,0 0 0,-4 0 0,4 0 0,-4 0 0,1 0 0,-1 0 0,1 0 0,-1-1 0,5 1 0,-2-1 0,2 1 0,-3 0 0,5 0 0,-3 0 0,22-1 0,2-1 0,0 0 0,-2-1 0,-5 0 0,-11 2 0,10-2 0,-13 2 0,0 0 0,0 0 0,22 0 0,-16 0 0,24 0 0,-28 1 0,7 0 0,6-1 0,-10 1-212,11-1 212,-15 1 0,8 0 0,-7-1 0,6 1 0,-7-2 0,0 1 0,-1 0 0,-1 0 0,2-1 0,8-1 0,-5-1-220,6 0 220,-8 0 0,9-1 0,-7 1 0,4-1 0,-7 3 0,5-2 0,-6 2 207,5-2-207,-4 2 0,-4-1 0,10 2 0,-1 3 0,-3-1 0,-2 2 0,-11-2 225,-1 1-225,1 0 0,1 1 0,-2-1 0,0 0 0,-1 0 0,-11 3 0,1-1 0,-10 3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6-29T02:10:17.8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3687 13254 5734,'-5'-3'0,"-2"0"0,0 3 0,0 0 0,0 0 0,2 0 0,0 0 0,1-1 0,-5-1 0,3-1 0,-7-4 0,7 4 0,-3-4 0,1 2 0,1 0 0,-2-1 0,0-1 0,3 3 0,-3-2 0,1 1 0,1 1 0,-1-1 0,-1-1 0,2 2 0,-2-1 0,-3-2 0,3 3 0,-4-3 0,5 3 0,1 1 0,1 0 0,-1 0 0,-9 0 0,7 1 0,-13-1 0,12 2 0,-2 1 0,3 0 0,3 0 0,-7 1 0,4-1 0,-9 1 0,8-1 0,-3 0 0,-1 0 0,4 0 0,-4 0 0,-4 0 0,5 0 0,-14-2 0,15 1 0,-10-2 0,12 2 0,-2-1 0,-3 0 0,7 1 0,-13-1 0,13 3 0,-10 1 0,4-1 0,-3 0 0,3-2 0,4 1 0,2 0 0,0 0 0,0 0 0,-6 0 0,4 0 0,-5 0 0,0 0 0,3 0 0,-15-1 0,8 1 0,-5-2 0,7 1 0,6 0 0,-7 1 0,6 0 0,-5 0 0,7 0 0,2-1 0,-1 1 0,-7-3 0,6 2 0,-7-1 0,7 1 0,1 0 0,-1 1 0,-1-1 0,3 1 0,-3 0 0,0 0 0,2 0 0,-2 0 0,-1 1 0,1 0 0,-2 1 0,0-1 0,3 1 0,-3 0 0,1-1 0,3 1 0,-16 5 0,14-3 0,-9 3 0,13-5 0,1 2 0,-3 0 0,3 0 0,-3 0 0,0 1 0,2-1 0,-2 1 0,-3 2 0,5-2 0,-5 2 0,5-2 0,0-1 0,0 1 0,-4 0 0,3 0 0,-3 0 0,0 0 0,3 0 0,-2 0 0,0 2 0,3-3 0,-4 4 0,-2-1 0,5-1 0,-9 2 0,10-3 0,-3 0 0,0 0 0,2 0 0,-2 1 0,-4 2 0,6-3 0,-9 6 0,9-5 0,-3 2 0,-9 8 0,10-7 0,-10 7 0,14-10 0,0-1 0,0 0 0,-1 1 0,2-1 0,-1 1 0,-1 2 0,1-2 0,-2 2 0,3-2 0,-2 4 0,2-4 0,1 0 0,2-1 0,1-1 0,-2 1 0,1 1 0,0-2 0,-1 5 0,1-4 0,1 1 0,0 0 0,1-1 0,0 1 0,1 2 0,-1-1 0,2 3 0,-2 1 0,1-4 0,0 10 0,0-9 0,2 9 0,-1-11 0,0 4 0,0-3 0,0 3 0,3 1 0,-2-2 0,0-2 0,-2-4 0,1 2 0,0-2 0,0 2 0,1-1 0,-1-1 0,2 2 0,-3-1 0,0 0 0,1 1 0,0 1 0,1-1 0,-1-1 0,0-1 0,-1-1 0,0 0 0,-1 0 0,1-2 0,1 1 0,-1-1 0,1-1 0,-1 1 0,1-1 0,-1 2 0,2 2 0,-1 0 0,2 3 0,-2-3 0,3 3 0,-2-3 0,1 1 0,4 5 0,-5-4 0,5 3 0,-2-3 0,-4-3 0,3 2 0,-3-2 0,2 1 0,0 1 0,1 0 0,0 0 0,-1-1 0,0 1 0,4 3 0,-4-3 0,5 5 0,-6-6 0,2 2 0,1 0 0,-2-2 0,5 4 0,-5-4 0,2 3 0,-4-4 0,0 0 0,0 0 0,0 0 0,0 0 0,0 0 0,-1-1 0,1 0 0,0 0 0,2 1 0,2-1 0,0 2 0,-1-2 0,-3-1 0,0 0 0,0 0 0,-1 0 0,1 0 0,0 1 0,0 0 0,1 0 0,1 1 0,-1-1 0,2 1 0,-1-1 0,0 1 0,0-1 0,0 0 0,1 1 0,-1-1 0,3 2 0,-2-2 0,0 1 0,2 0 0,-2-1 0,2 1 0,0 0 0,-2 0 0,2 1 0,-1 1 0,0-2 0,1 1 0,1-1 0,-2 0 0,2 1 0,0 0 0,-2-1 0,3 1 0,0-1 0,-2 0 0,1 0 0,3 1 0,0 0 0,1 0 0,-2 0 0,-3 0 0,-1-2 0,2 1 0,-1 0 0,0-1 0,1 0 0,-2 0 0,0-1 0,3 1 0,0-1 0,-1 1 0,1-1 0,-3 0 0,0 0 0,1 0 0,2 1 0,-3-1 0,4 0 0,1 0 0,-4 0 0,9 0 0,-9 0 0,8 0 0,-8 0 0,4 0 0,1 0 0,-4 0 0,10 2 0,-9-1 0,10 2 0,-10-3 0,9 2 0,-10 0 0,10 0 0,-2 0 0,0 1 0,-2-1 0,-7 0 0,0-1 0,2 0 0,-2-1 0,9 0 0,-7 0 0,17 0 0,-11 0 0,6-1 0,-3 0 0,-8 1 0,5 0 0,-3-1 0,-2 0 0,3-1 0,1 0 0,-3 1 0,3-1 0,1 0 0,-4 1 0,3-1 0,1 0 0,-5 1 0,11-2 0,-11 1 0,12 0 0,-12 0 0,4 0 0,-2 0 0,-2 0 0,1-1 0,15-6 0,-13 4 0,12-5 0,-15 6 0,10-2 0,-7 2 0,11-3 0,-12 4 0,2-2 0,14-4 0,-14 5 0,13-4 0,-17 6 0,1-2 0,-1 1 0,0-1 0,0 1 0,-3 0 0,2-1 0,1 0 0,-4 1 0,8-3 0,-7 3 0,3-2 0,-2 1 0,-1 1 0,1-1 0,0 0 0,3-1 0,-3 1 0,3-2 0,0 1 0,-3 2 0,3-2 0,-2 0 0,-1 0 0,1 1 0,2-1 0,-2 2 0,2-2 0,-2-1 0,-5 3 0,2-3 0,-4 4 0,0-2 0,0 0 0,0 1 0,0-1 0,3-4 0,-3 3 0,5-8 0,-5 7 0,3-7 0,-3 8 0,0-6 0,-1 5 0,-1-1 0,0-4 0,0 3 0,-1-12 0,0 9 0,-1-5 0,-1 1 0,0 3 0,-1-4 0,-2 0 0,1 3 0,-2-4 0,-2-1 0,2 5 0,-4-5 0,2 6 0,-1 0 0,-4-3 0,-7-3 0,4 3 0,-3 2 0,11 8 0,-1 0 0,2 1 0,-5-1 0,4 2 0,-5 0 0,0 4 0,4 3 0,-4 2 0,7 3 0</inkml:trace>
  <inkml:trace contextRef="#ctx0" brushRef="#br0" timeOffset="2280">10340 13062 5734,'-38'14'0,"3"-1"0,-1 1-1832,8-3 1832,-8 4 0,1-1 0,8-3 0,-7 4 0,1 0 0,10-3 571,-7 4-571,4 1 0,7-5 300,-5 4-300,5 1 0,0 2 0,-4 13 0,9-10 0,1 12 0,8-17 961,1 7-961,3 2 0,2-6 0,1 7 0,4 0 0,-2-5 0,4 6 0,0-4 0,2-1 0,3 4-457,-2-4 1,0 0 456,5-4 0,-1 0 0,11 7 0,-6-6 0,7 5 0,4-1 0,-8-6 0,9 3 0,2-1 0,-7-6 0,7 4 0,4-5 0,-10-4 0,12 1 0,-12-5 0,0-1 0,10 1 0,8-2 0,1-1 0,-2-4 0,-5-1 0,12-1 0,1-2 0,-9 2-1545,-5 0 0,-1-1 1545,2 1 0,6-2 0,-1 1 0,-8 1 0,-6 1 0,-5 0-560,3 0 0,1 1 560,-2-1 0,1 1 0,-1-1 0,2 1 0,11-2 0,1 0 0,-10 1 0,0 0 0,9-1 0,1-1 0,0 0 0,-2-1 0,-10 2 0,1-1 0,8-2 0,5-1 0,-6 0 0,-7 0 0,-2 1 0,16-4 0,-1-2 0,-14 1 0,-2-1 0,14-8 0,-16 7 0,-1-2-199,-4-4 0,-2 0 199,10-12 0,-12 10 0,-1-2 0,0-13 0,-3 0 0,-5 12 0,0-1 0,0-12 0,-1-6 0,-1 5 0,-4 13 0,-1-1 0,-2-9 0,-2-5 0,-1 6 0,-7-8 0,2 10 0,-3 2 0,-9 3 0,-5 1 0,-8 5 0,2 11 0,-9 1 0,3 1 0,-2 1 0,-2 0 0,-6 1 0,1-1 0,0 1 0</inkml:trace>
  <inkml:trace contextRef="#ctx0" brushRef="#br0" timeOffset="3631">7192 12998 5734,'-23'-4'0,"-1"0"0,-13 0 0,6 2 0,4 0 0,-2 1 0,-6 0 0,-4 2 0,-2-1-3047,-2 1 3047,10 1 0,-2 0 0,0 1 0,2 1 0,-11 2 0,2-1 0,1 0 0,4-1 0,-11 2-529,5-4 529,12 0 718,-9 0-718,5-1 0,9 0 0,-6-1 0,-6 0 0,15 0 0,-14 0 0,8-1 0,7-1 0,-2 1 0,-1-1 0,-1 1 0,0 0 0,-1 0 795,1 0-795,-11 1 0,-1 2 0,7 0 602,6 0 1,-3 1-603,-1 3 0,0 0 0,4-2 0,1 1-464,-5 1 1,2 1 463,-2 1 0,0 1 0,3-1 0,-1 1 0,-7 2 0,-3 2 0,1 0 0,6-2-161,-2 2 0,1 1 161,0 4 0,-7 3 40,14-3-40,9-5 0,0 1 0,-5 8 0,6-5 67,-4 6-67,4 1 0,3-5 0,-9 24 0,10-20 0,1 4 0,1 0 0,2-2 949,-3 13-949,6-9 0,1-7 0,0 25 0,3-23 364,0 15-364,4-10 0,-1-6 0,10 13 0,3 0 0,-1-5 0,0 1 0,4-2 0,-1-12 0,1-3-419,6 5 419,-4-5 0,1 0 0,19 7 0,-7-6 0,-13-7 0,3 2 0,17 3 0,0-1 0,-17-5 0,-1 0-784,20 5 0,-1-1 784,-4-3 0,-3-2 0,1 0 0,11 2 0,-12-3 0,0-1 0,2 0 0,0 0-853,-1-2 853,2 0 73,-12-1 0,1-2-73,15 1 0,-16-1 0,2 0 0,0-1 0,-2-1 0,17-1 0,-16 0 0,2 0 0,-1 0 0,0-1 0,16-2 0,-17 2 0,1-1 0,1 0 0,-1 0 0,16-3 0,-16 3 0,1-1 0,0 0 0,0 0 0,16-5 0,-17 5 0,2-1 0,0-2 0,-1 0 0,17-4 0,-17 4 0,1 0 0,-1 0 0,1 1 0,0 0 0,2-1 0,-2 0 0,2-1 0,-2 1 0,2 0 0,-2 0 0,3-1 0,0-1 0,-9 2 0,-3 0 0,15-5 0,0-4 0,1-2 0,1-2 0,-12 3 0,3-2 0,-4 1 0,9-9 0,-10 1 0,3-5 0,-5 3 0,-9 10 0,-2 0-510,10-17 1,-2 0 509,-10 3 0,-2 1 0,-6 4 0,0-1 0,-2-7 0,-1 10 0,-2-1 601,-10-7-601,1 11 0,-6-6 452,2 13-452,-2 1 0,-2 5 0,-5 4 0,-1 3 0,-10 0 0,7 3 0,-1 0 0</inkml:trace>
  <inkml:trace contextRef="#ctx0" brushRef="#br0" timeOffset="10666">4682 14273 5734,'-21'0'0,"0"0"0,-10 2 0,8 0 0,-7 1 0,-8 2 0,14-2 0,-22 3-940,24-3 940,-5 0-229,-1 1 229,8-1 0,-7-1 0,-5-1 0,12-1 0,-18 1 0,20-1 0,-20 0 0,10-1 0,-5 0-296,9 0 296,8-1 0,0 1 658,-5 0-658,5 0 0,-4 0 0,0 0 0,5 0 473,-3 0-473,-13-3 0,8 1 0,-10-2 0,14 0 0,-1 0 0,4 1 0,-4-1 0,-8-1 0,11 2 0,-24-3 0,25 4 0,-22-2 0,22 2 0,-19-1 0,20 2 0,-12-1 0,14 1 0,-4 0 0,-6-1 0,9 1 334,-20 0-334,13 2 0,-3 0 0,7 0 0,5 0 0,-11 0 0,7 0 0,-8 0 0,4 0 0,5 0 0,-5 0 0,-6 0 0,0 2 0,-2-1 0,6 0 0,-6 2 0,9-1 0,-9 2 0,3-1 0,6 0 0,-6 2 0,-1 0 0,7-1 0,-21 3 0,20-5 0,-10 2 0,11-2 0,6-1 0,-4 0 0,3-1 0,3 0 0,-2 0 0,0 0 0,3 0 0,-3 0 0,-8-1 0,10 1 0,-11-2 0,13 2 0,0-1 0,-4 1 0,3-1 0,-4 0 0,0-1 0,4 0 0,-3 1 0,-10-2 0,11 2 0,-11-1 0,13 2 0,-7 1 0,6 0 0,-9 1 0,11 0 0,-2-1 0,0 3 0,3-2 0,-3 1 0,4 0 0,0-1 0,0 0 0,0 1 0,-2 1 0,2-1 0,-1 2 0,-2 2 0,3-2 0,-2 3 0,0 0 0,3-1 0,-3 2 0,2 0 0,1-2 0,0 3 0,-2 1 0,0 4 0,-2 4 0,2-4 0,3-2 0,2-7 0,0 0 0,-2 7 0,2-6 0,-3 13 0,3-11 0,-1 11 0,2-1 0,0-2 0,2 1 0,-1-8 0,1 7 0,0-5 0,3 15 0,-1-15 0,2 7 0,0-6 0,-1-2 0,0 2 0,0-4 0,-1 1 0,1-1 0,3 7 0,-2-6 0,6 12 0,-5-12 0,2 4 0,0-2 0,1 1 0,6 7 0,-4-7 0,3 2 0,-7-7 0,-1-1 0,2 0 0,0 3 0,0-3 0,0 1 0,1 0 0,-2-2 0,0 1 0,5 2 0,-5-3 0,4 4 0,-5-5 0,0 0 0,0 0 0,2 2 0,-1-1 0,0 1 0,1 0 0,-3-2 0,6 5 0,-5-5 0,4 1 0,-3 1 0,-2-3 0,1 2 0,3 1 0,-3-1 0,4 2 0,-4-3 0,1 1 0,1 0 0,-1-1 0,1 1 0,1-1 0,-2 0 0,3 1 0,6 3 0,-6-5 0,6 4 0,-9-6 0,5 2 0,-2-1 0,10 2 0,-11-4 0,10 2 0,-11-2 0,15 3 0,-12-3 0,12 3 0,-14-3 0,3 1 0,5 2 0,-4-2 0,16 5 0,-14-5 0,12 4 0,-13-4 0,4 1 0,6 2 0,-7-2 0,23 2 0,-22-3 0,25 1 0,-23-3 0,10 0 0,-5-1 0,-6 1 0,5 0 0,2 0 0,1 0 0,18-1 0,-14 0 0,13 0 0,-23 1 0,22-1 0,-21 1 0,11-1 0,-8 0 0,-7 0 0,6-1 0,1 0 0,-8 1 0,6-1 0,-11 1 0,-1 1 0,0-1 0,5 1 0,-3-2 0,2 1 0,3 1 0,-4-1 0,4 1 0,2-2 0,-4 1 0,4-1 0,2 0 0,-6 1 0,6-1 0,-1 0 0,-5 1 0,5-1 0,0 0 0,-6 0 0,16 1 0,-15 0 0,7 1 0,-7 0 0,-3 0 0,2 1 0,13 0 0,-13 0 0,11-1 0,-17 0 0,3 0 0,-3 0 0,3 0 0,3 0 0,-5-1 0,21-2 0,-17 2 0,12-3 0,-14 2 0,14-4 0,-8 2 0,26-6 0,-24 5 0,19-5 0,-11 3 0,-1-1-276,-1 0 276,-10 4 0,2-2 0,13-3 0,-11 3 0,10-3 0,-9 3 0,-4 2 0,15-5 0,-15 5 0,8-3 0,-12 2 0,1 1 0,0-1 0,-1-1 0,20-9 0,-9 2 0,11-4 0,-5-2 0,-14 11 0,16-11 0,-19 12 0,16-11 0,-16 12 0,6-5 276,-6 4-276,-3 1 0,2-1 0,-3 1 0,-1 1 0,1-1 0,-1-1 0,3-3 0,-2 1 0,2-2 0,-2 0 0,-2 2 0,4-14 0,-5 10 0,1-9 0,-3 1 0,-1 4 0,0-6 0,-3-1 0,1 4 0,-2-6 0,0 0 0,0 6 0,-1-18 0,0 20 0,-1-8 0,0 11 0,1 4 0,0-3 0,-5-5 0,5 10 0,-3-9 0,8 12 0,3-1 0</inkml:trace>
  <inkml:trace contextRef="#ctx0" brushRef="#br0" timeOffset="12818">6927 14059 5734,'-13'-6'0,"0"0"0,-15-5 0,7 3 0,-4-1 0,-1 1 0,-1 1 0,-6 0 0,0 1 0,1 3 0,0 3 0,-6 2 0,5 0 0,-8 2-1476,0 0 1,2 0 1475,11 1 0,2-2-22,-10 3 22,10-2 0,-8 1 0,2-1 0,9-1 650,-7 0-650,-14 3 0,19-3 0,-18 2 0,26-2 0,-15 2 0,12-2 0,-11 3 0,8-1 0,5-1 1467,-6 1-1467,-1 0 0,5-2 856,-6 1-856,0-1 0,6 0 0,-20 3 0,20-3 0,-11 2 0,9-1 0,5-2 0,-4 2 0,2 1 0,4-1 0,-9 4 0,0-1 0,5-1 0,-3 1 0,12-3 0,0 0 0,-3 2 0,4 0 0,-4 0 0,-2 4 0,5-3 0,-13 15 0,13-12 0,-6 9 0,8-10 0,1 2 0,-5 13 0,5-8 0,-6 16 0,8-17 0,-2 4 0,2-3 0,2-5 0,-1 3 0,1 3 0,2-7 0,-2 9 0,2-10 0,-1 1 0,0-1 0,2-3 0,-1 2 0,1-1 0,-1-2 0,1 6 0,-1-6 0,1 4 0,-1-4 0,0 3 0,-1 3 0,0-3 0,-1 2 0,1-5 0,2 0 0,-1 1 0,-1 5 0,1-3 0,-1 4 0,1-3 0,0 0 0,0-1 0,1 1 0,0 6 0,0-6 0,1 5 0,0-7 0,0 1 0,1-1 0,-1 3 0,1-3 0,-1 3 0,2-1 0,-1-1 0,3 7 0,-1-6 0,1 4 0,1-4 0,-2-3 0,3 2 0,0 0 0,-1-3 0,1 3 0,1 0 0,-2-2 0,3 3 0,0-1 0,-1-1 0,2 2 0,1-1 0,-3-2 0,3 2 0,19 6 0,-15-6 0,16 6 0,-15-8 0,-4-1 0,4 1 0,5 2 0,-7-3 0,7 4 0,-9-5 0,0-1 0,18 4 0,-13-4 0,20 6 0,-23-6 0,6 2 0,-1-1 0,-4 0 0,5 1 0,-1-1 0,-4-1 0,2 0 0,6 2 0,-8-2 0,19 2 0,-19-2 0,14 1 0,-15-1 0,4 1 0,7 0 0,-9-1 0,16 2 0,-16-3 0,5 1 0,7 2 0,-9-2 0,12 1 0,1 0 0,-8-2 0,0 1 0,1-2 0,5-4 0,-10 0 0,21-2 0,-21 3 0,8-2 0,9 0 0,6-1 0,1-1 0,-5 0 0,6-3 0,-16 2 0,17-5 0,-8 1 0,-9 1 0,4-2 0,1 0-1459,3-2 1459,-8 3 0,0-1 0,-6 3 0,-2-1 0,13-4-201,7-6 201,-3 1 0,-11 3 0,-5 3 0,-1-1 0,2-4 0,5-6 0,-12 3 0,-3 0 0,5-9 0,-3-9 0,-2-2-1505,-6-1 1505,-1 8 0,-2 0 0,-3-7 438,-1 6 0,-1-2-438,0 3 0,0-1 0,-1 0 0,1 1-226,-1 7 1,0 4 225,1 3 0,0 3 0,0 4 0,-1-1 1595,1 5-1595,-1-1 342,0 5-342,0 3 803,-1 1-803,-1 5 0,3 0 0,-1 1 0</inkml:trace>
  <inkml:trace contextRef="#ctx0" brushRef="#br0" timeOffset="15278">7763 13685 5734,'4'1'0,"-1"0"0,14 11 0,-3 0 0,2 2 0,-2-2 0,-4-1 0,0 0 0,13 15 0,-8-9 0,17 18 0,-15-19 0,5 6 0,-3-1 0,1 0 0,-2 2-414,1-1 1,-3-1 413,-8-4 0,-2 0 0,0 9 0,-2-6 0,-2 14 0,-3-12 0,-2 7 0,-11 14 0,5-15 0,-5 6 0,-1 0 0,1-4 0,0-1 0,0-2-738,0-3 738,-6 8 0,-7 5 0,8-13 381,0 1 0,-1 0-381,-4 5 0,8-10 0,1-1 0,-4 6 0,5-8 0,9-10 0,-1 0 0,2-1 0,-1 1 0,-1-2 803,3-1-803,-2 1 0,2-1 0,0-2 0,0 1 0,2-2 0,0 0 0,0-1 0,3-2 0,-1 1 0,3-1 0,-3 1 0,1 0 0,-1-2 0,4-4 0,-1 2 0,2-4 0,-2 3 0,0 0 0,0 0 0,1-3 0,0 2 0,0-1 0,3-1 0,-4 2 0,7-6 0,-6 5 0,2-2 0,-4 4 0,-1 1 0,0-3 0,-1 2 0,1-4 0,-2 5 0,1 0 0,-1 2 0,0 0 0,0 1 0,-1 1 0,0 0 0,-1 3 0,1-1 0,-1 1 0,2-1 0,-3 3 0,-3 1 0,1 0 0,-2 1 0,3-3 0,0 0 0,1 0 0,-2 0 0,-1 1 0,0 0 0,-1 1 0,-2 0 0,1-1 0,-9 4 0,8-3 0,-5 1 0,0-1 0,6-2 0,-12 4 0,12-4 0,-10 2 0,11-2 0,-6 1 0,7-2 0,0 1 0,-1 0 0,3-2 0,-2 2 0,1-1 0,3 0 0,-4 0 0,5-1 0,-1-2 0,6-2 0,-1-1 0,3-1 0,-3-1 0,0 1 0,0-3 0,1-1 0,1-1 0,-1 1 0,1-1 0,-2 5 0,1-1 0,0 1 0,1-1 0,-1 0 0,0 1 0,0-1 0,0 0 0,-2 3 0,1-2 0,-1 3 0,-1 1 0,0 0 0,-3 7 0,1-1 0,-3 6 0,-1 2 0,1-3 0,-1 4 0,-6 17 0,5-14 0,-4 16 0,5-6 0,3-12 0,-2 16 0,3-23 0,0 7 0,2-13 0,0 0 0,2-4 0,3-10 0,-2 3 0,11-19 0,-8 12 0,5-9 0,-2 1 0,-2 5 0,7-24 0,-8 22 0,6-21-421,-9 25 421,2-3 0,-2 4 0,-2 8 0,0-4 0,-2 9 0,0 0 0,0 2 421,-2 4-421,-1 5 0,-3 13 0,1-5 0,-2 12 0,3-13 0,-3 13 0,3-12 0,-4 15 0,4-17 0,-1 6 0,3-11 0,1-3 0,0 0 0,1-3 0,0-2 0,0-6 0,0-10 0,0 0 0,1-6 0,0 1 0,0 6 0,1-5 0,-1 4 0,0 3 0,0 0 0,-2 4 0,0 3 0,0-2 0,0 5 0,1 1 0,-1 5 0,0 2 0,-5 20 0,3-9 0,-5 13 0,1-4 0,1-5 0,-1 6 0,-4 18 0,6-26 0,-4 19 0,8-32 0,1-2 0,-1-2 0,4-7 0,0-7 0,2-3 0,2-8 0,-1 2 0,0-2 0,2-8 0,-4 14 0,2-10 0,-3 15 0,0-2 0,0 3 0,-2 2 0,0 0 0,0 3 0,-1 3 0,-1 1 0,0 8 0,-1 1 0,-4 20 0,3-10 0,-4 18 0,4-18 0,0 3 0,1 7 0,1-15 0,0 10 0,1-18 0,0-1 0,3-1 0,2-1 0,9-4 0,0-2 0,7-2 0,-1-2 0,18-6 0,4-2 0,-1 0 0,1 0 0,2-1 0,-14 7 0,-3 2-1104,8-3 1104,-9 3 0,0 0 0,3 0-254,-9 2 254,1 0 0,-7 2 0,-6 2 0,0 0 0,-9 2 1073,-4 0-1073,-4 0 71,-1-1 0,-1 2 0,0-2 1</inkml:trace>
  <inkml:trace contextRef="#ctx0" brushRef="#br0" timeOffset="16362">7732 13851 5734,'-2'7'0,"0"-1"0,0 1 0,1-3 0,-3 3 0,3-4 0,-2 2 0,1-2 0,1-1 0,-1 1 0,1-2 0,-1 0 0,1 0 0,0-4 0,1 0 0,0-8 0,1 2 0,1-4 0,1-22 0,0 18 0,0-19 0,-1 23 0,0-11 0,-1 9 0,1-16 0,-1 16 0,-1-5 0,2-5 0,0 4 0,0-3 0,0 9 0,0 7 0,-2-2 0,0 5 0,-1-4 0,1 7 0,0 0 0,2 1 0,1 6 0,1-1 0,2 6 0,1 7 0,0-3 0,1 6 0,7 9 0,-6-12 0,10 16 0,-10-20 0,1 3 0,2-2 0,-5-7 0,7 6 0,-9-10 0,1 1 0,-4-6 0,-2-1 0,-3-15 0,0 5 0,-11-25 0,4 18 0,-4-8 0,-2 1 0,6 7 0,-11-17 0,17 29 0,0 0 0,3 3 0,0 1 0,7 5 0,1 1 0,21 7 0,-8-4 0,15 3 0,1-2 0,-7-1 0,10 0 0,-1 1-292,-9-1 292,8 0 0,-5 2 0,-9-4 0,4 1 0,-12-2 0,-3-1 0,-3 0 0,-2 1 0,-2-1 0,-3-1 0,-26 3 0,11-2 0,-20 1 0</inkml:trace>
  <inkml:trace contextRef="#ctx0" brushRef="#br0" timeOffset="21647">11681 14127 5734,'-16'-7'0,"5"2"0,-5-1 0,-3 0 0,2 2 0,-7-1 0,-2 2 0,-6 0 0,7 1 0,-5 1 0,-11 1 0,-6 2 0,5 0-1539,7-1 0,-1 0 1539,2 0 0,-5 1 0,1-1 0,5 1 0,2-1 0,2 1 0,-14 0 0,-1 0-840,11 0 1,0-1 839,-7 0 0,-2 1-489,4-1 1,2-1 488,10 0 0,0 1 0,-7-1 0,0 0 0,7-1 0,-1 1 0,-4-2 0,1-1 0,5 2 0,0-1 1146,-22-4-1146,27 3 1483,-6-3-1483,8 3 0,-5-2 0,1 2 0,6 1 1985,-5 0-1985,1 1 0,5 1 0,-5 0 0,-1 2 0,5 0 0,-6 1 0,-1 1 0,6-1 166,-7 1-166,1 1 0,5-2 0,-3 0 0,0 1 0,7-2 611,-4 2-611,0 1 343,7-2-343,-6 2 0,11-3 0,0-1 0,1 1 0,2-2 0,1 2 0,0-1 0,1 0 0,0 0 0,0 0 0,-1-1 0,0 1 0,0-1 0,-1 2 0,2-2 0,0 1 0,-1-1 0,4 2 0,-3 0 0,2 14 0,-3-4 0,1 18 0,0 4 0,1-3-628,0 2 0,1-2 628,2-1 0,-1 1 0,0-7 0,1 1 0,0 15 0,1 3 0,1 1 0,0 3 0,-2-13 0,1 4 0,-1-5 0,0 2 0,0-4 0,0-5 0,-1-1-690,2 23 0,0-2 690,-1-16 0,0 7-572,0-10 572,0 5 603,-1-5-603,0-7 0,0 3-31,0-3 31,-1-7 1380,0 2-1380,-1-2 731,0-4-731,1 2 482,0-2-482,0-3 43,0 2-43,-1-1 0,0-1 0,1 1 0,0-1 0,0-2 0,0 2 0,-1-4 0,0 0 0,1-1 0,0 0 0,0 0 0,1-1 0,-1-1 0,1-2 0,-1 1 0,1 0 0,-2 1 0,2-3 0,0 1 0,5-3 0,-1 2 0,2-1 0,5-2 0,-3 2 0,5-2 0,4-1 0,-7 4 0,19-4 0,-16 4 0,19-3 0,-15 3 0,7-1 0,13 0 0,-12 2 0,5-1 0,2 1 0,-3 0 0,1 0 0,6 0 0,-4 1 0,-4 0 0,-1 0-936,16-1 0,-1 0 936,-18 1 0,-3 1 0,13-2-946,-1 1 946,1-1 0,-2-1 0,0 1 0,10-1 0,-11 1 0,0 0 0,-1 0 0,0 1-591,-1 0 591,-1-1 0,-2 2 0,0 0 0,8 0 0,-2-1 0,0 1 0,-2 1 0,10-1 0,2 1 0,-9 0 0,10 0 0,1 0 0,-10 0 0,10 0 0,0 0 0,-11 0 0,11 0 0,-3-1 0,-10 0 0,7 0 0,-16 0-290,1 1 290,-3-1 0,15-1 0,-16 1 0,8-1 1463,-15 1-1463,-4 1 1020,0 0-1020,-4 1 781,-2-1-781,0 0 435,-1 0-435,-2-1 0,0 0 0,-2-1 0,0 1 0,-1 0 0,0 1 0,-1-1 0,-1-1 0,1-1 0,-1-1 0,0-2 0,2 1 0,-2-4 0,2 1 0,-1-1 0,1-2 0,-1-10 0,-1 2 0,-1-8 0,0 2 0,-1-2 0,-2-10-639,1 3 1,-1-6-1,1 4 639,1 7 0,1-1 0,-2-9 0,0-5 0,0 4 0,3 7 0,-1 2 0,0-10 0,-1 0 0,1 5 0,0 2 0,1 10 0,0 0 0,-1-4 0,1 0-614,-3-11 614,3 14 0,-1-3 0,1 11 0,1 6 0,-1-3 0,1 9 1774,1 0-1774,1 4 756,0 5-756,1-1 0,-1 3 0,2 3 0,0-3 0,1 12 0,-2-12 0,1 7 0,-1-9 0,0 0 0,0-1 0,0 0 0,-2-1 0,-8 3 0,1-2 0,-23 4 0,11-5 0,-15 1 0,-4-2 0,4 0-1029,1 0 0,-1 0 1029,11 0 0,0 0 0,-8 2 0,-5 0-302,-1 2 1,-5 1 0,4 0 0,-2 0 0,0 0 0,-3 1 0,0 0 0,-1 0 0</inkml:trace>
  <inkml:trace contextRef="#ctx0" brushRef="#br0" timeOffset="29907">8093 15685 5734,'-1'3'0,"0"0"0,1-2 0,0 1 0,1 0 0,0-1 0,0 0 0,1-1 0,-1 0 0,1 0 0,1 0 0,-1 0 0,3 1 0,0 0 0,-1 1 0,2 0 0,6 1 0,-2 1 0,5 0 0,-5 0 0,6-1 0,-6-1 0,7 1 0,-4-1 0,-4 0 0,4-1 0,12 2 0,-13 0 0,12 0 0,-10 2 0,-4-2 0,11 4 0,-12-3 0,5 1 0,-3 2 0,-3-3 0,2 4 0,1 1 0,-3-2 0,2 2 0,-3-2 0,3 5 0,-3-3 0,3 3 0,-3 0 0,0-1 0,-1 2 0,2 1 0,-4-2 0,6 14 0,-4 0 0,1 1-228,-3-2 228,-2-11 0,0 16 0,-2-11 0,1 6 0,0 0 0,-2-2 0,1 15 0,-2 3 0,2-14-652,-1 15 652,-1-20 0,1 1 0,-1 0 0,-3 24 0,1-17 0,-2 4 0,1-1 0,0-5 0,-1 1 0,0 0 0,2-5 213,-4 14-213,-1-1 0,3-14 0,-1 2 0,0-2 0,1-4 0,-5 20 0,6-23 0,-5 19 0,4-20 0,-2 9 0,2-7 0,1-5 667,-2 4-667,-4 7 0,2-5 0,-4 6 0,5-9 0,1-3 0,-3 5 0,1-3 0,-8 12 0,10-14 0,-7 8 0,6-7 0,4-5 0,-2 1 0,6-8 0,-1 1 0,-1-2 0,1 1 0,-1 0 0,4 0 0,-2 1 0,2-4 0,0 1 0,0-4 0,0 2 0,-1 0 0,-1 0 0,0-6 0,0 2 0,2-17 0,-2 11 0,1-9 0,-1 2 0,-1 4 0,0-5 0,-2-2 0,1 4 0,-3-4 0,0-4 0,2 12 0,-5-13 0,6 21 0,-1-5 0,3 10 0,-1-1 0,1 3 0,-1 4 0,0 0 0,-1 15 0,0-1 0,-1 5 0,0-4 0,1-5 0,-1 7 0,1-4 0,0 4 0,1 0 0,0-5 0,0 4 0,3 10 0,-2-12 0,3 9 0,0-10 0,-2-10 0,3 6 0,-2-8 0,1 0 0,2 0 0,1-2 0,11-5 0,-5-1 0,9-5 0,-2-3 0,-3 2 0,3-4 0,1-3 0,-5 2 0,4-3 0,-3-3 0,-5 7 0,1-5 0,-19-11 0,2 12 0,-13-15 0</inkml:trace>
  <inkml:trace contextRef="#ctx0" brushRef="#br0" timeOffset="31448">8269 15588 5734,'-2'6'0,"-1"0"0,0-2 0,-1-1 0,-9 5 0,5-3 0,-6 4 0,1-2 0,1-2 0,-2 3 0,-2-1 0,5-2 0,-4 3 0,-2 0 0,7-3 0,-10 4 0,13-6 0,-5 1 0,8-4 0,0 1 0,3-1 0,1 0 0,6-4 0,-2 2 0,6-4 0,-4 3 0,7-5 0,-6 4 0,9-4 0,-12 6 0,3-1 0,-4 1 0,-1 1 0,1-1 0,-2 1 0,0 2 0,-15 1 0,9 1 0,-13 0 0,12-1 0,-6 1 0,5 0 0,-4 0 0,4-1 0,1 0 0,-2 0 0,0 1 0,3-1 0,-2 1 0,5-1 0,1-1 0,-1 0 0,1 0 0,4-4 0,-1 2 0,6-3 0,-2 1 0,6-3 0,-2 1 0,4-1 0,5-2 0,-6 2 0,8-3 0,-5 1 0,-5 2 0,1 0 0,-10 5 0,0 0 0,-7-1 0,2 2 0,-5-1 0,-3 1 0,4-1 0,-13 2 0,11-1 0,-6 1 0,4 1 0,3 0 0,-3 0 0,2 1 0,2 0 0,-1 0 0,3 1 0,2-1 0,0 1 0,2-2 0,1 0 0,0 0 0,2 8 0,1-4 0,9 15 0,-4-11 0,8 8 0,0-2 0,-3-4 0,4 5 0,3 2 0,-3-3 0,7 7 0,-12-11 0,1 0 0,-9-8 0,0 0 0,-6 1 0,-1-2 0,-8 3 0,2-1 0,-4 1 0</inkml:trace>
  <inkml:trace contextRef="#ctx0" brushRef="#br0" timeOffset="33326">8550 18143 5734,'-4'15'0,"-5"11"0,6-13 0,-3 7 0,7-15 0,0-1 0,1-1 0,0-1 0,0-2 0,0 0 0,0-1 0,1 0 0,-2 0 0,1 1 0,-1 0 0,0 1 0,1 0 0,-1 0 0,1-1 0,-1-2 0,0 1 0,-1-2 0,1 3 0,0-2 0,-1 0 0,0 1 0,0-2 0,0 2 0,0-1 0,0 1 0,0-1 0,-1 1 0,-2 4 0,2-3 0,-1 3 0,2-3 0</inkml:trace>
  <inkml:trace contextRef="#ctx0" brushRef="#br0" timeOffset="34199">17676 12126 5734,'6'7'0,"-1"-1"0,-2 0 0,2 5 0,-2-4 0,1 4 0,-3-4 0,0-2 0,-1 8 0,1-7 0,0 3 0,-1-6 0,0-1 0,-1 0 0,0-1 0,-1 1 0,1-2 0,-1 0 0,1-1 0,0 0 0,0-1 0,-1 5 0,1-3 0,-1 4 0,2-4 0,0 1 0,2-4 0,-1 1 0,2-6 0,0 1 0,0-4 0</inkml:trace>
  <inkml:trace contextRef="#ctx0" brushRef="#br0" timeOffset="48229">20117 13219 5734,'-12'-5'0,"-3"0"0,-9-3 0,2 3 0,-7-2 0,-6 1 0,5 3 0,-10-2 0,-4 3 0,12 2 0,-2 0-555,7 0 0,-1 1 555,-4 0 0,-1 0 0,-1 2 0,3 1 0,-11 1 0,10-1 0,0 1 0,7 0 0,2 2 0,-13 4 0,13-4 0,0 2 0,-4 7 0,2 1 0,-6 8 0,5 2 0,2 1 0,8 5 0,8-10 0,2 1 0,6 1 0,2 1 0,6 14 0,-1-15 0,5 0 0,16 3 0,4-2 0,-11-10 0,4-1 0,4-2 0,6 0 0,3-1 0,0-3 0,2-6 0,3-5 0,-1-1 0,0 1-585,5 3 1,0-1 0,1-2 584,-2-4 0,3-3 0,-2-2 0,-7 1-881,-7-2 0,-3-1 881,10-4 0,-3-1 0,-14 5 0,-2-1-455,3-7 1,-1-2 454,6-12-100,-13 12 0,-4 0 100,-4-10 720,-6 1-720,-5 1 0,-10 0 0,-2 0 0,-4-1 0,-3 1 0,-2 5 0,0 13 0,-17 1 0,18 10 0,-7 2 0</inkml:trace>
  <inkml:trace contextRef="#ctx0" brushRef="#br0" timeOffset="48957">19535 14399 5734,'-31'7'0,"0"1"0,2-1 0,0 2 0,-2 2 0,1 2-1639,7-3 1,-1 1 1611,-6 4 0,-1 1 27,1 3 0,2 1 0,6-4 0,2 0 0,-6 4 0,1 3 13,3 6 0,4-1-13,-1 8 0,7-3 0,5-2 0,12-4 0,9 5 0,19-8 0,-3-9 0,-8-6 0,2-2 0,6-5 0,1-2 0,-7-1 0,1-1-343,10-2 0,0-2 343,-8-1 0,-1-1 0,1-1 0,1-1 0,-1-1 0,2-2-324,2-4 1,3-2 0,-1-1 323,4-4 0,-2-1 0,-5 5 0,-1-1 0,-2 1 0,-5 0 0,-3 1 0,-1-3 1148,-7 2-1148,-10-10 0,-5 14 0,-23-7 0,8 18 644,-13 3-644,-5 15 0,18-7 0,-13 10 0</inkml:trace>
  <inkml:trace contextRef="#ctx0" brushRef="#br0" timeOffset="69252">19819 16329 5734,'-7'2'0,"3"0"0,1 1 0,2-1 0,1-1 0,3 0 0,1 0 0,10 2 0,-2-1 0,29 8 0,6 3 0,-9-2 0,5 2 0,5 1 0,-6 1 0,-4-2 0,-2 1-242,2 0 0,-2-1 0,-21-4 0,0-2 0</inkml:trace>
  <inkml:trace contextRef="#ctx0" brushRef="#br0" timeOffset="69915">19681 17849 5734,'36'-3'0,"0"1"0,1 1 0,1 0 0,-13 0 0,0-1 0,12-2 0,8-2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6-29T02:16:33.80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13688 2726 24575,'0'16'0,"14"-2"0,2-28 0,14 11 0,0-10 0,14 13-1984,2-14 1984,14 11-2188,13-10 2188,4 13-1414,-33 1 1,2-2 1413,-2-6 0,2 0 0,5 6 0,1-1 0,-6-5 0,1 1 0,11 5 0,0 2 0,-4-1 0,-1 0 0,6 0 0,2 0 0,-1 0 0,0 0-1478,-1 0 0,1 0 1478,0 1 0,0-2 0,0-6 0,0 0 0,0 6 0,0-1 0,0-4 0,0-1 0,-1 0 0,1 1 0,0 5 0,0-2 0,0-10 0,0 0 0,0 11 0,0 0 0,0-10 0,0-2 0,-7 5 0,0 1-548,-1 0 1,-1-1 547,-5-5 0,-2 2 91,33 8-91,-33-1 0,-2-3 0,21-5 0,11 9 1025,-28-9-1025,11 13 2444,-24-13-2444,10 9 2659,-26-9-2659,10 13 2385,-11 0-2385,1 0 1659,-4 0-1659,1 0 787,-11 0-787,10 0 0,1 0 0,-11 0 0,10 0 0,-13 0 0,0 0 0,0 0 0</inkml:trace>
  <inkml:trace contextRef="#ctx0" brushRef="#br0" timeOffset="30027">7047 4727 5734,'-24'7'0,"5"-2"0,15-4 0,1-1 0,1-1 0,1 0 0,3 0 0,1-2 0,1 0 0</inkml:trace>
  <inkml:trace contextRef="#ctx0" brushRef="#br0" timeOffset="41806">23754 8129 5734,'1'5'0,"0"-1"0,1 0 0,-1-1 0,1 1 0,-1 0 0,0-1 0,0 2 0,-1-3 0,0 0 0,0 0 0,0-2 0,1 2 0,1-2 0</inkml:trace>
  <inkml:trace contextRef="#ctx0" brushRef="#br0" timeOffset="47245">1904 6850 5734,'1'27'0,"-1"1"0,1 1 0,0 0 0,-1 2 0,1 2-1093,0-1 1,-1 3 0,1-1 44,0 6 0,0 0 1048,0-5 0,0 2 0,0 0 0,0 0 0,0 0 0,0-1 0,0 7 0,1-1 0,-1-7 0,0 1 0,-1 0 78,1-3 0,0-1 1,0 0-79,-1 14 0,1 1 0,-1-2 0,1-2-28,-2-6 1,1-3 27,-1 7 0,-1-6-434,-1 4 434,2-13 498,-2 1 1,1-15 0,1-3 0</inkml:trace>
  <inkml:trace contextRef="#ctx0" brushRef="#br0" timeOffset="47803">2144 6455 5538,'39'-4'0,"1"0"0,-1 0 0,0 0 0,1 0 0,6 0 0,0-1 0,-1 1 0,-5 0-1093,-5 2 1,-5-1 0,2 1 348,0 0 0,1-1 0,4 1 744,2-1 0,6 0 0,2 1 0,0-1 0,-5 0-8,-4 1 1,-2 0 0,-1 1 0,4-1 7,6-1 0,3 1 0,2 0 0,-1-1 0,-1 1 0,-7 1 0,0 0 0,-2 0 0,1 0 0,1-1 0,3 1 0,-1 0 0,1 0 0,1 0 0,2 0 0,-1 0 0,3 0 0,0 0 0,1 0 0,-2-1 0,-1 1 0,-1 0 0,0 1 0,-2-1 0,0 0 0,0 0 0,-1 0 0,-1 0 0,-1 0 0,1 1 0,-1-1 0,1 1 0,0 0 0,0 0 0,-1 0 0,-2 0 0,2 0 0,-3 0 0,0 0 0,2 0 0,-1 0 0,1 1 0,2-1 0,-1 1 0,-1 0 0,9 0 0,0 1 0,-1 0 0,-2-1 0,3 1 0,-3 0 0,2 1 0,-4-1 0,1 0 0,1 1 0,-1-1 0,-4 1 0,0 0 0,0 0 0,-3 0 0,2 0 0,-2 0 0,5 0 0,-1 0 0,6 1 0,2-1 0,-3 1 0,-5-1 0,-2 0 0,-5-1 0,2 0 0,3 1 0,4 0 0,-1 0 0,-3 0 0,-2-1 0,-2 0 0,-2 0 0,5-1 0,1 1 0,-5 0 0,4-1 0,0 0 0,-5 1 0,1-1 0,1 0 0,11 0 0,5 0 0,-7 0 0,-15 0 0,-3 0 0,15-1 0,0 1 0,-13 0 0,-2-1 0,15 0 0,-1 0 0,1 0 0,1 0 0,-10 0 0,-2 0 0,1 0 0,-2 0 136,-1 1 0,-1 0 0,-1 0 0</inkml:trace>
  <inkml:trace contextRef="#ctx0" brushRef="#br0" timeOffset="48216">7576 6630 5734,'-5'32'0,"-1"-1"0,1 0 0,-1 2 0,0 3 0,-1 5 0,0-3-1639,1 1 1,-1 1 1628,1-2 1,-1 5 0,-1 0 0,2-5-989,-1 5 1,0-3 997,1-6 0,0 2 0,-1 1 0,0 8 0,0 3 0,0-5 0,1 0 0,-1 1 0,2-6 0,-1 5 0,0-1 0,1-6-203,2 0 0,0-2 203,-2 8 0,2 3 0,2-5 0,1 3 0,1-5 0,-1-8 0,0-1 0,1 6 0,0 3 0,0-8 0,1-6 0,0-3 0</inkml:trace>
  <inkml:trace contextRef="#ctx0" brushRef="#br0" timeOffset="48714">2506 8411 3706,'47'4'0,"0"0"0,1 0 0,-1 0 0,0 0 0,-1 0 0,1-1 0,-2 1 0,-1-1 0,-2 0-820,-1-1 1,-3-1 0,-1 1 0,1-1 711,2 1 1,0-1 0,2 0 0,2 0 107,-4 0 0,3 0 0,2 0 0,0 0 0,-1 0 0,-2 0 0,-1 0 0,-2 0 0,-1 0 0,2-1 0,6 1 0,-5 0 0,5 0 0,3 0 0,2 0 0,1 0 0,0 0 0,-3 0 0,-2 0 0,-5 0 0,7 0 0,-6 0 0,-1 0 0,1-1 0,3 1 0,-7 0 0,3 0 0,1 0 0,1 0 0,1 0 0,-2 0 0,-1 0 0,-2 0 0,10 0 0,-3 0 0,-2 0 0,1 0 0,-1 0 0,0 0 0,-1 1 0,0-1 0,0 0 0,2 0 0,-4 1 0,1-1 0,1 1 0,-1-1 0,-1 1 0,-2-1 0,6 1 0,-3 0 0,-1 0 0,-2-1 0,6 2 0,-2 0 0,-5-1 0,-4 1 0,-3 0 0,-2-1 0,1 0 0</inkml:trace>
  <inkml:trace contextRef="#ctx0" brushRef="#br0" timeOffset="51522">13149 6209 2793,'-43'-1'0,"-1"0"0,1 0 0,4 0 0,-3-1 0,-3 1 0,-1 0 0,2 0 0,3 0-699,-2 0 1,4 0 0,-2-1 0,-5 1 698,8 0 0,-5 0 0,-2 0 0,-3-1 0,-1 1 0,1 0 0,2-1 0,3 1 0,5 0 0,-11 0 0,7 0 0,0 0 0,-4 0 0,3 0 0,-3-1 0,-2 1 0,0 0 0,1-1 0,2 1 0,1 1 0,0-1 0,3 0 0,0 1 0,1-1 0,0 1 0,3 0 0,-2-1 0,-4 1 0,3 0 0,-6-1 0,-1 1 0,-2 0 0,1-1 0,3 1 0,5 0 0,-2 0 0,5 0 0,0 0 0,-2 0 0,-5-1 0,-3 1 0,-1 0 0,1 0 0,4 0 0,-8-1 0,5 1 0,2-1 0,10 1 0,2 0 0,-1-1 0,-5 1 0,-2-1 0,0 0 0,-7 0 0,-1-1 0,6 1 0,9 0 0,1 0 0,-5-1 0,-2 1 0,8-1 0,12 1 0,1-1 568,6 1-568,1-1 1844,6 1-1844,1 0 3276,1 1-3230,2 0-46,0 0 0,-1 0 0,0-1 0,-1 1 0,2 0 0,-1 0 0,1-2 0,0 2 0,-1 2 0,0 0 0,-4 7 0,2-2 0,-5 12 0,4-9 0,-3 8 0,4-11 0,0 0 0,1 0 0,-3 2 0,3-2 0,-2 0 0,2 0 0,1-2 0,0-1 0,0-2 0,2-1 0,-2 0 0,1 0 0,-1-2 0,1 0 0,-1-3 0,-1-1 0,0 0 0,-3-6 0,4 5 0,-3-3 0,3 5 0,0 1 0,-5-3 0,2 2 0,-1 1 0,1 1 0,1 2 0,-1-1 0,1 1 0,1 0 0,-2 1 0,0 1 0,0-1 0,-4 3 0,4-1 0,-3 2 0,-1 1 0,2-1 0,-8 8 0,7-5 0,-4 5 0,2-1 0,4-2 0,-4 12 0,4-7 0,-5 23 0,5-4-973,-2 7 973,3-6 0,3-9-112,0 2 112,-3 18 0,2-9-620,1-11 0,-1 0 620,-1 14 0,1 3 0,-1 3-722,3-22 0,-1 0 722,0 1 0,0 2 0,0 11 0,-1 2 0,0-10 0,1 1 0,-2 8 0,1 2 0,0-1 0,-1-1 0,2-10 0,-1 2 0,1 1 0,-1 2 0,1-2 0,0-4 0,1-1 0,-1 9 0,1-1 0,-2 12-412,2 0 412,0-3 0,1 0 0,0-13 0,0 0 0,1 14 0,0-15 0,-1-1 0,2-1 0,-1-2 0,1 14-294,-1-15 1,1-1 293,0 7 459,1-3-459,-1-2 1104,1-2-1104,-1-3 0,1-3 1266,-1-2-1266,0-1 1002,-1-2-1002,1 1 626,-1-4-626,0 0 311,0-5-311,-1 1 0,1-3 0,0 1 0,1-4 0,-1 0 0,0 0 0,1 0 0,2 0 0,1 0 0,3-1 0,0 0 0,2 0 0,2-1 0,7 0 0,-2 1 0,6-1 0,2 0 0,-5 1-254,6-1 254,-6 1 0,0 1 0,0 0 0,2 0 0,0 0 0,2 0-520,1 1 520,2 0 0,3 1 0,1-1-919,2 0 919,3 0 0,-1 1 0,9 1 0,-3-1 0,3 1 0,1 1-894,0-1 1,4 0 0,-5 0 893,-1 0 0,-4 0 0,-9-1 0,3 0-341,4 0 1,7 0 0,1-1 0,-4 1 340,-8-1 0,-2 0 0,3 1 0,6-1 0,4 1 0,2-1 0,0 0 0,-5-1 0,1 0 0,-1 0 0,0 0 0,-4 0 0,3 0 0,-3 0 0,3-1 0,0 1 0,4 0 0,1 0 0,-1-1 0,-7 1 0,-2-1 0,-4 0 0,0 1 0,1-1 0,0 1 0,2-1 0,1 1 0,3-1 0,0 1 0,-2-1 0,3 1 0,-2-1 0,2 1 0,-3 0 0,2 0 0,1-1 0,0 1 0,1 0 0,1 0 0,-1 1 0,-2-1 0,4 0 0,-2 0 0,2 1 0,-3-1 0,1 1 0,1 0 0,0 0 0,0 0 0,-1 0 0,0 0 0,-2 1 0,3 0 0,-3 0 0,3 0 0,-4 0 0,1 0 0,1 0 0,2 0 0,-3 1 0,2 0 0,1 0 0,-2 1 0,-2-1 0,6 0 0,-4 1 0,4-1 0,3 1 0,5 0 0,-1 1 0,-6-1 0,6 0 0,-4 0 0,0 1 0,0-1 0,-1 0 0,0 1 0,-2-1 0,-1 0 0,0 1 0,0-1 0,-3 0 0,1 0 0,-2-1 0,0 1 0,-3-1 0,4 0 0,3 1 0,6-1 0,1 0 0,-6 0 0,3 1 0,0-2 0,-5 1 0,6 0 0,-2 0 0,-8-1 0,-7-1 0,-5-1 0,1 0 0,0 0 96,-1 0 1,0-1-97,0 1 0,-1-1 0,24-1 0,-3 0 0,0 1 0,-3 0 0,-14 1 0,1 0 764,0 0 0,1-1-764,6 1 0,-1-1 0,-8 0 0,-1 1 0,20-2 0,-2-2 0,-12 1-285,10-2 285,-14 1 0,-1 0 1718,0 0-1718,1 0 0,-1 1 0,13-1 0,-10 1 0,9 0 0,-4 0 0,-8 0 866,5 1-866,-12 1 0,-2 0 294,-1 1-294,-3 0 883,-2 0-883,-2 0 70,-2 0-70,1 0 467,-4 0-467,0 0 0,-3 0 0,0 0 0,-1 0 0,0-1 0,0-1 0,-4-5 0,1-1 0,-4-11 0,3 4 0,-2-9 0,1 1 0,-5-24-1874,1 5 1874,3 11 0,-1-3 0,-1-10 0,-1-2 0,3 8 0,-1-1-579,1 4 1,0-3 0,1 0 578,0-8 0,0-1 0,1 1-709,0 8 1,1 1 0,0-2 708,0 0 0,0-2 0,0 1 0,0 1 0,1-2 0,0 2 0,1 0 0,-1-2 0,0 1 0,0-1 0,1 1 0,-1 0 0,1 0 0,0 1 0,0 0 0,0 0 0,0 4 0,1 0 0,-1-4 0,1 2 0,1-4 0,-1-1 0,1 2 0,0 3 0,-1 1 0,0 4 0,1-3 0,-1-6 0,2-4 0,-1 2 0,0 7 0,0 10 0,0 3 0,0-6 0,1 1 0,1-12 0,0 12 0,-1 1 0,1 2 955,1-5-955,-2 12 480,2 0-480,-2 4 2943,0 4-2943,-3 5 1356,0 2-1356,-3-1 0,-1 1 0,-15-2 0,-4-1-1231,-15-2 1231,-5 1-1011,17 2 1,-2 1 1010,-4-2 0,-1 1 0,-5-1 0,0-1 0,-5 1 0,-1-1-772,12 2 1,-1 0-1,-1 0 772,-1 0 0,-2-1 0,0 1-56,-2 0 0,0-1 1,-4 1 55,6 0 0,-3 0 0,-1 0 0,-1 1 0,3-1 0,-2 1 0,2-1 0,-1 1 0,-1 0 0,-2-1 0,-1 0 0,-2 1 0,1-1 0,3 1 0,1 0 0,1 0 0,1 1 0,0-1 0,-2 0 0,1 1 0,-1-1 0,1 0 0,0 1 0,0-1 0,-1 0 0,1 0 0,0 0 0,0 0 0,0 0 0,0 0 0</inkml:trace>
  <inkml:trace contextRef="#ctx0" brushRef="#br0" timeOffset="56652">18593 8116 5734,'16'5'0,"9"2"0,-4-1 0,26 4 0,-21-5 0,17 3 0,-5-4-1452,-7 0 1452,11-1 0,3 0 0,-8-1 0,3-1 0,1 1 0,4-1 0,-10 0 0,2 0 0,-4-1 0,-2 0 0,-7 0 0,4 0 0,4-1 0,9 1 0,5-1 0,1 0 0,-2 0 0,-7 1-438,-2-1 0,-4 1 0,6-1 438,-1 1 0,8-1 0,4 0 0,1 1 0,-2-1 0,-4 1 0,-8-1-1216,11 1 0,-4 0 1216,2 0 0,3 0 0,-1 0 0,-9 0 0,-2 0 0,-1 0 0,8-1 0,0 1 0,-7 0 0,1 0 0,4 0-108,-4 0 1,4 0 0,2 0 0,-2 0 0,-4 0 107,3 1 0,-4-1 0,4 1 0,-1-1 0,4 0 0,2 1 0,-2-1 0,-6 1 0,11 0 0,0 1 0,-13 0 0,4 0 0,2 0 0,0 0 0,-4-1 0,6 2 0,-3-1 0,3 1 0,-6-1 0,3 0 0,1 1 0,-1-1 0,-1 1 0,1 0 0,-2 0 0,-1 0 0,-1 1 0,3-1 0,-1 1 0,1-1 0,-3 1 0,1 0 0,1-1 0,0 1 0,-1 0 0,0 0 0,0 0 0,-3-1 0,4 1 0,-2 0 0,1 0 0,10 1 0,1 0 0,0-1 0,-2 1 0,0-1 0,-2 0 0,-9-1 0,-1 0 0,1 0 0,8 1 0,2-1 0,-1 0 0,0 0 0,-1-1 0,-1 0 0,-9 0 0,-2-1 0,2 1 0,7 0 0,1-1 0,1 0 0,-3 0 0,-1-1 0,-1 0 0,6-1 0,-2 1 0,-6-1 0,1 0 0,-1 0 0,13-1 0,-3 0 0,-12-1 0,1 1 118,5-1 0,4 0-118,0-2 0,2-2 0,-4 1 0,-12 2 0,0-1 293,8 0 1,5-2-1,-9 2-293,-5-1 0,-8 2 0,1 0 2785,-7 1-2785,-6 1 1353,1-1-1353,-9-2 0,-2 0 0,-4-3 0</inkml:trace>
  <inkml:trace contextRef="#ctx0" brushRef="#br0" timeOffset="57686">17857 6397 5734,'-5'38'0,"0"0"0,0 0 0,1-1 0,0 0 0,0-2-1314,-1 3 0,1 3 1314,1-1 0,-2 8 0,1 0 0,0-4-900,1-2 1,-1-4 0,1 4 899,-1-5 0,1 3 0,-1 1 0,1 0 0,0-2 0,0 2 0,1 0 0,-1-2 0,1-2-136,-1 4 0,1-2 0,0 2 136,0-4 0,0 2 0,0 0 0,1-1 0,0 9 0,0 0 0,1-3 0,0-10 0,-1-1 0,1 0 0,0 7 0,1 1 0,-1-1 0,2-6 0,-1-1 0,1-2 0,-1 4 0,1-1 0,1 6 0,-1-1 0,1-10 0,-1-2 0,1 9 0,1 4 0,-3-15 0,0-12 0,-1-4 0,0-11 0</inkml:trace>
  <inkml:trace contextRef="#ctx0" brushRef="#br0" timeOffset="58444">17786 6333 5734,'3'-7'0,"2"2"0,18-3 0,3 4 0,2 1 0,-3-1 0,0 1-1233,12 0 0,0-1 1233,-11 2 0,-1 0 0,3 1 0,1-1 0,18-1 0,2 0 0,-9 0 0,1 1 0,-6 0 0,3 0 0,1 0 0,6-1 0,2 0 0,-2 0-464,-8 1 1,-1 0 0,6-1 463,-7 1 0,6 0 0,3 0 0,1-1 0,1 1 0,-3 0 0,-4 0-470,6 0 1,-4 1-1,1-1 1,3 1 469,-2-1 0,4 0 0,2 1 0,0-1 0,0 1 0,-2 0 0,-3 1 0,0 0 0,0 1 0,-1-1 0,-1 1 0,-1-1 0,1 1 0,-2 0 0,0-1 0,1 1 0,1 0 0,1 0 0,2 0 0,1 0 0,1 1 0,0-1 0,0 1 0,-6-1 0,1 1 0,0 0 0,0 0 0,0 0 0,-2 0 0,0 0 0,6 0 0,-1 1 0,-2-1 0,2 1 0,2-1 0,-7 1 0,2-1 0,0 0 0,1 1 0,1-1 0,-1 1 0,0 0 0,0 0 0,1 0 0,0 0 0,-1 1 0,0-1 0,0 1 0,-3-1 0,8 0 0,-3 1 0,0-1 0,0 1 0,2 0 0,-7-1 0,2 1 0,1-1 0,0 1 0,0-1 0,0 1 0,-1 0 0,6 0 0,1 0 0,-1 0 0,0 1 0,-1-1 0,-2 0 0,0-1 0,-3 1 0,0 0 0,0-1 0,2 1 0,0 0 0,1-1 0,1 1 0,1 0 0,-1 0 0,0 0 0,-3-1 0,0 1 0,0-1 0,-1 1 0,-1-1 0,-1 0 0,8 1 0,-2-1 0,0 0 0,1 1 0,-2-1 0,1 1 0,1-1 0,-1 1 0,-1-1 0,5 0 0,-1 1 0,-2-1 0,-2 0 0,1 0 0,-2-1 0,0 1 0,-5 0 0,2-1 0,-1 1 0,-1-1 0,3 1 0,-2 0 0,-3-1 0,5 1 0,-1 0 0,6 0 0,0 0 0,-5 0 0,-3-1 0,8 1 0,-15-2 0,5-1 0,-6 0 0,1-1 0,-2-1 0,-3 0 0,-9 0 1306,7-2-1306,-7 1 0,5 0 2879,-8 1-2879,3 2 0,-5-1 420,2 1-420,-5 0 872,0 0-872,-3 0 257,-1 0-257,-5-1 0,-1 1 0,-3 2 0,-1 2 0,-3 4 0,-2 4 0,0 5 0,-2 6 0,-4 11 0,-2 7 0,6-11 0,-1 1 0,0 2-761,-2 4 1,-1 1-1,-1 3 761,2-3 0,0 3 0,-1 0 0,2-3-879,1-3 0,0-2 1,0 2 878,1-2 0,-1 1 0,0 2 0,-1 1 0,2-1 0,-2 3 0,1 0 0,0-1 0,2-3-272,-2 6 0,1-4 0,-1 4 272,-1 2 0,-1 5 0,1-1 0,2-5 0,1 3 0,2-5 0,1 0 0,0 0 0,2-3 0,0-1 0,1-4 0,0 2 0,-1 4 0,0 3 0,0-4 0,1-7 0,0-1 0,-1 3 0,0 0 0,0-1 0</inkml:trace>
  <inkml:trace contextRef="#ctx0" brushRef="#br0" timeOffset="64901">6077 11895 5734,'4'-1'0,"-1"0"0,-2 1 0,2 0 0,0 0 0,2 0 0,-1 0 0,5 0 0,-1 1 0,7-1 0,-4 0 0,4 0 0,-2 0 0,1 1 0,2 0 0,12 1 0,-5-1 0,10 1 0,8-1-892,-16-1 1,1 0 891,0-1 0,1 1 0,-1-1 0,3 0-934,14-2 0,6 0 1,-4 0 933,-9 0 0,1 1 0,-3-1 0,5 1 0,1-1 0,-4 1-575,12-1 0,-3 1 575,-8 0 0,1 1 0,-5-1 0,2 1 0,-3 0 0,6-1 0,-2 2 0,0-1 0,3 0 0,7 1 0,4 1 0,-2-1 0,-1 1 0,-1 1 0,2-1 0,3 0 0,-5 0 0,-8 1 0,-2 1 0,1-1 0,-1 0 0,0 0 0,0 1 0,-1-1 0,0 1 0,-1-1 0,-1 1 0,0-1 0,0 1 0,-1-1 0,-1-1 0,-1 1 0,1-1 0,10 0 0,0 0 0,-12-1 0,1 1 0,6-1 0,1 1 0,-5-2 0,-3 1 0,15-1 58,-18 0 1,0 0-59,3 0 1177,-4 0-1177,-4-1 0,-3 1 1490,-4 0-1490,-3 0 1468,-3 1-1468,-1 0 1090,-2 0-1090,-1 0 98,-2 0 0,-6 0 0,-4 1 0</inkml:trace>
  <inkml:trace contextRef="#ctx0" brushRef="#br0" timeOffset="68866">13142 10165 5734,'5'-30'0,"-1"0"0,2-8 0,-1 7 0,-1 1-1556,0-2 1556,1 1 0,0-11 0,-1 12 0,2-7-183,-2 8 183,-1 10 405,0-7-405,-2 11 0,0 3 0,-2 3 0,1 6 0,0 0 0</inkml:trace>
  <inkml:trace contextRef="#ctx0" brushRef="#br0" timeOffset="69098">13056 9581 5734,'8'-2'0,"1"2"0,2 2 0,2 2 0,15 14 0,-2 1 0,7 7 0,-9-4 0,-6-7 0</inkml:trace>
  <inkml:trace contextRef="#ctx0" brushRef="#br0" timeOffset="72964">16765 9962 5734,'-5'23'0,"2"-2"0,1 4 0,0 2-902,0-2 0,1-1 902,0 5 0,0 2-1058,0 4 0,0 3 1,0-1 1057,0 8 0,1 3 0,-1-8 0,1 6 0,-1 3 0,1-1 0,0-6-22,-1 0 0,1-5 1,0 7 21,0-4 0,0 6 0,0 4 0,1 1 0,-1-1 0,0-4 0,1-6-231,-1 5 0,0-5 1,1 3 230,0-2 0,0 6 0,0 1 0,-1-3 0,1-7 0,1 4 0,-1-4 0,1-1 0,0 0 0,0-4 0,0 0 0,1 8 0,-1-2 0,0-11 0,-1 0 0,1 4 0,-1-1 0,3 12 0,-3-15 89,0-2 0,-3-19 0,0-6 1</inkml:trace>
  <inkml:trace contextRef="#ctx0" brushRef="#br0" timeOffset="73639">16787 10034 5734,'23'0'0,"6"-1"0,2 0 0,6-1 0,-1 1-1639,3-2 1,1 0 843,5 1 1,4-2-1,-2 1 770,-12 0 1,-3 0 0,2 1 24,3-2 0,0 1 0,1 0 0,3 0 0,1 0 0,0 0 0,2 0 0,0 0 0,4 0 0,-8 0 0,4 1 0,1 0 0,0 0 0,-2-1 0,0 1 0,-2 1 0,1-1 0,6 0 0,-11 1 0,5-1 0,2 1 0,3-1 0,0 1 0,0 0 0,-1-1 0,-3 1 0,-4 0 0,7 0 0,-5 0 0,-2 1 0,2-1 0,3 0 0,0 0 0,3 1 0,2-1 0,1 0 0,-1 0 0,0 0 0,-3 1 0,0 0 0,-2 0 0,0 1 0,-1-1 0,-1 1 0,-1 0 0,0-1 0,-3 1 0,0 0 0,2-1 0,3 2 0,0-1 0,3 0 0,2 1 0,1-1 0,1 1 0,-1 0 0,0 0 0,-1 1 0,0-1 0,1 0 0,-1 1 0,0 0 0,-1-1 0,-1 1 0,1-1 0,-1 1 0,0-1 0,-1 0 0,0 1 0,1 0 0,-3-1 0,2 1 0,0-1 0,-1 1 0,0-1 0,-4 1 0,-3-1 0,15 1 0,-5 0 0,-1 0 0,0 0 0,0-1 0,-1 1 0,-1 0 0,-1-1 0,0 1 0,-2-1 0,0 1 0,-1-1 0,-2 0 0,0 1 0,0-1 0,-3 0 0,0 0 0,-1 0 0,14 1 0,0 0 0,-5 0 0,-2-1 0,-2 1 0,-2-1 0,-5 1 0,0-1 0,12 2 0,-1-1 0,4 1 0,-14-1 0,-4 0 0,-9-1 0,-5 0 2051,-3-2-2051,-2 1 2402,-4-1-2402,0-1 152,-6 0-152,0-1 1129,-2-2-1129,0 0 0,0-1 0,-1 1 0,-1-2 0,-1 1 0,0 0 0,-1-1 0,1 1 0,-1-1 0,3 3 0,0 0 0,0 1 0,-1-1 0,2 2 0,-1 0 0,2 0 0,0 1 0,-1 2 0,-2 1 0,-7 19 0,-3 8 0,2-2 0,0 1-796,-6 13 1,1 3 795,3-5 0,2-1 0,3-6 0,0 4 0,0 1 0,0 6 0,-1 1 0,2-3-955,0-3 0,1-3 0,-1 4 955,1-5 0,0 3 0,0 2 0,-1-1 0,2-1 0,0 3 0,1-1 0,0 0 0,0-2-363,0 2 0,0-1 0,1 4 363,1-6 0,0 5 0,-1 2 0,1 1 0,1-3 0,0-5-63,-1 6 0,2-4 0,-1 2 63,0 4 0,1 4 0,-1-1 0,2-7 0,0 3 0,0-3 0,0-5 0,1 1 0,-1-2 0,1 4 0,-1-1 0,0 9 0,0-2 0,-1-17 0,0-2 0,-4 21 0,-4-5 0,-5-6 0,-5-5 0,-5-5 0,-6-5 0,-3-6 0,-4-3 0</inkml:trace>
  <inkml:trace contextRef="#ctx0" brushRef="#br0" timeOffset="74165">16722 12258 5422,'40'6'0,"0"0"0,-6-2 0,3 0 0,1-1 0,-1 0-1093,6 1 1,0-1 0,2-1 663,-9 0 1,2 0 0,1 0-1,1-1 1,1 0 427,0 0 1,1 0-1,2-1 1,-1 0-1,0 0 1,-1 1 0,0-1 0,-3 0 0,1 0 0,3 0 0,5 0 0,-10 1 0,4-1 0,4 0 0,2 1 0,1-1 0,1 1 0,0-1 0,-1 1 0,-1-1 0,-4 1 0,-2-1 0,8 1 0,-5 0 0,-2-1 0,1 1 0,3 0 0,6 0 0,-14 1 0,3-1 0,4 0 0,2 1 0,1 0 0,2-1 0,1 1 0,-1 0 0,0 0 0,-1 0 0,-2 0 0,-2 0 0,-3 0 0,-4-1 0,14 2 0,-6-1 0,-3 0 0,0 1 0,2-1 0,7 1 0,-13 0 0,3-1 0,3 1 0,3 0 0,1 1 0,1-1 0,0 0 0,-1 1 0,0-1 0,-3 0 0,-2 0 0,-3 0 0,-4 0 0,16 1 0,-7-1 0,-3 0 0,0 0 0,5 1 0,-9-1 0,4 0 0,1 0 0,0 1 0,1-1 0,-2 0 0,-2 0 0,-3 0 0,6 0 0,-3 0 0,-2 0 0,-2-1 0,0 0 0,10 1 0,-3 0 0,1-1 0,-6 0 0,2 1 0,-1-1 0,-3-1 0,0 1 0,-2-1 0,-3 0 0,2-1 0,-2 0 0,3 1 0,-5-2 0,-7-1 0,-13-2 0,-7 0 0</inkml:trace>
  <inkml:trace contextRef="#ctx0" brushRef="#br0" timeOffset="85680">14619 13499 5543,'-36'-3'0,"0"1"0,0-1 0,-2 1 0,1-1-1017,-6 1 1,-4-1 1016,12 0 0,-6 0 0,-5 0 0,-2-1 0,1 0 0,3 1 0,5 0-977,-9-1 1,5 1-1,-5-1 977,5 0 0,-5 0 0,-2 0 0,0 0 0,3 0 0,7 1-130,1-1 1,6 1 0,-1-1 129,0 1 0,-1-1 0,-2 1 0,0-1 0,-3 0 0,0 0 0,2 0-64,-3 0 0,3 0 0,-3 0 64,4 0 0,-2 1 0,0-1 0,-1 0 0,1 1 0,-1 0 0,1 0 0,1 1 0,-2-1 0,2 1 0,-1-1 0,1 1 0,0 0 0,-2 0 0,2 0 0,1 1 0,0 0 0,0 0 0,2 1 0,-2-1 0,2 1 0,-3-1 0,-7 1 0,-2 1 0,0-1 0,3 2 0,0-1 0,2 1 0,-6 0 0,0 0 0,9 0 0,-1 1 0,0-1 0,4 1 0,0-1 0,2 1 0,-4 1 0,0-1 0,-9 2 0,-1 0 0,7 0 0,1 0 0,11-2 0,0 1 0,-7 0 0,1 0 0,-7 1 0,3 0 175,4 0-175,3-1 1778,4 1-1778,2-2 600,4 1-600,1-1 0,3 1 1291,1-2-1291,2 0 909,-2 1-909,4 0 646,-1-1-646,5-1 335,2 0-335,0 0 0,3-1 0,1 0 0,0 0 0,1 0 0,1-1 0,0-1 0,0 2 0,0 1 0,-3 0 0,-5 4 0,-3-1 0,-2 1 0,-4 5 0,6-2 0,-4 3 0,5-3 0,0 1 0,-1 0 0,-5 4 0,5-3 0,-3 3 0,3-1 0,0 0 0,2 0 0,0-1 0,6-5 0,-2 1 0,1-2 0,1 0 0,0-1 0,-2 3 0,2-3 0,-1 3 0,-1-3 0,3 0 0,-2 0 0,3-2 0,1-1 0,0 0 0,0 0 0,1 0 0,-1 1 0,0-1 0,-1 1 0,-1 0 0,0 1 0,-1 0 0,-8 10 0,7-6 0,-7 8 0,8-7 0,1 29 0,2-13 0,2 24 0,5-3 0,3 1 0,-5-21 0,1 0-665,1 7 0,1 5 0,-1-6 665,4 14 0,-3-11 0,0 2 0,-1-8 0,-1 1 0,3 8 0,-1 2 0,1 2 0,0-1 0,-2-8 0,1 0 0,1 9 0,0 1 0,0 1 0,-1-2 0,-1-9 0,0 1 0,2 9 0,-1 0 0,-2-13 0,0-1 0,1 12 0,1 1 0,-2-10 0,-1 0 0,2 8 0,0 1 0,0 0 0,-1-2 0,-2-9 0,1 1 0,0 8 0,0-1 0,-1-11 0,-1-2-553,-1 1 1,1-1 552,1 23 0,-1-1 0,-1-14 0,0 6 0,0-4 0,-1-2 0,1 0 0,-1 0 0,1 3 0,-1-6 0,0 7 0,2-8 0,-1-1 0,0-2-210,1 21 210,-2-38 1676,1 2-1676,0-5 1332,0 0-1332,-1-3 0,2-1 0,-1 0 302,1-1-302,0 0 0,0 0 0,5 0 0,-1 0 0,3 0 0,0 0 0,6-1 0,-2-1 0,5-1 0,-4 1 0,1-1 0,1 1 0,2-1 0,1 0 0,1-1 0,0 1 0,12-1 0,-7 1-602,9-1 602,-9 2 0,1-1 0,0 1 0,2 1-57,13-1 57,-9 2 0,1 1 0,-6-1 0,1 0-314,6 1 0,0 0 314,-2 1 0,-1-1-395,-6 1 1,1-1 394,21 3 0,0 0-788,-16-2 1,-2 1 787,12 1 0,0 1 0,-10-2 0,-1 1 0,2-1 0,1 1 0,2 0 0,0 0 0,2 0 0,0 0 0,1 0 0,5 0 0,-6-1 0,8 0 0,3 0 0,-1 0 0,-6-1-695,3 1 1,-4-1 0,4 1 694,-1-1 0,6 1 0,1-1 0,-3 1 0,-5-1 0,-5-1 0,-5 0 0,3 0 0,1 0 0,3 0 0,0 0 0,-2 0 0,2 0 0,-2 0 0,3-1 0,-3 1 0,3-1 0,2 0 0,-1 0 0,-5 0 0,4 0 0,-4 0 0,2-1 0,-2 1 0,2-1 0,0 0 0,-3 0 0,0 1 0,-3-1 0,1-1 0,0 1 0,0 0 0,0 0 0,-2-1 0,1 1 0,2-1 0,11 0 0,2 0 0,-2 0 0,-10 0 0,-1 0 0,0 1 0,10-2 0,1 1 0,-3 0 0,1-1 0,-3 1 0,-1 0 0,-1-1 0,-2 1 0,0-1 0,8 0 0,0-1 0,-13 1 0,-2 0 0,8 0 0,-3 0 0,3-2 0,-5 2 0,-6-1 1554,-4 1-1554,-5 0 1959,0 0-1959,-6 1 1275,0-1-1275,-6 2 747,2 0-747,-4 0 199,0-1-199,-11-2 0,0 0 0,-10-3 0,-3-4 0,3 0 0,-6-6 0,7 2 0</inkml:trace>
  <inkml:trace contextRef="#ctx0" brushRef="#br0" timeOffset="85947">14805 13909 5734,'2'35'0,"-1"1"0,1 1 0,-1 5 0,1-9 0,0 6 0,0 3 0,0-1 0,-1-3-1093,1 6 1,0-3 0,0 8 945,-1-13 0,1 5 0,0 3 0,0 3 0,0-1 0,0-1 0,-1-2 0,1-6-149,0 6 0,-1-6 0,1 0 1,0 7 295,0-5 0,0 5 0,0 3 0,1 2 0,-1 1 0,1-2 0,-1-2 0,0-5-20,1 4 0,0-4 1,0-2-1,-1 0 1,1 2 19,0-1 0,0 1 0,0 1 0,-1 0 0,1-2 0,0-3 0,0 5 0,1-3 0,-1-1 0,0-3 0,2 12 0,0-2 0,-1-4 0,0 0 0,0-4 0,0 0 0,0-5 0,-1-1 0,1-2 0,-1 0 0</inkml:trace>
  <inkml:trace contextRef="#ctx0" brushRef="#br0" timeOffset="89481">16699 13511 5734,'30'-1'0,"0"0"0,-4 1 0,5 1 0,3-1 0,12 1-1093,-12-2 1,4 1 0,-3-1 177,-3 0 1,0-1 914,13 0 0,3-1-210,-9 0 1,2-1 0,-2 0 209,-5 1 0,-1 0 0,2 0 0,0 0 0,1 0 0,1 0 0,1-1 0,8 0 0,2 0 0,-1 0 0,-1 0 0,-7 1 0,-1-1 0,0 1 0,2 0 0,1-1 0,1 1 0,2-1 0,0 1 0,1-1 0,-5 1 0,1 0 0,1 0 0,0 0 0,-1 0 0,-1 0 0,0 0 0,-1 1 0,-1-1 0,1 1 0,3-1 0,-1 0 0,2 0 0,1 0 0,2 1 0,0-1 0,2 1 0,-3 0 0,2 0 0,1 1 0,2-1 0,-1 1 0,0 0 0,-3 0 0,-2 0 0,-1 0 0,-3 0 0,-2 1 0,0-1 0,3 1 0,4-1 0,-4 1 0,4 0 0,3 0 0,1 0 0,2 0 0,-1 0 0,-1 0 0,-2 1 0,-3-1 0,-5 1 0,9 0 0,-6 0 0,-2 0 0,0 0 0,3 1 0,0 0 0,3 0 0,1-1 0,-1 1 0,-2 1 0,-2-1 0,4 0 0,-3 1 0,-1-1 0,0 1 0,-1 0 0,-2 0 0,2 1 0,2-1 0,-1 1 0,2 1 0,3-1 0,0 1 0,-1 0 0,-3 0 0,0 0 0,-2 0 0,-1 0 0,0 0 0,1 0 0,7 0 0,0 1 0,1 0 0,-1 0 0,-3 0 0,2 1 0,-1 1 0,-4-1 0,-6 0 0,-2 0 0,-2-1 0,11 4 0,-8-1 0,-21-2 0,-9 0 0</inkml:trace>
  <inkml:trace contextRef="#ctx0" brushRef="#br0" timeOffset="90530">16033 13887 5049,'3'44'0,"0"0"0,0 0 0,-1 1 0,1-1 0,0-4 0,-1 0 0,1-1 0,-1 1 0,-1-1 0,0 1 0,-1 0 0,0 0 0,0-1 0,0-3-1093,0 8 1,-1-4 0,1 4 737,0-7 1,0 3-1,-1 1 1,1 0 0,0-2 354,-1 11 0,0-2 0,1-2 0,-1-9 0,1-3 0,-1 2 0,1 8 0,-1 2 0,1-1 0,-1-4 0,0-1 0,1-2 0,-1 5 0,1 0 0,-1-7 0,0 0 0,1 0 0,-1 13 0,0-2 0,0-12 0,0 0 0,0 7 0,0 2 0,1 3 0,-1-3 0,1-17 0,-1 0 0,1 23 0,0-5 0,1-14 0,0 8 0,-1-24 0,0-4 1282,0-1-1282,0-5 2867,0-1-2867,1-1 1470,-1 0-1470,1-2 115,2 1-115,2-1 0,3 1 0,3 2 0,31 6 0,-14-4-562,-1 0 1,0 0 561,2 1-413,1-1 1,4 1 412,-1-2 0,1 1-991,8 1 1,0 0 990,-4-2 0,-1-1 0,-7-1 0,2 0-452,2-2 1,6 1 0,0-1 0,-2-1 451,-3 1 0,-2-1 0,6 0 0,2-1 0,7 0 0,4-1 0,1 0 0,-3 0 0,-6 0 0,-4 0 0,-5 0 0,0-1 0,3 1 0,-1-1 0,3 1 0,1-1 0,1 0 0,0 0 0,-2 0 0,5 0 0,0 0 0,0 0 0,-1-1 0,-2 1 0,4 0 0,-3 0 0,0-1 0,3 1 0,-7 0 0,1 0 0,2 0 0,0-1 0,-2 1 0,-1 0 0,7-1 0,-3 1 0,0-1 0,1 1 0,1-1 0,0 0 0,0 0 0,0 1 0,0-1 0,-1 1 0,2-1 0,2 0 0,-7 1 0,3 0 0,2 0 0,0 0 0,-2 0 0,-1 0 0,-1 0 0,-2 1 0,-1-1 0,1 1 0,1-1 0,1 1 0,1 0 0,1-1 0,1 1 0,-1 0 0,-1 0 0,-1 0 0,1 0 0,-1 1 0,-1 0 0,0 0 0,-2-1 0,8 1 0,-2 0 0,0 0 0,2 0 0,-1-1 0,1 1 0,1 0 0,-1 1 0,-4-1 0,-3 0 0,-3 1 0,-2-1 0,1 1 0,11-1 0,-1 1 0,2 0 0,-5-1 0,2 1 0,2-1 0,3 0 0,-11-1 0,4 0 0,2 0 0,0-1 0,0 0 0,-2 1 0,-3 0 0,2 0 0,-4 0 0,0 0 0,0 0 0,2-1 0,3 0 0,3 0 0,1-1 0,-2 1 0,-4-1 0,-7 0 0,3-1 0,-2-1 0,8-4 0,6-1 0,-6 0 0,-7 3 0,0-1 0,1-1 0,4-1 0,-2-1 0,-7-1 0,-1-1 0,-4 1 0,13-5 0,-1-1 0,-4 1 0,-22 10 1809,-1-2-1809,-3 4 299,-1-1-299,-3 3 2397,-2 2-2397,0 0 1229,-2 3-1229,-9 4 0,2-2 0,-6 4 0,3-4 0</inkml:trace>
  <inkml:trace contextRef="#ctx0" brushRef="#br0" timeOffset="90898">21787 13486 5734,'-3'33'0,"0"0"0,0 0 0,-1 9 0,0 1-1093,0-5 1,1 4 0,-2 5 1083,1-12 1,-1 6 0,0 2 0,0 2 0,0-1 0,0-2 0,0-4-568,0 7 1,1-5 0,-1 1 0,0 4 575,0-4 0,0 5 0,-1 2 0,0 0 0,1 0 0,0-4 0,0-5-25,1 1 0,0-4 0,0-2 1,1 1 24,-2 12 0,1 0 0,0 2 0,1-11 0,0 3 0,1 0 0,-1-1 0,1-2 0,-1 0 0,1-2 0,0-1 0,1 2 0,-1 8 0,0 1 0,0 0 0,1-1 0,0-6 0,1 0 0,0-1 0,0-2 0,-1 1 0,1-3 0,0 2 0,0 5 0,1 2 0,-1-2 0,1 4 0,0-3 0,0-14 0,2 0 0,-1 3 0,1 0 0</inkml:trace>
  <inkml:trace contextRef="#ctx0" brushRef="#br0" timeOffset="92064">22469 5090 5734,'-5'18'0,"-2"13"0,2-4 0,-2 11 0,3 4-2343,2-7 2343,-1 10 0,2-12 0,1 5 0,0-5 0,-1-9 0,1 1-335,-1 8 0,1 5 0,1-8 335,0-3 0,0-2 541,2-2-541,0-4 0,4 3 0,0-8 0,6 0 0,24-18 0,8-8 0,-20 6 0,0-2-666,10-3 1,5-2-1,-5 0 666,-4-1 0,0-1 0,2-1 0,3-2 0,-1 0-465,7-3 0,0 0 465,-4 2 0,1-1 0,2 0 0,-9 3 0,1 0 0,0 1 0,-2 0 0,4-2 0,-2 2 0,1-2 0,-2 2 0,2-1 0,0-1 0,1 1 0,7-4 0,2 0 0,0 0 0,-4 2 0,-4 2 0,-4 2 0,4-2 0,-1 1 0,4-1 0,0-1 0,-1 2 0,-6 2 0,4-1 0,-2 2 0,8-3 0,1 0 0</inkml:trace>
  <inkml:trace contextRef="#ctx0" brushRef="#br0" timeOffset="92913">22052 14136 5734,'-4'13'0,"-3"12"0,1-3 0,-4 11 0,-2 9-2245,3-9 2245,-1 11 0,5-18 0,2-1 0,-1 6-66,4-4 0,1-3 66,6-7 536,6 0-536,18-16 0,-2-5-370,17-8 370,-17 1 0,4-3 0,-1 1 0,-1 0 0,3-2 0,-3 1 0,7-5 0,5-1 0,2-2 0,-1 0 0,-4 2 0,-5 2-651,5-2 0,-5 2 0,4-2 651,-3 2 0,5-3 0,2-2 0,1 1 0,-4 0 0,-4 3 0,3-4 0,-4 3 0,-2-1-741,6-3 1,-1-1 740,-7 4 0,1-2 0,-3 2 0,-2-3 0,-2 0 0,-1 0 0,0-1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6-29T02:18:34.0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1881 2427 5734,'21'-3'0,"2"-2"0,-12 2 0,3-2 0,-2 1 0,0 1 0,1 0 0,-1 0 0,7 0 0,-5 1 0,4-1 0,3 1 0,-6 0 0,7 1 0,0 1 0,-4 0 0,4 0 0,3 0 0,-6 0 0,6 0 0,10 2 0,-13-1 0,4 0 0,0 1 0,-4-1 0,3 2 0,0-1 0,-4 0 0,12 2 0,0-2 0,-11-1 0,17-1 0,-20-1 0,17-2 0,-7-2 0,0 1 0,-5-1 0,-11 3 0,2-1 0,7 0 0,-5 0 0,4-1 0,2 2 0,-6 0 0,7 0 0,-8 1 0,15 0 0,-11 1-333,12 0 333,-13 0 0,1 0 0,12 1 0,-6 0-619,9-1 619,-9 0 0,1-1 0,2-1 0,0 0 0,2 0 0,-2-1 0,2 1-760,0-1 760,0 1 0,1-1 0,0 0 0,0 0 0,-8 1 0,1 1 0,13-1 0,-13 1 0,1 0 0,2 0 0,0 0 0,15-1-654,-14 1 1,0 0 653,12 1 0,0-1 0,2 1 0,0 0 0,0 0 0,-11 0 0,1-1 0,-8 1 0,0-1 0,7 0 0,2 0 0,0 1 0,2-1 0,4 0 0,4 0 0,0 0 0,-3-1 0,-1 1 0,1-1-744,6 0 1,1 1 0,-4-2 743,4 0 0,-4 0 0,-11 1 0,2 0-122,3-1 1,7-1 0,1 0 0,-5 0 121,-7 2 0,-4-1 0,3 1 0,9-2 0,4 0 0,0 0 0,-6 0 0,-2 1 0,-3-1 0,1 1 0,0 0 0,-2 0 0,2 0 0,2-1 0,4 1 0,-3-1 0,-2 1 0,0-1 0,-2 1 0,3 0 0,-2-1 0,10 0 0,-4 0 0,-14 2 0,-2 0 0,13-2 0,0 2 0,-10 1 0,-3 2 0,5 0 89,11 2 0,-26 1 0,-1-1 0</inkml:trace>
  <inkml:trace contextRef="#ctx0" brushRef="#br0" timeOffset="2865">6807 2599 3214,'-39'9'0,"0"1"0,0-1 0,0 1 0,0 0 0,2-1 0,-4 2 0,-1 1 0,-4 2 0,-2 1 0,2 0 0,5-2-1072,3 0 1,4-1 0,-2 1 1071,-3 1 0,-3 2 0,0-1 0,4 1 0,0 2 0,3-1 0,1 0 0,-4 3 0,-1 2 0,-2 2 0,-2 3 0,4-2 0,6-1 0,1 1 0,5-4 0,-1 2 0,2-1 0,0 4 0,3 1 0,2 0 0,0 4 0,1-2 0,-3 6 0,2 1 0,3-4 0,0 2 0,2-2 0,1 5 0,1-1 0,2 2 0,1 0 0,2 1 0,2 1 0,1-1 0,3 3 0,4-2 0,3 2 0,1-1 0,-1-9 0,1-1 0,4 3 0,5 4 0,4 4 0,2 3 0,1-2 0,-1-6 0,3 0 0,-1-4 0,3 2 0,-3-4 0,2 2 0,2 1 0,0-2 0,2-3 0,7-1 0,3-3 0,0-3 0,-1 0 0,2 2 0,-1-3 0,11-2 0,-15-10 0,6 0 0,5-1 0,3-1 0,3 0 0,2-1 0,0-1 0,0-1 0,-2-1 0,-2 0 0,-4-2 0,3 0 0,-3-3 0,-2-1 0,0 0 0,0-2 0,1 1 0,1-1 0,3 1 0,-5 2 0,1 0 0,2 0 0,1 0 0,1 0 0,0 1 0,0-2 0,1 0 0,-2-1 0,0-1 0,-2 0 0,-1-3 0,2-1 0,-1-3 0,0 0 0,-1-2 0,-1 0 0,0 0 0,-2-1 0,-1 0 0,-1 1 0,-1 1 0,7-3 0,-3 0 0,-2 0 0,-1 0 0,2 0 0,1-2 0,-4 3 0,2-1 0,0-1 0,1 0 0,0-1 0,0 1 0,-1-2 0,0 1 0,3-4 0,0 0 0,0-1 0,-1 0 0,-1 0 0,-1 0 0,-1 1 0,-2 1 0,-2 1 0,-2 0 0,1 0 0,0-1 0,1-1 0,1-1 0,1 0 0,0-1 0,1-1 0,-2 1 0,-1 0 0,-4 1 0,8-7 0,-3 1 0,-3 0 0,0 0 0,-2 1 0,-2 1 0,0-2 0,1-3 0,-6 2 0,1-3 0,0-2 0,-1-1 0,-1 2 0,-2 3 0,6-11 0,-3 4 0,0-4 0,-5 8 0,1-4 0,-1 0 0,-1 1 0,-5 6 0,-2-10 0,-5 5 0,-2 2 0,-1 1 0,-3 4 0,-2 0 0,-5-4 0,-3 2 0,-6-9 0,4 17 0,-1 3 0,-7 0 0</inkml:trace>
  <inkml:trace contextRef="#ctx0" brushRef="#br0" timeOffset="3652">12211 4489 3089,'-47'-10'0,"1"0"0,0 0 0,0 0 0,2 0 0,0 1 0,0 0 0,-1 1-618,5 0 0,-1 1 0,0 1 0,0-1 1,2 1 617,-2-1 0,4 2 0,-3-1 0,-5-1 0,6 2 0,-6-2 0,-3 1 0,-1-1 0,-1 0 0,1 1 0,3 0 0,5 1 0,-3 0 0,5 0 0,2 1 0,-2-1 0,-3 1 0,1-1 0,-3 0 0,-1-1 0,-1 1 0,0 0 0,-1 0 0,1 0 0,-2 2 0,-1-1 0,0 1 0,0 0 0,1 0 0,1 1 0,3-1 0,-1 1 0,3-1 0,1 1 0,-1 0 0,-6 0 0,6 0 0,-3 0 0,-4 0 0,-2 0 0,0 1 0,1-1 0,1 0 0,4 1 0,4 0 0,-5 1 0,6-1 0,1 1 0,1 0 0,-4 0 0,0-1 0,-1 1 0,-1 0 0,-1 0 0,-1 0 0,0 1 0,4-1 0,-1 1 0,-1 0 0,-1 0 0,1 0 0,1 0 0,1 0 0,2 0 0,-6 1 0,5-1 0,0 0 0,-2 0 0,-6 1 0,10 0 0,-4 0 0,-3 1 0,-2-1 0,-1 1 0,-1-1 0,0 1 0,2 0 0,2 0 0,4 0 0,3-1 0,-9 2 0,5 0 0,2-1 0,0 1 0,-4 1 0,6-2 0,-4 1 0,-1 1 0,-1-1 0,0 0 0,1 1 0,3-1 0,3 1 0,-10 1 0,4 1 0,2-1 0,-1 1 0,-1 0 0,0 0 0,0 1 0,0 0 0,1-1 0,0 1 0,0 1 0,0-1 0,2 0 0,0 1 0,0-1 0,-3 2 0,0 0 0,-2 2 0,-1 0 0,0 0 0,3 0 0,0-1 0,3 0 0,-1 0 0,-1 2 0,1-2 0,-1 2 0,-1 0 0,0 0 0,1 1 0,2-1 0,-1 1 0,1 1 0,1-1 0,2 0 0,-1 0 0,2 0 0,0-1 0,-1 2 0,1-1 0,-3 2 0,1 0 0,0-1 0,3 0 0,-7 4 0,3-1 0,1 1 0,0 0 0,0 1 0,1 1 0,1-1 0,1 1 0,0 0 0,2 1 0,0 0 0,1 0 0,1 0 0,1 1 0,0 0 0,2 1 0,0-1 0,1 1 0,2 0 0,0 0 0,1 1 0,1-1 0,2 1 0,0 0 0,1-1 0,1 0 0,1 4 0,-1 7 0,1 4 0,0 2 0,3 0 0,5-5 0,1 1 0,2 0 0,0 1 0,-3 6 0,-1 1 0,2 1 0,4-2 0,5 5 0,4-1 0,2-2 0,1-10 0,2-2 0,1 0 0,2 2 0,1 0 0,2 0 0,1 0 0,0 0 0,5 2 0,-1-7 0,4 2 0,1 1 0,1 0 0,-1-3 0,1 1 0,1-1 0,0-1 0,3 2 0,1 0 0,3 1 0,1 1 0,0-2 0,-1-3 0,4 0 0,-1-3 0,1-1 0,1-1 0,-5-4 0,1 0 0,0-1 0,1 0 0,0-2 0,1 2 0,-1-2 0,2 0 0,3-1 0,7 0 0,-13-7 0,4 0 0,3 0 0,3 0 0,2 0 0,2-1 0,0 1 0,2-1 0,-1-1 0,0 1 0,-1-1 0,-2-1 0,-2 1 0,-3-1 0,5 0 0,-3 0 0,-2 0 0,-1-1 0,0 0 0,1-1 0,1 1 0,2-1 0,4 1 0,-9-1 0,2 0 0,2 0 0,1 1 0,1-1 0,2 1 0,0-1 0,1 1 0,0-1 0,-1-1 0,1 1 0,-1-2 0,0 1 0,-1-2 0,-2 0 0,-1-1 0,6-2 0,0 0 0,-1-1 0,-1-1 0,0-1 0,-1 0 0,0-1 0,0 1 0,-1-1 0,-1 0 0,1 0 0,-2 1 0,3-1 0,-3 1 0,0-1 0,-1 1 0,0-1 0,-1 0 0,2 0 0,1-1 0,2 0 0,2-2 0,-6 2 0,1-1 0,3 0 0,1-1 0,1 0 0,0 0 0,2-1 0,-1 0 0,1 0 0,-1-1 0,0 1 0,-1 0 0,-2 0 0,-1 0 0,-2 1 0,-2-1 0,7-1 0,-3 0 0,-2 1 0,-2-1 0,0 0 0,-1 1 0,1-1 0,0 0 0,1-1 0,2 0 0,-1 0 0,1 0 0,1 0 0,1-1 0,0 0 0,0 0 0,0-1 0,-1 1 0,0 0 0,-2 0 0,-1 0 0,-3 1 0,6-3 0,-2 1 0,-1 0 0,-2 1 0,0-1 0,-1 0 0,0 0 0,1 0 0,3-2 0,0 0 0,-1 0 0,1 0 0,-1 0 0,-1 0 0,0-1 0,4-1 0,0-1 0,-1 1 0,-1-1 0,0 0 0,0 0 0,-4 1 0,1 0 0,-2 0 0,1-1 0,-2 0 0,0 1 0,4-4 0,-1 1 0,0-1 0,-2 0 0,0-1 0,-4 3 0,-1-2 0,0 1 0,-2-1 0,0 0 0,3-3 0,-1-1 0,-2-1 0,-2 0 0,5-7 0,-3 0 0,-3-1 0,-6 3 0,-2-1 0,-3-1 0,-6 3 0,-2 0 0,-3 0 0,-1-14 0,-1 0 0</inkml:trace>
  <inkml:trace contextRef="#ctx0" brushRef="#br0" timeOffset="5683">16936 7413 1462,'-42'-3'0,"0"-1"0,0 1 0,1 0 0,-1-1 0,0 1 0,3 0 0,-3-1 0,-1 1 0,-1 0 0,-1 0 0,0 0 0,0 0 0,1 0 0,0 0-183,-4 0 0,1 1 0,-1-1 1,1 1-1,-1 0 0,0 0 0,1-1 1,-1 1 182,1 0 0,-1-1 0,0 1 0,0-1 0,0 1 0,0 0 0,1-1 0,-1 1 0,2 1 0,-1-1 0,0 0 0,0 1 0,1-1 0,2 1 0,1-1 0,3 1 0,-4 0 0,4 0 0,1 1 0,1-1 0,-1 0 0,-2 1 0,1-1 0,-1 1 0,1-1 0,-1 1 0,1 0 0,-1-1 0,0 1 0,1-1 0,-1 1 0,0 0 0,1 0 0,-1 0 0,0-1 0,1 1 0,-1 0 0,1 0 0,-1 1 0,1-1 0,-1 0 0,1 0 0,1 1 0,0-1 0,-2 0 0,-2 1 0,4 0 0,-2 0 0,-2 0 0,0 0 0,0 0 0,1 0 0,2 0 0,-6 0 0,2 1 0,0-1 0,0 1 0,-2-1 0,6 1 0,1-1 0,-2 0 0,0 1 0,-1 0 0,-3 0 0,-1 1 0,6-1 0,-2 2 0,-3-1 0,0 1 0,-2 0 0,0 1 0,1-1 0,0 0 0,2 1 0,2-2 0,2 1 0,-10 1 0,4-1 0,2 0 0,0 1 0,-2-1 0,-5 1 0,11-1 0,-4 1 0,-2 0 0,-2 0 0,0 0 0,-1 0 0,1 0 0,1 0 0,2 0 0,4 0 0,2-1 0,-10 3 0,4-2 0,3 1 0,0 0 0,-1 0 0,-1 0 0,-1 0 0,1 0 0,-1 0 0,0 0 0,1 1 0,-1-1 0,1 0 0,0 1 0,-1-1 0,1 1 0,0-1 0,0 0 0,0 1 0,0-1 0,1 1 0,-1-1 0,1 1 0,-1-1 0,1 1 0,0-1 0,-1 1 0,2-1 0,-1 1 0,0-1 0,0 1 0,0-1 0,1 1 0,-1 0 0,1-1 0,-1 1 0,1-1 0,0 1 0,0 0 0,0-1 0,-1 1 0,1 0 0,0 0 0,0 0 0,0 0 0,0 0 0,0 0 0,0 0 0,1 0 0,-1 0 0,0 0 0,1 0 0,-1 0 0,1 0 0,-1 0 0,1 1 0,0-1 0,0 0 0,0 1 0,1-1 0,-1 1 0,1-1 0,0 0 0,0 0 0,0 1 0,1-1 0,-1 0 0,1 0 0,0 1 0,0-1 0,1 0 0,0 0 0,-1 0 0,1 0 0,1 0 0,-9 1 0,1 0 0,0 1 0,-3 0 0,7-2 0,-2 1 0,0 0 0,-1 0 0,1-1 0,2 1 0,1-1 0,3 0 0,0 0 0,-1 0 0,-1 0 0,0 0 0,-2 0 0,-1 1 0,0-1 0,2 1 0,2-1 0,-4 0 0,2 0 0,1 0 0,1 0 0,-1 0 0,1 0 0,-1 0 0,1 0 0,1-1 0,1 0 0,-1 0 0,1 0 0,-11 2 0,0 0 0,1-1 0,2 0 0,0 0 0,-1 0 0,1 0 0,-1-1 0,-1 1 0,3-1 0,-1 0 0,1 0 0,0 0 0,3-1 0,-2 1 0,1-1 0,3 0 0,4-1 0,2 0 0,-1 0 0,-8 0 0,-1 1 0,2-1 0,-3 1 0,0-1 0,11 0 0,-2-1 0,0 0 0,-1 1 0,-2-1 0,4-1 0,0 0 0,1 0 0,-10 1 0,5-1 1162,12-1-1162,21 1 2808,1 1-2808,-1 2 1764,0 9-1764,0-1 0,-8 20 0,2-5 0,-2 2 0,2-5 0,-1 1-1015,-3 10 0,0 0 1015,4-11 0,1 0 0,-6 16 0,0 3 0,3-10 0,-1 1 0,3-4 0,-1 1 0,-1 1 0,0 1 0,-1 1 0,0-1-1275,-2 6 1,0 1 1274,2-7 0,-1 2 0,-1 0 0,1-1 0,-1 1 0,0-1 0,-2 5 0,0 1 0,2-6 0,0 1 0,0-2 0,0 3 0,0-1-578,0 0 1,1 1 577,0-1 0,0 0 0,1 0 0,0 1 0,1-2 0,1 2 0,2-3 0,-1 2 0,2-1 0,-2 6 0,2 1 0,1-8 0,0 3 0,0 0 0,3 0 0,0 2 0,1-2 0,-1 7 0,0 1 0,2-7 0,0 2 0,0-2 0,2 5 0,0-2 0,1 2 0,0 0 0,1 0 0,0 0 0,1 2 0,1-1 0,0 0 0,1 2 0,0-2 0,2 2 0,0-1 0,-1-10 0,-1-1 0,2 2 0,0 8 0,2 2 0,2 3 0,1-8 0,2 3 0,2 2 0,0-1 0,1-2 0,0-3 0,0-2 0,1-1 0,1 1 0,-1 2 0,-1-3 0,-1 1 0,1 1 0,0 0 0,0-2 0,0-3 0,5 6 0,0-4 0,1 0 0,2-1 0,0-2 0,3 1 0,0-1 0,0-2 0,-3-2 0,2 2 0,-2-3 0,2 3 0,0-2 0,1 3 0,2 1 0,0-2 0,-1-3 0,4 3 0,-1-3 0,5 1 0,-2-3 0,4 2 0,2 1 0,0-1 0,-4-2 0,0 0 0,-3-2 0,1-1 0,2 2 0,0-1 0,3 2 0,0-1 0,1 0 0,0-4 0,-3-2 0,1-3 0,0-1 0,-2-1 0,-2 0 0,8 2 0,-4-1 0,4 1 0,-6-3 0,4 1 0,1 1 0,-1-2 0,-5-1 0,3-2 0,-4-1 0,0 0 0,1-1 0,0 0 0,0 0 0,1 0 0,-1-1 0,1 0 0,0-1 0,0 0 0,1 0 0,0-1 0,-1 1 0,1-1 0,0-1 0,0 0 0,2 0 0,0 0 0,4-1 0,0 1 0,-2-1 0,3 0 0,-2 0 0,3 0 0,-4 0 0,4-1 0,-1 1 0,-3-1 0,1 0 0,-3 0 0,1 0 0,0-1 0,1 1 0,0-1 0,0 1 0,0-1 0,0 0 0,0 1 0,0-1 0,0 0 0,0-1 0,0 1 0,0 0 0,-1 0 0,1-1 0,-1 0 0,1 0 0,0 0 0,-1 0 0,1 0 0,0 0 0,0-1 0,-1 0 0,1 1 0,2-1 0,0-1 0,4 1 0,0-1 0,-2 1 0,-8-1 0,-3 1 0,1-1 0,2 1 0,9-1 0,2 0 0,0 0 0,-2 0 0,0 0 0,-2 0 0,1-1 0,0 1 0,1 0 0,-1 0 0,2-1 0,-1 1 0,1-1 0,-1 0 0,1 1 0,0-1 0,-1 1 0,0 0 0,3-1 0,-11 2 0,2-1 0,1 0 0,1 0 0,-1 0 0,1 1 0,-1-1 0,0 0 0,4 0 0,5-1 0,-13 1 0,4 0 0,3 0 0,2-1 0,3 0 0,0 0 0,0 1 0,0-1 0,-2 0 0,-1 0 0,-3 1 0,-4-1 0,6 1 0,-4 0 0,-3-1 0,-1 1 0,1 0 0,3 0 0,5-1 0,-7 0 0,4 1 0,3-1 0,3-1 0,1 1 0,1 0 0,0-1 0,-1 1 0,-2 0 0,-2 0 0,-3 0 0,-4 0 0,-4 1 0,15-1 0,-8 0 0,-3 0 0,5 0 0,-1 0 0,3 0 0,2-1 0,-1 1 0,-2 0 0,-5 0 0,11 0 0,-6 0 0,0 1 0,1-1 0,0 0 0,0 1 0,-1-1 0,0 1 0,1 0 0,-2 0 0,1 0 0,-1 0 0,0 0 0,-1 1 0,1-1 0,-2 1 0,-1 0 0,5 0 0,-10 0 0,4 0 0,2 0 0,0 0 0,-2 0 0,-2 0 0,1 0 0,-3 0 0,0 0 0,4 0 0,-3 0 0,4 0 0,3-1 0,0 1 0,-1 0 0,-3-1 0,-4 1 0,11-1 0,-5 0 0,1-1 0,-1 1 0,3 0 0,-2-1 0,-1 1 0,-1-1 0,-2 0 0,-1 1 0,2-1 0,-1 0 0,0-1 0,1 1 0,0 0 0,0 0 0,-1 0 0,1-1 0,-1 1 0,0 0 0,0-1 0,2 1 0,1-1 0,3 1 0,1-1 0,-3 0 0,3 1 0,-2-1 0,2 0 0,-3 1 0,3-1 0,-1 1 0,-2 0 0,-1-1 0,-2 1 0,0 0 0,0 1 0,0-1 0,1 0 0,-1 1 0,0-1 0,0 0 0,-1 1 0,1-1 0,0 1 0,-1-1 0,0 1 0,2-1 0,0 0 0,2 0 0,0 1 0,-2-1 0,3 0 0,-3-1 0,3 1 0,-5 0 0,2 0 0,1-1 0,-1 0 0,-1 0 0,0-1 0,-1 0 0,-1 0 0,2-1 0,-1 1 0,2-1 0,-4 0 0,3 0 0,-1-1 0,-2 0 0,-1 0 0,-1-1 0,-1 0 0,1-1 0,-1 0 0,1 0 0,-1-1 0,0 0 0,2-2 0,-1-1 0,3-1 0,-1-1 0,-1 0 0,2-1 0,-2 1 0,1-2 0,-2 1 0,1-1 0,0 0 0,-2 0 0,-2 0 0,-2-1 0,1-1 0,1-1 0,2-1 0,-1-2 0,-1 1 0,1-1 0,-1 0 0,0-1 0,-2 2 0,0 0 0,1-3 0,1-4 0,-5 2 0,1-4 0,2-3 0,0-1 0,-1 0 0,-2 2 0,-2 4 0,1-3 0,-3 5 0,-1-1 0,3-4 0,-1 2 0,3-4 0,2-3 0,-1 1 0,-1 0 0,-2 3 0,-6 5 0,2-4 0,-6 5 0,1-1 0,0-1 0,-1 1 0,1-3 0,5-10 0,1-3 0,-2 2 0,-5 8 0,-1 2 0,1-2 0,3-8 0,1-3 0,-2 0 0,-5 10 0,-1-1 0,-1 0 0,0 2 0,1-3 0,-2 1 0,1-2 0,-1 1 0,0-1 0,0 0 0,-2 1 0,0 2 0,-1 1 0,0-5 0,-1 0 0,0-7 0,0-2 0,0-1 0,-1 2 0,0 4 0,-1 3 0,0 3 0,0 0 0,0-3 0,0-3 0,0-5 0,0-1 0,1-1 0,-2 4 0,-1 6 0,0-1 0,-2 4 0,0-1 0,-1-2 0,-1-2 0,0 0 0,0 2 0,-1-2 0,0 2 0,0-1 0,-1 2 0,0-2 0,0 1 0,-1 3 0,0 0 0,-1 3 0,0 1 0,-1-1 0,0 1 0,-1 0 0,0 1 0,0 1 0,-2-2 0,-5-9 0,-3-3 0,1 3 0,2 10 0,1 1 0,-2-1 0,-4-7 0,-2-1 0,-2 1 0,-5 2 0,-3 1 0,1 2 0,5 7 0,0 2 0,-2-1 0,1 2 0,-2-2 0,-1 1 0,1 2 0,-3 0 0,1 3 0,-1-1 0,-2 1 0,-1-1 0,0 1 0,-2 0 0,0 1 0,-1 0 0,-2 0 0,0 1 0,-1 0 0,0 1 0,-1 0 0,-3 0 0,8 4 0,-3-1 0,-2 1 0,1 0 0,2 1 0,-1 0 0,2 1 0,0 0 0,-2-1 0,0 1 0,-2 0 0,-1-1 0,2 1 0,2 1 0,1 1 0,3 1 0,0 1 0,0-1 0,-11-2 0,0 1 0,0 0 0,2 0 0,-1 0 0,1 0 0,1 2 0,1-1 0,1 1 0,2 0 0,0 0 0,0 1 0,2 0 0,0 0 0,0 0 0</inkml:trace>
  <inkml:trace contextRef="#ctx0" brushRef="#br0" timeOffset="6588">19782 9571 5734,'14'9'0,"6"-1"0,13-3-3277,12-1 3217,-17-2 0,2-1 60,2 0 0,5 0 0,1 0 0,5-1 0,-2 1-756,-7-1 1,-1 0 0,1 0 755,11 1 0,2-1 0,3 0 0,-12 1 0,4 0 0,0 1 0,-1-1 0,-3 0-24,6 1 0,-4-1 1,6 2 23,-9-2 0,5 2 0,2-1 0,0 1 0,-3-1 0,-5 1 0,3 0 0,-4 0 0,0 0 0,11 2 0,1-1 0,-3 0 0,0 1 0,-1-1 0,-7 0 0,1 0 0,-2 0 0,2-1 0,1 1 0,2-1 0,2 1 0,-5-1 0,9-1 0,-14-2 0,-8-4 0,-20-4 0,-8-7 0</inkml:trace>
  <inkml:trace contextRef="#ctx0" brushRef="#br0" timeOffset="6788">21521 9401 5734,'26'17'0,"0"-1"0,-2 15 0,-8 2 0,-12 7-469,-7-7 1,-4 0 0,-6-12 0,-2-2 0,-2 2 0,1-1 0</inkml:trace>
  <inkml:trace contextRef="#ctx0" brushRef="#br0" timeOffset="16547">11700 16156 5734,'-21'-8'0,"-7"-1"0,8 3 0,-7-1 0,-9 2 0,7 1 0,-14 1 0,8 3 0,-1 1-341,12-1 0,-1 1 341,-14 0 0,-7 0 0,6 0-1022,10-1 0,1 1 1022,-18 0 0,-1-1 0,10-1 0,1-1 0,8 1 0,0 0 0,-8-2 0,-1 1 0,-1 1 0,1 0 0,8 0 0,0 0 0,-6 1 0,-7 0-498,8 2 0,-6 0 0,-2 1 0,1-1 1,6 1 497,-8-1 0,0 1-104,9 0 0,-6-1 0,-2 1 0,3 0 1,6-1 103,-4 2 0,5-1 0,7-1 0,-1 1 0,-8 1 0,-3 0 0,4 0 0,7-1 0,0 0 0,-13 2 0,0 0 0,12-1 0,3-1 0,-15 2 0,-2 0 0,1 0 0,3-1 0,2 0 0,1-1 0,10-1 0,-6 0 0,2-2 0,6 1 0,-5-1 692,7-1-692,2 1 0,-2-2 0,2 0 0,-2-1 0,0 0 0,0-1 0,-1 0 0,-2 0 0,1 0 0,-2 0 0,-1 0 0,-14-1 0,8 2 1753,-13-1-1753,11 1 0,9 2 0,-1-1 0,-15 1 0,16 0 0,-2 0 0,1-2 0,1 1 0,-15-1 0,15 0 0,-1 0 0,-10 0 0,0 1 0,5 0 0,-5 1 0,2-1 0,0 0 0,-1 0-122,0 0 0,-3 0 1,5 0 121,5 0 0,3 0 0,-13 0-357,11 0 0,0 1 357,-17 0 0,5 0 0,0 1 0,-9 0 0,16 0 0,1 0 0,-11 0 0,-1 0 99,0 0-99,12 0 0,-6 1 0,3-1 0,5 1 0,-1-1-331,-11 0 0,-4 1 0,5 0 331,14-1 0,0 0 0,-18 1 0,0-1 80,18 1 0,1-1-80,-9 1 0,2-1 152,-12 2-152,0 0 0,1 0 0,1 1 0,1-1 0,0 1 0,2-1 0,11 0 0,-1-1 0,-13 2 0,13-2 0,1 1 0,-10 0 0,10-1 0,0 0 0,-16 0 0,16 1 0,0-1 0,-12 0 0,0 0 0,0 0 0,1-1 0,0 0 0,13 0 0,0 0 0,-14 0 0,15 0 0,0 0-7,-8 1 7,-12 0 0,10 0 0,-8 0 0,1 0 0,1 3 0,-1 0 0,15-2 0,0 0 435,-14 3 0,2 0-435,12-3 0,-4 1 0,-2 0 0,-4 1 0,6-1 0,-2 0 679,8 2 1,0-1-680,-2 0 0,-1 0 0,1 0 0,1 1 607,-21 1-607,24-4 0,-8 0 0,7-1 0,-7 1 0,1 2 0,7-1 0,-8 1 0,2-1 0,6-1 106,-6 0-106,-9 2 0,15-1 1250,-13 1-1250,13-2 0,7-1 0,-5 2 51,8-2-51,0 2 714,1 0-714,0 0 0,-1 1 0,-6 1 0,4-1 0,-3 2 0,5-2 0,1 1 0,0 0 0,0 0 0,-5 2 0,-20 18 0,13-10-585,-12 13 585,24-15 0,-12 17 0,8-8 0,-10 14 0,1-1 0,5-6 0,2-4 0,-3 5 0,3-4 0,3-5 0,1-1-827,-11 18 1,0-1 826,3-3 0,0 3-491,0 0 491,6-9 0,0 0 0,3-6 0,1 0 0,-3 7 0,1-1 0,-4 13-1091,2 1 1091,2 1 0,2 2-199,5-13 0,1 1 199,1-8 0,1-1 0,-1 8 0,1-1 0,0 10 0,2-2 0,2-1 0,1 0 0,0 0 0,1 0 0,1 0 967,-1-1-967,1-10 0,-1-1 0,2 15-226,-2-15 1,1-1 225,2 8 0,0 0 1064,2 11-1064,1 1 0,-2-11 0,0 1 0,3 11 0,1 1 0,0-1 0,-2-11 212,1 4 0,1-3-212,-3-12 0,3 7 0,1-1 0,-2-7 0,0 1 0,1 1 0,1 0 0,7 14 0,-9-20 0,2 1-64,4 5 64,-3-6 1106,5 4-1106,0-2 0,-3-6-125,5 5 125,-7-8 0,2 0 0,-1-1 0,2 1 0,6 4 0,-5-4 0,5 5 0,-6-7 0,0 1 0,0-2 0,0 1 0,0-2 632,0 1-632,6 2 0,-4-3 0,4 3 0,-7-5 460,-1 1-460,0-1 0,-1 0 0,16 6 0,-12-6 205,11 6-205,-16-6 0,0 0 0,14 8 0,-11-6 0,10 5 0,0 0 0,-6-3 0,18 8 0,-15-8 0,-3-3 0,4 1 0,2-2 0,-6-2 0,5-1 0,0-1 0,-6 0 0,11-1 0,-11-1 0,6 0 0,1 0 0,-5 0 0,5 0 0,-5 0 0,-2 0 0,3 0 0,8 0 0,2 0 0,1 0-525,0 0 0,0 0 525,-7 0 0,9 0 0,2 0 0,1 0 0,-2 0 0,7 0 0,-7 0 0,-1 0 0,0 0 0,-1 0 0,-9 0-165,11 0 165,-7 0 0,9 0-555,-11 0 555,-1 0 0,2 0 0,0 0 0,2 0 0,0 0 0,1 0 0,0 0 0,1 0 0,0 0 0,1 0 0,14 0 0,-12 0 0,11 0 0,-2 0 0,-10 0 0,9 0 0,-12 0 0,11 0 0,1 0 0,1 0 0,-7 0 0,5 0 0,-6 0 0,3 0 0,-9 0 0,1 0 0,17 0 0,-11 0-908,11 0 908,-14 0 0,1 0 0,1 0 0,4 0 0,3 0 0,3 0-263,-3 0 1,-2 0 262,-5 0 0,1 0-447,-10 0 0,1 0 447,13 0 0,-13 0 0,0 0 0,11 0-355,1 0 355,1 0 0,1 0 0,0 0 0,-10 0 0,1 0 0,-7 0 0,0 0 0,9 0 0,0 0 0,-8 0 0,-1 0-169,2 0 1,1 0 168,0 0 0,1 0 0,1 0 0,0 0 0,1 0 0,1 0 0,1 0 0,0 0 0,1 0 0,1 0 0,1 0 0,0 0 0,1 0 0,0 0 0,2 0 0,-1 0 0,0 0 0,4 0 0,-6 0 0,5 0 0,3 0 0,-1 0 0,-5 0-315,3-1 0,-4 0 0,3 0 315,0 1 0,4-1 0,1 0 0,-2 0 0,-5-1 0,12-1 0,-5-2 0,1-1 0,5-1 0,-9 0 0,6-2 0,3-1 0,-1 0 0,-6 2 0,2-1 0,-4 1 0,7-1 0,-10 1 0,7-2 0,4 0 0,2-1 0,0 0 0,-2 1 0,-5 0 0,-5 2 0,9-3 0,-7 2 0,4 0 0,-1-1 0,5-1 0,2 0 0,-3 1 0,-7 0 0,-5 2 0,-6 1 0,3-1 0,1 0 0,3-1 0,-1 0 0,-1 1 0,1-1 0,-1 0 0,1 0 0,8-2 0,3-1 0,-1 0 0,-2 0 0,-1 0 0,-1 0 0,-10 3 0,-1 0 0,3-1 0,4-1 0,4-1 0,0-1 0,-5 2 0,10-3 0,-3 0 0,-6 2 0,2 0 0,-1 0 0,-1-1 0,0 1 0,-2 0 0,6-2 0,-1 0 0,-6 2 0,0 0 0,1 0 0,-4 0 0,0-1 0,-2 1 0,5-2 0,0 0 0,9-5 0,-1 0 0,-14 6 0,-1-1 0,-1 1 0,0 0 0,0-1 0,-1-1 0,-2 2 0,3-2 0,9-7 0,7-4 0,-5 3 0,-5 2 0,-1 1 0,6-4 0,3-3 0,-6 4 0,-11 5 0,-3 2 0,0 0 0,0-1 0,0 1 0,-2-1 0,0 1 0,-1 0 0,6-6 0,-1 0 0,11-12 0,-9 6 0,-2 0 0,1-6 0,-6 4 0,-3-1 0,-1-8 0,-6 12 0,-2 0 0,-2-18 0,-5-3 547,-3 11 1,-2-4-548,-6-2 0,-1-2 0,0 1 0,-2-1-236,-3 2 1,-2 3 235,3 11 0,-1 1 0,-2 3 0,-1-1 0,-1 1 0,-4-4 0,0 0-208,2 6 0,-2-2 0,1 3 208,-4-1 0,0 2 0,-1 1 0,0 1 0,-2 0 0,0 1 0,-1 1 0,0 1 0,1 0 0,-3 2 0,3 1 0,-2 0 0,1 1 0,-4-1 0,-2 0 0,-2-1 0,-4 0 0,5 0 0,6 2 0,1 1 0,-8-4 0,1 1 0,18 3 0,-1 0 0</inkml:trace>
  <inkml:trace contextRef="#ctx0" brushRef="#br0" timeOffset="17518">13606 16724 5734,'-5'-1'0,"8"28"0,0-9-1210,7 23 1210,-5-18 0,3 13 0,-1-6 386,-1 8-386,0-11 0,-1-2 0,1 8-363,0-7 1,-1-1 362,-1-1 0,0-1 0,-3-4 0,1 2 564,-1-8-564,0 1 0,-2-9 0,-1-2 985,-1-4-985,-1-2 0,0-5 0,-1-1 0,0-4 0,-2-12 0,1 4-480,-1-9 480,2 7 0,1-12 0,2 8 0,1-8 0,2 9 0,4-9 0,1-2 0,0-1 0,1 2 0,1 0 0,5 2 0,-2 9 0,1 3 0,1 0 0,-1 6 0,16-5 0,-5 38 0,-3-3-458,1 15 458,-13-10 0,1 13 0,-2-6 0,1 9 0,-3-9 0,0 0 0,-1 0 0,1 12 0,-1-10 0,1 8 0,-3-12 0,1-2 0,-1-1-105,0-1 105,2-3 0,-1 4 0,0-7 452,1 2-452,-1-8 0,-1-1 0,2 1 0,-1-1 0,2-2 0</inkml:trace>
  <inkml:trace contextRef="#ctx0" brushRef="#br0" timeOffset="18030">14062 16956 5734,'-16'20'0,"2"-2"0,10-5 0,-2 8 0,3-4 0,0 6 0,2-6 0,1 1 0,2 0 0,1 4 0,1-6 0,1 2 0,2-5 0,-2-5 0,3 0 0,2-8 0,-2-3 0,2-4 0,-3-3 0,0-8 0,-4 3 0,0-7 0,-5 5 0,-13-29 0,7 24 0,-10-20 0,6 22 0,0 5 0,0-1 0,3 8 0</inkml:trace>
  <inkml:trace contextRef="#ctx0" brushRef="#br0" timeOffset="18413">14336 16829 5734,'-4'5'0,"2"-1"0,2-6 0,4 1 0,5 1 0,0 0 0,3 0 0,14 0 0,-10 0 0,14-1 0,-13 1 0,8-2 0,-5 1-207,6-1 207,-9 0 0,0 1 0,0-1 0,-2 1 0,0-1 0,-4 1 0,2-1 0,-7 1 207,2-2-207,-9 3 0,1 0 0</inkml:trace>
  <inkml:trace contextRef="#ctx0" brushRef="#br0" timeOffset="18721">14397 16916 5734,'-2'4'0,"0"0"0,3-2 0,2 0 0,2-2 0,8-1 0,-1-1 0,7-1 0,5 0 0,-4 0 0,7-1 0,7 0 0,-13 1 0,12-2 0,-12 1 0,-6 2 0,4-1 0,-7 2 0,-1 0 0,-2-1 0,-2 0 0,-2 0 0,-1 0 0,-3 2 0,1 0 0,-2 0 0</inkml:trace>
  <inkml:trace contextRef="#ctx0" brushRef="#br0" timeOffset="19309">15081 16719 5734,'2'-5'0,"0"0"0,1-3 0,0 2 0,1-5 0,-1 3 0,1-5 0,0 4 0,-1-3 0,0 1 0,-2 4 0,1 0 0,-2 2 0,0 5 0,0 4 0,0 4 0,0 5 0,0 1 0,0 9 0,0-3-346,1 8 346,-1-7 0,1 1 0,-1 2 0,0 1 0,-1 3 0,1 3 0,0-1 0,-1 0 0,1 2 0,-1-1-525,1 15 525,0-30 0,-3 0 0,0-7 0,-4-1 0,2-8 0</inkml:trace>
  <inkml:trace contextRef="#ctx0" brushRef="#br0" timeOffset="19494">14969 17136 5734,'25'0'0,"10"-1"0,12-5 0,-10 1-1616,9-5 1616,-27 3 0,-1 0 0,-1 0 0,0 2 0</inkml:trace>
  <inkml:trace contextRef="#ctx0" brushRef="#br0" timeOffset="19960">13794 17638 5734,'11'1'0,"19"1"0,2 0-425,-8-1 1,7 0 424,5 0 0,10-1 0,4 0 0,-1 1 0,-6-1-1093,-1 0 1,-3 0 0,4 1 1015,-4-1 0,4 0 0,4 0 0,0 1 0,-2-1 0,-4 0 77,4 1 0,-4-1 0,-1 1 0,-1-1 0,3 1 0,-2-1 0,4 1-230,-5 0 1,4-1 0,2 1 0,-2 0 0,-5-1 229,3 1 0,-4-1 0,2 0 0,9 0 0,1 0 0,-3 0 0,-2 0 0,0-2 0,-9 0 0,5-1 0,-2 0 0,-3 0 0,2-1 0,0 0 0,2-1 0,4-1 0,-11 0 0,-9-4 0,-3-2 0</inkml:trace>
  <inkml:trace contextRef="#ctx0" brushRef="#br0" timeOffset="20126">16238 17503 5734,'-23'-6'0,"2"-1"0,6-4 0,0-2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6-29T02:20:34.86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11732 11106 5734,'2'3'0,"0"2"0,-1-4 0,2 0 0,-2-1 0,1 0 0,-1-1 0,0 3 0,-2 1 0,1 2 0,-2 0 0,-2 11 0,2-9 0,-3 10 0,4-12 0,-1 0 0,-1 0 0,-3 7 0,2-6 0,-4 6 0,4-7 0,2-2 0,-1 1 0,2-2 0,-1 0 0,1 0 0,5-4 0,-4 1 0,6-1 0,-5 1 0,9 0 0,-4 1 0,9-2 0,-5 0 0,1 0 0,0-1 0,12-1 0,-8 1 0,14-3 0,-16 4 0,6-1 0,14 0 0,-14 2 0,24-1 0,-23 2 0,25-1 0,-20 1 0,14-1 0,-6 2 0,-8-1 0,8 1 0,1 0 0,-8 0 0,8 0 0,1 1 0,-8-1 0,8 1 0,-1 1 0,-8-1 0,7 2 0,0-2 0,-8 1 0,6-1 0,1 2 0,-9-1 0,8 0 0,1 2 0,-8-2 0,0 1 0,1 0 0,18 1 0,0 1-775,-7-1 775,-17-3 0,0 0-29,-2 0 29,1-1 0,-1 1 0,-1-1 0,0 0 0,-1 0 0,0 1 772,-1-1-772,18 0 0,-13-1 32,13-1-32,-17 0 0,0-1 0,0 0 0,0-1 0,0 1 0,6-3 0,-6 3 0,10-3 0,-11 3 0,4 0 0,-6 0 0,0 1 0,1 0 0,0-1 0,0 0 0,0-1 0,11 1 0,0-1 0,2 1 0,-1-1 0,1 1 0,3 0 0,-7 1 0,5 0 0,2 0 0,6 2-472,-10-1 0,-1 0 472,5 1 0,-9 0-453,9 0 453,-7 1 0,8-1 0,11 1 0,-14-2 0,10 1 0,1-1 0,-6 0-410,-4 1 0,-1-1 410,-2 0 0,11 0 0,-8-1 0,10 1 0,-10-2 0,0 0-139,2 0 139,0-1 0,1 1 90,1-1-90,0 0 0,1 1 0,-1-2 0,0 2 0,0 0 0,-1-1 0,0 1 0,12 0 0,-9 0 0,9 0 0,-13-1 0,0 1 0,1 1 0,-1-2 0,17 0 0,-11 0-561,12 0 561,-15 0 0,2 1 0,-1-1 0,1 1 0,0-1 0,0 1-21,4 0 1,3 0 20,-12 0 0,1 0 0,12 1 0,-1 0-442,-15 0 1,-3 0 441,12 1 0,-11 1 0,1-1 0,14 0 0,-15 1 0,0-1 0,11 0-203,0-1 203,1 1 0,1-2 0,0 1 0,-4 0 0,2-1 0,-6 1 0,1-1 0,6 1 0,-1-1 0,-9 1 0,-3 0 0,11 0 0,-3 1 258,-1 0-258,-1 0 0,-2 1 0,0 0 359,-2 0-359,-1 0 0,0 1 0,0-1 0,-1 0 0,-2 1 0,0-1 1076,-1 0-1076,9 0 0,-8-1 671,7 0-671,-8 0 0,-1 0 0,2 0 746,1-1-746,10-1 0,-6 0-145,7 0 145,-8-1 0,0 1-16,-2-1 0,2 0 16,2 0 0,-1 0 0,2 0 0,-1 0 46,-3 0 1,-1 1-47,2 0-461,-1 0 461,1 0 0,-1 1 0,1-1 0,16 1 0,-9-1-401,13 1 401,-13 0 0,2 2 0,0 0 0,4-1 0,-6 1 0,-1 1 0,-8 0 0,-3 0-272,8 2 272,-10-1 0,5 1 218,-10-1-218,1 1 438,-4-2-438,2 1 1042,-1 0-1042,-6-2 364,2 1-364,-9-3 0,-11-1 0,0 1 0,-10 0 0,3 1 0</inkml:trace>
  <inkml:trace contextRef="#ctx0" brushRef="#br0" timeOffset="7551">6059 13495 5734,'-2'-4'0,"1"1"0,1 1 0,0 0 0,1 1 0,1 2 0,-1 0 0,1 1 0,-2 0 0,0-1 0,-1 1 0,0-1 0,0 2 0,0 0 0,1-2 0,5 0 0,-1-1 0,5-1 0,1 0 0,-1 0 0,2-1 0,-2 1 0,0 0 0,0 0 0,-1 0 0,15 1 0,-11 0 0,10 1 0,-7 1 0,-4-1 0,5 2 0,2-1 0,-7-1 0,18 0 0,-16-1 0,17-2 0,-17 1 0,8-2 0,-11 2 0,2 0 0,0 0 0,0-1 0,6 1 0,-4-1 0,4 0 0,-6 1 0,2 0 0,-1 0 0,0 0 0,1-1 0,-1 1 0,6-1 0,-5 1 0,3 0 0,-5 0 0,-1 1 0,0 0 0,0 0 0,0 0 0,-1 0 0,1 0 0,-1 0 0,0-1 0,5 1 0,-4-1 0,4 1 0,-1 0 0,-4 0 0,5-1 0,-7 0 0,1 0 0,15-3 0,-12 3 0,11-2 0,-10 3 0,-4 0 0,4-1 0,1-1 0,-3 1 0,4 0 0,-3 0 0,1 0 0,2 0 0,22 0 0,-15 0-428,17-1 428,-22 0 0,1 0-109,0 0 109,2 1 0,-1-1 0,2 0 0,1 0 0,0 0 0,0 0-307,1-1 307,-1 1 0,1-1 0,-1 0 0,0 1 0,-1-1 0,10 0 0,-8 0 0,8-1 0,-1-1 0,-7 1 0,8 0 0,0 2 0,-6 1 410,7-1-410,1 0 0,-8 0-321,6 1 321,-9 0 0,-2 0 309,1 0-309,15 2 0,-3 0 0,-5 0 0,0 1 0,6 0-611,4 0 611,-17-1 0,6 1 0,1-1 0,0 0 0,1 1 0,-2-1 0,-8-1 0,26 1 0,-19 0 0,19 2 0,-26-1 63,8 2-63,-6-2 0,5 1 0,0-1 0,-6-2 0,19 4 0,-18-1 0,24 3 0,-25-4 0,27 3 0,-27-3-252,12 0 252,-16-2 599,1 0-599,0 0 0,18-1 0,-11 0 368,14-1-368,-5 0 0,-7 1 0,10-1 0,1-1-934,-7 0 934,9 0 0,-2 2 0,0 1 0,1-1-451,-1 0 1,-1 1 450,-11 0-599,10 0 599,-8 0 0,7 0 0,-11 0 0,2 0 0,-1 0 0,1 0 357,1-1-357,0 0 0,-1 0 0,1 0 0,7 0 0,-7-1 0,0 1 0,14-2 0,-11 1 484,11 0-484,-15 0 0,1 1 237,-1 0-237,-1 0 0,-1-1 0,0 2 0,-1-1 0,0 1 0,0 0 0,11 0 0,-8 0 62,7 0-62,-11 0 0,0 1 513,-2-1-513,1 2 0,-2-1 0,-1 0 0,1-1 0,6 0 0,-6 0 0,7 1 0,2-1 0,-5 1 62,8 0-62,-8-1 0,2 0 0,1 0 0,0 0 0,15-2 0,-11 1 0,0-1 0,-4 1 0,-1-1 88,5 0 0,-1 0-88,15 0-893,-10 1 893,9-2 0,-14 1-141,0 1 141,-1-1 0,0 0 0,-1 0 0,0-1 0,1 1 0,11-1 0,-5-1 0,1 0 0,-10 1 0,1 1-487,14-3 1,-1 0 486,-8 1 0,10-1 255,-13 2-255,1 0 3,-2 1-3,1-1 0,12 0 0,-10 0 0,10-1 0,-13 2 0,-1 0 0,0 0 0,0 1 0,1 0-184,11-1 184,-9 1 0,10 1 0,-1 0 0,-7 0 548,9 0-548,-11-1 0,0 1 0,-1-1 0,12 0 0,-9 1 0,8 0 0,-13 0 334,0 1-334,-1 0 0,-1 0 500,10 0-500,1-1 0,2 0 0,11 0-120,-12 1 0,0-2 120,7 0 0,-8 0 0,10-1 0,2 1 0,-9-1 0,-13 0 0,1 1 0,2 0 0,0 0 0,16-1 0,-7 0 0,7 0 0,-5-1 0,-8 2 0,-1 0-422,5-1 1,3-1 0,-4 1 421,13-2 0,0 1-846,-2 0 846,0 1 0,-1-1 0,-2 1 0,-11 1 0,0 0 0,15-1 0,-16 1 0,-1 1 0,10-1-737,-1 0 737,0 1 0,1 0 0,-1 0 0,0-1 0,1 1 0,0 0 0,0-1 0,-11 0 0,1 1 0,14-1 0,-16 1 0,1-1 0,-1 0 0,-1 1 0,13-2 0,-14 1 0,0 0 0,8 0-182,-1-1 182,0-1 0,-1 1 0,0-1 750,-5 0 0,2 0-750,-3 1 0,0-1 0,23-3 1255,-13 2-1255,-20 2 0,-3 1 1064,1-1-1064,-7 2 823,0 0-823,-3 0 0,0 0 0,-15 2 0,3 1 0,-14 3 0,5 2 0,-3 1 0,-2-1 0,-2 0 0</inkml:trace>
  <inkml:trace contextRef="#ctx0" brushRef="#br0" timeOffset="14030">18680 5176 5734,'2'-3'0,"0"0"0,-1 2 0,-1-2 0,3 5 0,-3-2 0,4 2 0,-4-5 0,0 0 0,0 0 0,0 1 0,1 2 0,0 2 0,0 0 0,-1 0 0,1-1 0,-4-1 0,2-1 0,-2 2 0,4-5 0,-1 3 0,0-3 0,-2 3 0,1 0 0,0-1 0,-1 0 0,0 1 0,0-1 0,1 0 0,-2 1 0,2 0 0,-1 1 0,1 0 0,0 0 0,-1-1 0,1 0 0,1 0 0,-1 0 0,1-1 0,-1 5 0,1-2 0,-2 4 0,1-5 0,1 0 0,0 2 0,3 1 0,1 11 0,1 6 0,1 3 0,1 2 0,4 6 0,-2-7 0,4 10 0,-1-9-717,0 1 717,2 1 0,1 0 0,0 1 0,2-1 0,0 1 0,9 10 0,-6-8-978,7 6 978,-9-11 0,1-2-609,-1 0 609,1-1 0,-2-1 0,-1-1-284,-1-2 284,-1-1 0,-2-2 576,-1-2-576,-1-3 942,-1 0-942,-1-3 704,1 1-704,-3-4 366,1 0-366,-5-5 0,-3 0 0,-1-3 0,-4-3 0,0-2 0</inkml:trace>
  <inkml:trace contextRef="#ctx0" brushRef="#br0" timeOffset="14315">18646 5791 5734,'13'-38'0,"0"8"0,-3 9 0,2-2-1639,10-11 1,2 0 1145,-8 13 0,1-2 493,8-10 0,6-4 0,-4 4 0,-8 11 0,2-1 0,5-5 0,5-6 0,1 0 0,-6 6 0,-5 6 0,-1 0 0,6-5 0,3-3 0,-6 6 771,-6 4-771,-3 4 0,-3 3 0,-2 2 0</inkml:trace>
  <inkml:trace contextRef="#ctx0" brushRef="#br0" timeOffset="14598">19360 5212 5734,'-5'7'0,"-11"15"0,4-4 0,-3 8 0,0 1 0,2 1 0,3-6 0,-1 2 0,1 14 0,3 0 0,-1 0-859,1 0 1,3-2 858,5-13-39,3 7 39,1-9 0,3 3-188,5-5 188,-1-8 0,6 0 0,4-8 0,4-9 0,1-2 0,-1-7 0</inkml:trace>
  <inkml:trace contextRef="#ctx0" brushRef="#br0" timeOffset="14914">19398 5433 5734,'15'0'0,"-4"0"0,1 2 0,-4 1 0,-1 2 0,6 9 0,-5-4 0,4 9 0,-6 1 0,-3-2 0,-2 6 0,-6 4 0,0-6 0,-3 8-324,2-10 324,0-2 0,1-1-29,1 6 29,4-11 0,0 5 0,8-14 0,0-2 0,4-4 0,5-8 0,-3 0 21,5-7 0,-6 2 0,-1 0 1</inkml:trace>
  <inkml:trace contextRef="#ctx0" brushRef="#br0" timeOffset="15099">19339 5566 5734,'9'-3'0,"2"-1"0,15-6 0,-3 1 0,-1 1 0,3-1-1092,17-7 1092,1 0-229,-5 1 1,-13 4-1,-1 0 1</inkml:trace>
  <inkml:trace contextRef="#ctx0" brushRef="#br0" timeOffset="15333">19729 5214 5734,'18'14'0,"1"1"0,-4-2-729,1 3 729,1 3 0,-2 2-543,0 3 543,-1 1 0,-3 2 0,-2 0 0,-3 11 0,-10-3 0,-1 2 0,2-12 0,-1 0 0,-4 10 0,-2-1 0,-7 1 0,5-9 0,-4 4 0,1-8 0,5-7 0,-1 0 0</inkml:trace>
  <inkml:trace contextRef="#ctx0" brushRef="#br0" timeOffset="15648">20189 5194 5734,'0'12'0,"0"22"0,0-9-563,0 21 563,2 2-1737,-1-9 1737,0-14 0,0 2 0,0 0 0,0-1 0,1 13 110,0-14 1,0 1-111,3 19 0,-2-12 0,1 8 0,-2-8 0,-1-11 234,0 3-234,-4-8 1482,0-6-1482,-4 0 90,-1-8 1,-2-5 0,-1-3 0</inkml:trace>
  <inkml:trace contextRef="#ctx0" brushRef="#br0" timeOffset="15848">20027 5502 5734,'37'-2'0,"-1"1"0,-1 0 0,-5-1 0,-2-1 0,11-3-1578,-11 2 1578,7-4 0,-6-1 0,-9 0 497,4-3-497,-8-2 0,-6 1 0,2-3 64,-8 2 1,-1-1 0,-1-1 0</inkml:trace>
  <inkml:trace contextRef="#ctx0" brushRef="#br0" timeOffset="16021">20394 5221 5734,'-3'-6'0,"1"1"0,-4 5 0,2 3 0,-3 7 0,2 19 0,2 6 0,-1 0-800,1 3 1,0 0 799,3-5 0,0-9 0,1 1 0,0 12 0,1 0 0,1 1 0,0-1 0,0-9 0,0 0 0,3 4 0,0 3 0,-1-9 0,-1-3 0,0-16 0,-1-1 0</inkml:trace>
  <inkml:trace contextRef="#ctx0" brushRef="#br0" timeOffset="16348">20790 5239 5734,'-19'17'0,"-1"15"0,2 3 0,1 1-1564,1 2 1,0 0 1563,6-3 0,1 0-146,0 0 146,3-1 0,1-1 0,2 11 0,4-13 0,2 7 154,7-8-154,0-10 0,5 4 0,6-11 0,-2-6 0,5-1 0,-5-7 0,-2-4 0,0-2 0</inkml:trace>
  <inkml:trace contextRef="#ctx0" brushRef="#br0" timeOffset="16649">20864 5475 5734,'20'2'0,"-3"2"0,-11 5 0,-1 2 0,-1 10 0,-3-3 0,0 9 0,-4 4 0,1-6 0,-2 7 0,3 1 0,0-9 0,2 6 0,4-4 0,1-8 0,2 4 0,6-9 0,-2-4 0,5-2 0,9-13 0,-10-1 0,14-15 0,-19 5 0,2-6 0</inkml:trace>
  <inkml:trace contextRef="#ctx0" brushRef="#br0" timeOffset="16819">20885 5594 5734,'29'6'0,"-2"-2"0,1-4 0,-6-2 0,8 0 0,-2-5 0,-8 2 0,6-4 0,-8 1 0</inkml:trace>
  <inkml:trace contextRef="#ctx0" brushRef="#br0" timeOffset="17064">21195 5205 5734,'6'1'0,"2"2"0,0 3 0,7 15 0,0 5 0,-1 2-844,1 2 0,-2 0 844,-6 1 0,-2 1 0,0 15 0,-3-10 0,-2-12 0,0-1 0,-2 9-307,-1-1 307,0-1 0,-1-3 0,-2 10 0,1-12 0,-1 6 0,4-16 0,2-2 0</inkml:trace>
  <inkml:trace contextRef="#ctx0" brushRef="#br0" timeOffset="17515">21735 5577 5734,'-6'-5'0,"1"2"0,5 2 0,15 1 0,-5 0 0,31 0 0,-19 0 0,15-1 0,-6-1 0,-8 0 0,5 0 0,-13 2 0,-3 1 0,-5 1 0,-2-1 0,-5 0 0,-2 1 0</inkml:trace>
  <inkml:trace contextRef="#ctx0" brushRef="#br0" timeOffset="17983">22194 5116 5734,'21'7'0,"-4"-1"0,26 13 0,-19-6 0,14 7 0,-4-1 0,0 0 0,-1-2 0,1 1 0,-1-1 0,-11-8 0,-8-2 0,0 1 0,-10-2 0,-5-3 0,-1 1 0</inkml:trace>
  <inkml:trace contextRef="#ctx0" brushRef="#br0" timeOffset="18464">21761 5676 5734,'7'-1'0,"0"1"0,2 0 0,0 0 0,3 0 0,6-1 0,-3 0 0,5-1 0,5 0 0,-9 0 0,15 1 0,-17 2 0,4-1 0,-5 3 0,-6-2 0,1 1 0,-5-2 0</inkml:trace>
  <inkml:trace contextRef="#ctx0" brushRef="#br0" timeOffset="18948">22696 4932 5734,'-17'24'0,"1"2"0,2 3-2445,-1 6 2445,0 6 0,6-19 0,0 2 0,-3 8 0,-1 5 0,1-3 0,-1 0 0,1 0-340,-1 2 0,-1 3 0,2-4 340,1-5 0,2-3 0,0 1 0,0 0 0,0-2 0,1 2 0,-4 14 0,2 1 0,3-18 0,1 0 0,-2 12 0,1-3 0,2-5 479,2-5-479,0-4 0,2-3 0,2-5 0,4-4 0,2-3 0</inkml:trace>
  <inkml:trace contextRef="#ctx0" brushRef="#br0" timeOffset="19287">22908 5168 5734,'-7'2'0,"1"1"0,0 4 0,-6 11 0,3-1 0,-4 10 0,-1 9 0,3-5-277,-3 10 277,0 4-1291,4-10 1291,-1 9 0,3-4 0,4-11 0,-2 7 0,7-8 0,-1-9 0,4 3 0,2-6 241,-1-7-241,3 2 1327,1-8-1327,-1-4 0,3-3 0,0-3 0</inkml:trace>
  <inkml:trace contextRef="#ctx0" brushRef="#br0" timeOffset="19598">22876 5419 5734,'5'8'0,"-1"1"0,0 1 0,-2 11 0,-2-4 0,-2 8 0,-4 5 0,2-8 0,-1 8 0,2-3 0,2-7 0,2 5 0,5-5 0,1-7 0,4 2 0,34-14 0,-22-2-269,1-2 1,0-3 268,-9-3 0,-1-3 0,-1 0 0</inkml:trace>
  <inkml:trace contextRef="#ctx0" brushRef="#br0" timeOffset="19765">22852 5560 5734,'13'-2'0,"13"-3"0,-3 0 0,10-2 0,5-3-1878,-9 1 1878,10-3 0,-13 2 0,1-1 0</inkml:trace>
  <inkml:trace contextRef="#ctx0" brushRef="#br0" timeOffset="19969">23226 5236 5734,'4'4'0,"0"2"0,4 7 0,-1 1 0,5 8 0,-1 11 0,-2-3-412,2 11 412,-7-16 0,-1 0-1116,1 14 1116,-2-13 0,-1 1 0,-3 0 0,0-1 0,-4 16 0,1-16 0,-3 1 0,-4 0 0,-1-1 0,-9 14 0,6-14 0,0 0 0</inkml:trace>
  <inkml:trace contextRef="#ctx0" brushRef="#br0" timeOffset="20849">21669 6966 5734,'-1'3'0,"0"0"0,2-2 0,13 5 0,-3-3 0,10 5 0,-7-6 0,3 1 0,9-1 0,-5 0-356,8 0 356,-9-1 0,1 0 0,0 0 0,5-1 0,-8 0 0,2 0 0,-11 1 0,-4 0 0,-2 0 0,-2-1 0,-2 0 0</inkml:trace>
  <inkml:trace contextRef="#ctx0" brushRef="#br0" timeOffset="21081">21703 7191 5734,'-3'4'0,"2"1"0,2-2 0,1-1 0,3 0 0,8 0 0,-1 0 0,8 0 0,14 0 0,-10-2 0,20 0 0,-22 0 0,3 0 0,-7 1 0,-6 0 0,0 1 0,-8-2 0,0 0 0</inkml:trace>
  <inkml:trace contextRef="#ctx0" brushRef="#br0" timeOffset="23285">22387 6325 5734,'1'-4'0,"0"1"0,-1 3 0,0-2 0,1 6 0,-1-3 0,1 5 0,-2-3 0,0 1 0,0 3 0,-1-2 0,-1 10 0,1-7 0,0 5 0,0 0 0,1-1 0,-1 5 0,1-3 0,0 1 0,-1 1 0,1 3 0,0 1 0,0 0 0,0 2 0,0 10 0,0-7 0,2 8 0,0-2 0,0-8 0,1 5 0,-1-4 0,1-7 0,-2 5 0,2-9 0,-2 5 0,1-5 0,-1 4 0,0-6 0,0 0 0,0 0 0,0-1 0,0-1 0,0-2 0,1 0 0,-1-2 0,1 0 0,1-5 0,-1 0 0,0-5 0,-10-12 0,4 7 0,-6-10 0</inkml:trace>
  <inkml:trace contextRef="#ctx0" brushRef="#br0" timeOffset="24198">22357 6404 5734,'2'-4'0,"-1"0"0,0 1 0,0 1 0,0-1 0,0 2 0,-1-1 0,0-3 0,0 2 0,0-2 0,0 2 0,0-3 0,0 0 0,0 2 0,0 1 0,0 1 0,0 1 0,1-1 0,0 1 0,0 0 0,1 3 0,-1 0 0,5 6 0,-1-1 0,4 5 0,0 0 0,12 18 0,0 2-1238,5 8 1238,-5-6 0,-5-9 0,6 11 0,-5-8 0,-1-1 0,0 0 0,-1-1 0,7 12 0,-12-22 0,6 8 0,-9-12 0,5 6 0,-9-13 0,-1-3 0,3-7 0,-1-3 0,6-24 0,-5 11 0,1-3 0,-1-1 401,0-4-401,2-12 0,-3 13 0,0-1 0,1-7 0,-2 8 0,0 1 0,-1 1-431,1 1 431,-2 1 0,0 2 0,-2-4 0,1 7 0,-6-19 0,2 26 0,-3-9 0,2 21 0,1 1 0,0 0 0</inkml:trace>
  <inkml:trace contextRef="#ctx0" brushRef="#br0" timeOffset="24684">23104 6226 5734,'-3'-3'0,"-1"3"0,1 1 0,-7 7 0,2-3 0,-4 4 0,0 2 0,3-2 0,-5 4 0,-2 5 0,4-2 0,-3 7 0,1 5 0,3-4 0,-2 10 0,5 6-1098,2-9 1098,2 12 0,8-9 0,2 6 0,0-6 0,4 13-535,-3-13 0,1 5 0,1-9 535,3-8 0,2-2 0,-1-3 0,6 3 0,-6-7 0,4 3 0,-3-7 0,-2-5 0,4-1 0</inkml:trace>
  <inkml:trace contextRef="#ctx0" brushRef="#br0" timeOffset="25861">23157 6551 5734,'2'-4'0,"0"1"0,2 1 0,3-1 0,3 0 0,4-3 0,-3 2 0,3-1 0,-4 2 0,11 0 0,-10 1 0,8 1 0,-11 3 0,-2 1 0,0 3 0,-3 6 0,-1-2 0,-3 7 0,-2 5 0,-1-4 0,-2 16 0,1-6 0,0 0-280,1-2 280,4-10 0,0-1 0,1-1 0,1-2 0,2 3 0,0-5 0,3 3 0,-2-8 280,1 0-280,-1-4 0,6-9 0,-6 2 0,5-8 0</inkml:trace>
  <inkml:trace contextRef="#ctx0" brushRef="#br0" timeOffset="26053">23198 6691 5734,'7'0'0,"2"-1"0,1 0 0,3-1 0,19-7 0,-11 4 0,5-2 0,0 0 0,-2 0 0,12-4 0</inkml:trace>
  <inkml:trace contextRef="#ctx0" brushRef="#br0" timeOffset="26350">23676 6243 5734,'11'20'0,"-2"-3"0,3 7-950,-2-4 950,0 4 0,1 1 0,6 14 0,-6-7 0,-2-7 0,0 3 0,-4 0 0,-1-1 0,2 19-529,-5-19 1,-1-3 528,-3 1 0,-3-1-315,-7 11 315,1-9 0,-7 8 0,4-14 0,-1-2 0,-1-3 0</inkml:trace>
  <inkml:trace contextRef="#ctx0" brushRef="#br0" timeOffset="26851">22369 7247 5734,'10'4'0,"25"5"0,-6-4-1639,16 1 1,4-1 1016,-23-3 0,2-1 622,6 1 0,6 0 0,1 1 0,-5-1-607,3-1 1,-1 1 606,4 0 0,2 0 0,-3 0 0,-4-1 0,-2 1 0,3-1 0,-1 0 0,-1 0 0,2 0 0,4-1 0,5 1 0,-4 0 0,-1-1 0,-1 1 0,-1-1 0,3 1 0,-3-1 0,0 0 0,-4-1 0,-9 1 0,0-1 0,4 1 0,0-1 0,13-1 0,-16 0 705,2-1-705,-19-2 0,-8 1 0,-3-1 0</inkml:trace>
  <inkml:trace contextRef="#ctx0" brushRef="#br0" timeOffset="27348">22587 7505 5734,'1'9'0,"0"9"0,2-2 0,-1 8 0,3 4 0,2 16 0,-1-8-832,3 7 832,-4-21-506,4 7 506,-2-7 0,3 5-249,-2-4 249,-3-8 0,2 7 0,-6-14 766,-1 2-766,-4-9 0,-1-4 0,-1 0 0</inkml:trace>
  <inkml:trace contextRef="#ctx0" brushRef="#br0" timeOffset="27648">22549 7432 5734,'45'4'0,"-10"1"0,0 2 0,2 1-1491,-1 2 1,-2 1 1490,-3 2 0,6 6-94,-8 4 94,-11-4 669,0 8-669,-11 3 0,-5-6 0,-4 9 0,-10 1 0,-1-7 0,-5 6 0,-6-2 1254,7-9-1254,-7 6 0,2-6 0,5-7 0,-4 2 0,8-10 0,1-3 0,2-1 0</inkml:trace>
  <inkml:trace contextRef="#ctx0" brushRef="#br0" timeOffset="27979">23219 7382 5734,'-8'4'0,"0"2"0,-2 8 0,2-1 0,-3 8 0,-1 8 0,3-5-906,-2 11 906,4-9 0,0 1 0,0 0 0,1 0 0,-1 10 0,3-10 0,0 8 0,2-6 0,2-9 219,0 4-219,6-5 0,-2-9 0,7 2 0,-3-13 0,2-2 171,-1-4 1,1-1 0,-1-2 0</inkml:trace>
  <inkml:trace contextRef="#ctx0" brushRef="#br0" timeOffset="28300">23230 7559 5734,'11'-4'0,"-2"1"0,4 0 0,2 3 0,-3 0 0,1 1 0,-2 4 0,-4 0 0,2 3 0,-5 4 0,-2-2 0,-4 6 0,-3 4 0,-2-4 0,-2 6 0,-1 1 0,-3 14 0,5-11 0,-1 7 0,10-17 0,0-7 0,1 2 0,3-9 0,4-2 0,1-3 0,23-18 0,-18 9-244,14-14 244,-22 14 0,-1-1 0,-1 0 0</inkml:trace>
  <inkml:trace contextRef="#ctx0" brushRef="#br0" timeOffset="28465">23194 7658 5734,'12'6'0,"0"-1"0,7-2 0,7-2 0,2-2 0,-3-2 0,-1-1 0,2-2-193,14-4 0,-21 2 0,0 0 1</inkml:trace>
  <inkml:trace contextRef="#ctx0" brushRef="#br0" timeOffset="28728">23578 7363 5734,'14'17'0,"0"0"0,-4-2 0,0 2 0,1 2 0,-1 2 0,3 15 0,-4-8 0,1 11 0,-4 1-1442,-4-8 1442,-1 10 0,-4-15 0,-2 0 0,-2 6 0,-1-1 0,-1-2 0,-2-4 0,-3 5-85,-9-2 0,8-14 0,-9 7 1</inkml:trace>
  <inkml:trace contextRef="#ctx0" brushRef="#br0" timeOffset="41152">15656 13466 5734,'-1'-4'0,"0"1"0,-2 2 0,0 1 0,-3 0 0,1 0 0,-3 0 0,3 0 0,-5-1 0,2 0 0,-4 0 0,3 1 0,0 0 0,-1 0 0,-5-1 0,6 1 0,-3-1 0,6 1 0,3-1 0,0 2 0,3-1 0,6 1 0,-3 0 0,10 1 0,-4 0 0,5 2 0,-2-1 0,30 8 0,-16-5 0,-3 0 0,2 0 0,9 2-789,-8-2 789,8 2 0,-10-3-377,0 0 377,-1-1 0,0-1 0,-1 0 0,12-1 0,-7-1-542,8-1 542,-10-1 0,13-2 0,-9 1 0,9-1 0,-1 1 338,1-1-338,-1 1 0,-5 1 0,-13 1 0,0 1 369,-1 1-369,28 4 0,-22-2 0,22 4 0,-22-3 0,-5-1 587,5 2-587,2-1 0,-7-1 0,7 2 0,-9-1 0,0 0 0,0-1 0,13 3 0,-10-4 154,11 3-154,-15-4 0,0 0 0,1-1 0,-2 0 0,2 0 0,-2 0 0,0 0 0,1-1 0,7 1 0,-5-1 0,7 0 0,-8-1 0,1 1 0,0-1 0,1 1 260,0 0-260,8-1 0,-7 0 0,6 0 0,-9 1 0,0 0 0,0 0 0,8 1 0,-6 0 0,6 0 0,0-1 0,-4 0 0,6 0 0,4-1 0,15-2 0,-17 3 0,0-1 0,-4 1 0,-1-1 0,17 2 0,-2 1 0,-14-1-572,14 1 572,-18 0 0,1-1 0,1-1 0,13-1 0,10-1 0,-5 0 0,-16 1 0,1 0-254,15-1 1,5 0-1,-6 0 254,4 1 0,-8-1 0,1 0 0,1 0 0,2 1 0,7-2 0,-1 1 0,-4 2 0,-10-1 0,0 0 0,-6 1 0,-1-1 0,14 1 0,1-1 0,0-1 0,2 1 0,-11 0 0,1 0 0,15-1 0,-11 1 0,1-1 0,-1 1 0,2-1 0,-10 1 0,0 0 0,16-1 0,-11 0 0,4 0 0,0 1 0,2-1 0,-10 1 0,3 0 0,16-1 0,0 0 0,-15 0 0,-1 1-78,1-1 0,2 1 1,-3-1 77,2 1 0,-3-1-965,5 1 965,-12 0 0,1 0 0,22 1 0,-11-1 0,11 0 0,-1 0 0,-16 1 0,1 0 0,-7 0 0,1 1 0,3-1 0,-3 1 658,0 0-658,8 0 0,-8 0 0,7 1 0,-1 0 0,-6-1 0,8 0 0,5-2-217,-7 0 217,11 0 0,-11 0 0,1 1 0,2-1 0,-1 0 0,15 0 0,-12 0 0,11 0 0,-1-1 0,-12 1 0,11-1 0,-15 1 0,0 1 0,10 0 0,0 0 0,0 0 0,1 0 0,-15 0 0,1-1 0,1 1 0,0 0 0,17-2 0,-16 2 0,3-1 0,1 0 0,5 0 0,1-1 0,-4 1-432,4 0 1,0-1 431,-2 1 0,5 0 0,0 0 0,-7-1 0,-1 2 0,-3-1 0,3 1 0,-1 0-825,2-1 1,0 1 824,0 0 0,1 0 0,0 0 0,0 0 0,-2 0 0,3 0 0,-4 0 0,3 0 0,-2 0 0,5-1 0,-1 1-378,-5-1 1,1 1 0,-2-1 377,0 0 0,1-1 0,1 0 0,3-1 0,-3 1 0,-2-1 0,0 0 0,15-1 0,-3-1 0,-9 0 0,-7 1 1100,-4-4-1100,-17 3 1829,-9-3-1829,-42 5 0,-3 0 0,12 1 0,-1 1 0</inkml:trace>
  <inkml:trace contextRef="#ctx0" brushRef="#br0" timeOffset="42015">5292 14794 5734,'7'1'0,"1"0"0,17-1 0,0-1-919,16-1 919,-11 1 0,1-1 0,-6 1 0,2-1 0,11 0 0,6 0 0,-3 0-1639,6 1 1,-2-1 1546,-8 1 1,0 0 0,-1 0 91,5 0 0,-4 1 190,-11 0 1,-1 0-191,-1 1 0,0 1 0,23-1 0,-1 2 0</inkml:trace>
  <inkml:trace contextRef="#ctx0" brushRef="#br0" timeOffset="45832">9231 14633 5734,'3'-1'0,"0"0"0,-1 1 0,-1 0 0,5 1 0,10-1 0,-5 1 0,9-1 0,-12 0 0,12-2 0,-8 2 0,9-1 0,-9 1 0,0 0 0,1-1 0,-1 1 0,4-1 0,-4 0 0,2 1 0,0-1 0,-5 1 0,10 1 0,-10-1 0,12 0 0,-11 0 0,6 0 0,22 0 0,-19 0-320,22 0 320,-27 0 0,-1 0 0,1 1 0,0 0 0,6 0 0,-5 0 0,4 1 0,13-1 0,-15 0 0,15 1 0,-20-1 0,6 0 0,-3-1 320,4 0-320,-6 0 0,1 0 0,0 0 0,0 0 0,1 0 0,0 0 0,0 0 0,8 0 0,-5 1 0,6-1 0,0 1 0,-5-1 0,6 1 0,-7-1 0,0 0 0,-1 0 0,0 1 0,-1 0 0,4-1 0,4 2 0,1 0 0,-5 0 0,-8 0 0,2 0 0,-7-1 0,7 0 0,12-1 0,-12 0 0,15-1 0,-17 0 0,6-1 0,-4 0 0,3 1 0,-6 1 0,4 0 0,-4 0 0,12 0 0,-11 0 0,10 2 0,-12-2 0,4 2 0,4-1 0,-6-1 0,6 2 0,-4-1 0,-4 0 0,3 0 0,15 0 0,-16-1 0,15 1 0,-16-1 0,-3 0 0,3 0 0,-1 0 0,-2 0 0,13 0 0,-12 0 0,8-1 0,-12 1 0,5-1 0,-5-1 0,5 1 0,-4 0 0,-1 0 0,4 0 0,-5 1 0,5 1 0,-6-1 0,2 1 0,-1-2 0,-2 1 0,1-2 0,-1 2 0,0-1 0,-1 2 0,0 0 0,-1 1 0,0-1 0,0 0 0,21 0 0,-9-1 0,17-1 0,-5 0 0,-6-1 0,15 0 0,-14 0 0,6 1 0,-1 0 0,11 1 0,-9 0 0,5 0 0,-10 0 0,-8 0 0,11 1 0,-12-1 0,4 1 0,7-1 0,-7 0 0,8 0 0,-2-1 0,-6 0 0,7-1 0,4 0 0,-6 1 0,8-1 0,2 1 0,-7-1-509,8 0 509,-8 1 0,0 0 0,1 0 0,11-2 0,-8 0 0,8 0 0,9-2 0,-7 1 0,-7 0 0,0 1 0,4-2-595,2 0 595,-18 2 0,23-3 0,-18 3 0,16-3 0,-16 2 0,8 0 0,-5 0 183,2 0-183,-13 1 0,8-1 0,-6 2 0,6-2 0,0 1 0,-5 0 0,7-1 0,1 1 0,-6 0 370,6 0-370,-8 1 0,0 1 0,0-1 0,1 0 0,0 0 0,0 0 0,0 0 0,10-1 0,-7 1 0,7-2 0,1-1 0,-9 2 0,8-2 0,-11 2 0,-1 0 0,0 1 0,-2-1 0,0 1 305,0 0-305,12-1 0,10 0 0,-4 0-492,2 0 492,-20 2 0,14-2 0,-10 2 0,10-1 0,-7 2 0,-5 0 0,13 0 0,-12 0 0,5 0 127,-6 0-127,-1 1 0,10 1 0,-7-1 0,7 1 0,-8-1 0,-1 1 0,2 0 0,-2 0 0,1 1 0,-1-1 0,1 1 0,-2-1 0,0 0 0,-1 0 0,0-1 0,6 0 0,-6-1 0,6 1 0,-9 0 0,1 1 499,0 1-499,0-1 112,0 0-112,7 0 0,-4 0 0,5 1 0,0 1 0,-5-2 0,13 4 0,8 1 0,-3-1 0,2 0 0,-10-1 0,-11-3 0,4 1 0,0-2 0,-4-1 0,6 0 0,-7 2 0,30 0 0,-20 0 0,-1 0 0,1-1 0,21 0 0,-16 0-874,17-1 874,-21 1 0,0 0 0,1-1-577,0 1 577,1-1 0,1 1 0,-1 1 0,15-1 0,-10 0 0,10 1 0,3-1 0,-9-1-1058,11 1 1058,-12-1 0,-1 0 0,2 0 0,-1-1 0,0 1 0,1-1 0,-7 0 0,6-1 0,-2 1 0,0-1 0,0 1-549,0-1 1,3 1 0,-4-1 548,-5 0 0,-4 1 0,12-2-93,-2 1 93,0-1 0,-1 0 0,-2 1 0,11-1 0,-13 2 0,9-1-31,-9-1 31,-7 1 750,3 0-750,-11 0 1814,6 0-1814,-7 0 940,4 0-940,-8 1 673,4-1-673,-5 0 101,2 1-101,-4 0 0,0 1 0,-1 0 0,1 0 0,-2 0 0,0 0 0,-1 0 0,0 0 0,0 0 0,-1 0 0,-1-1 0,0 0 0,-2-1 0,-1 0 0,-2-1 0,0-1 0,-5-2 0,-5-2 0,-22-6 0,1 3 0,8 3 0,0-1 0,-17-4 0</inkml:trace>
  <inkml:trace contextRef="#ctx0" brushRef="#br0" timeOffset="46584">13737 14767 5734,'-5'1'0,"1"-1"0,5-1 0,2 0 0,3-2 0,2 0 0,5-1 0,15-3 0,-3 1-373,15-1 373,-13 4 0,2 0-360,-6 1 1,3 0 359,16 0 0,8-1 0,-3 1-1515,-5 0 0,1 1 1515,2-1 0,5 1 0,-1 0 0,-5 0 0,1 1 0,-3 1-538,-7-1 1,-2 0 0,2 1 537,10 0 0,1 0 0,0 1 0,0 0 0,0 1 0,-2 0 0,-9-1 0,-2 1 0,2-1 0,7 2 0,3-1 0,-1 1 0,-3 0 0,-1 0 0,-2 0 0,6 1 0,0 0 0,-8-1 0,1 0 0,-3 0 0,0 0 0,-3 0 0,-3 0 0,3 1 0,4-1 0,4 1 0,-5-1 0,-8-1 0,-2 1 123,22 1 1,-7 0-124,-24-4 0,-4 0 1742,-2-1-1742,-2-1 2692,-4-2-2692,-1-1 0,-8-3 0,0 0 0,-24-7 0,9 6 236,-18-3-236,10 6 0,-3 0 0,0-1 0</inkml:trace>
  <inkml:trace contextRef="#ctx0" brushRef="#br0" timeOffset="47107">13720 14540 5734,'11'3'0,"5"-1"0,15-1 0,4-1 0,-9 0 0,1 1-1093,14-2 1,8 1 0,-4 0-100,-3-1 0,4 0 1192,-6 1 0,6 0 0,4 0 0,-1-1 0,-6 1-25,2 1 1,-4-1 0,3 0 24,-5 1 0,3-1 0,1 1 0,1-1 0,-1 1 0,-1 1 0,2 0 0,-1 0 0,-1 0 0,-3 0 0,5 0 0,-3 0 0,6 1 0,-6 0 0,6 0 0,3 0 0,-1 1 0,-3-1 0,-7 0 0,-1 0 0,-6 0 0,3 1 0,7 0 0,6 1 0,-2-1 0,-8 0 0,-4 0 0,-3-1 0,7 2 0,-3-1 0,2 0 0,-1 0 0,-15-2 958,-3-1-958,-28-1 0,-7-2 0,-18 1 0,0-2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6-29T02:21:57.6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6129 3302 5734,'-1'6'0,"-2"5"0,1-1 0,-2 6 0,-2 20 0,3-14-850,-3 20 850,3-19 0,1 2 0,-3 15 0,2-8 0,-2 13 0,4-12 0,0 0 0,-1 9 0,2-10 0,0 4 0,0-5 0,2 12-557,0-10 1,0-1 556,1-1 0,2 0-556,-1-3 556,1 0 0,4 8 0,-3-10 0,3 6-282,-4-12 282,0 0 0,1 4 0,-2-5 0,1 3 499,-3-9-499,0 6 1265,-1-5-1265,2 5 663,-2-5-663,1 0 374,-1-1-374,1 1 0,-1-1 0,0 0 0,3 8 0,-2-12 0,2 5 0,-1-14 0,-2-2 0,0-2 0,0-3 0,-1-3 0,1-2 0</inkml:trace>
  <inkml:trace contextRef="#ctx0" brushRef="#br0" timeOffset="972">6155 3141 5734,'15'6'0,"2"-1"0,3 0 0,3-1 0,5-1 0,1-1 0,11 0-753,-6-1 1,5-1 0,-4-1 752,-7 0 0,1-1 0,4-1 0,7 0 0,1-1 0,-5 0 0,2 0 0,1 0 0,-1-1 0,6 0 0,0-1 0,-5 2-1151,7-1 0,-2 0 1151,-4 1 0,3-1 0,-2 1-555,5-1 0,0 1 555,-1 0 0,3-1 0,-2 1 0,-10 0 0,-2 1 0,4-1-17,6 0 1,5-1 0,0 0 0,-4 0 16,-7 1 0,-2 0 0,1 0 0,-2 1 0,2-1 0,0 0 0,0-1 0,0 1 0,0 0 0,0-1 0,-1 1 0,2-1 0,-2 0 0,3 0 0,-4 1 0,3-1 0,-1 1 0,-2-1 0,0 1 0,-2-1 0,-1 1 0,1 0 0,1 0 0,-1 0 0,-1 0 0,1 1 0,0-1 0,-2 1 0,0 0 0,5-1 0,2 1 0,5-1 0,2 0 0,0 0 0,-3 0 0,-2 1 0,-3 0 0,1 1 0,1-1 0,3-1 0,2 1 0,0-1 0,-1 1 0,-4 0 0,2 0 0,-4 1 0,-2 0 0,2-1 0,0 0 0,-2 0 0,1 0 0,-1 0 0,3-1 0,3 0 0,-3 0 0,5-1 0,0-1 0,-5 2 0,2-2 0,2 0 0,-2 0 0,8-1 0,3-1 0,-3 1 0,-7 0 0,2 1 0,-1-1 0,-4 1 0,5-1 0,-1 0 0,-8 2 0,-6 1 0,-5 1 0,2 0 0,-1 0 0,24-3 0,-2 0 0,0 1 0,-5 1 0,0-1 0,-15 2 0,0 1 0,9-2 0,5-1 0,-7 2 0,11-1 0,2 2 0,-2 0 0,-8 1 0,3 1 0,-1 1 0,-7 0 0,17 0 0,-16 0 0,-6 0 1875,5-1-1875,-9 0 1196,22-3-1196,-18 1 0,0-1 0,0 1 0,0 0 576,21-3-576,-24 2 0,-1 1 798,-3 1-798,-1 0 449,-3 0-449,-1 0 0,-3 1 0,3-1 735,-5 1-735,0 0 105,-4 0-105,5-1 0,-4 1 0,4-2 0,-6 2 0,-1 0 0,-2 0 0,1 0 0,0 0 0,0 2 0,-1-1 0,1 2 0,0 1 0,6 16 0,-3-7 0,8 28 0,-8-21 0,1 4 0,-2 1-1054,0 6 1054,1 16 0,-4-6 0,0 7 0,-2-21 0,1 0-935,0 4 1,0 0 934,-1 1 0,1 2 0,0-1 0,0 3 0,1-2 0,0 5 0,-1 2 0,2 1 0,0 4 0,0-4 0,0-5 0,1-1 0,0 7 0,1 2 0,3 1 0,0-1 0,-2-10 0,1-1 0,1 7 0,0-3 0,3 6-449,-4-21 449,-1-3 0,0-4 0,-1-4 789,-2-3-789,-2-3 1955,-2-4-1955,-3-3 0,-2-6 0,-1-3 0</inkml:trace>
  <inkml:trace contextRef="#ctx0" brushRef="#br0" timeOffset="1598">6851 4307 5502,'38'0'0,"0"0"0,1 0 0,-1 0 0,4-1 0,4 0 0,0-1 0,0-1 0,-4 1-820,-2 0 1,-3-1 0,1 0 0,6-1 586,-7 0 1,4 0 0,5 0 0,1-1 0,2 0 0,-1 0 0,-1 0 0,-3 0 0,-3 1 204,7-1 1,-3 1 0,-2-1 0,1 0 0,4 0 27,-6 1 0,3-1 0,2-1 0,1 1 0,0 0 0,0 0 0,-1 0 0,-2 0 0,0 0 0,0 1 0,-1 0 0,-1-1 0,-1 1 0,0 1 0,-1-1 0,7-1 0,-2 1 0,-1 0 0,1 0 0,2 0 0,-7 0 0,2 1 0,2-1 0,-1 0 0,0 0 0,-2 1 0,-2 0 0,3-1 0,-3 2 0,0-1 0,-2 0 0,2 1 0,-1-1 0,-1 0 0,1 1 0,0-1 0,-1 1 0,9-1 0,-1 0 0,0 0 0,0 1 0,-3-1 0,0 1 0,1-1 0,1 1 0,-1-1 0,3 1 0,-1-1 0,0 1 0,-2-1 0,-2 1 0,-3 0 0,0 0 0,2 0 0,7-1 0,1 0 0,0 1 0,-3-1 0,5 1 0,-3-1 0,-3 1 0,3 0 0,-1 0 0,-11 0 0,0 0 0,-3 1 0,0-1 0,-5 0 0,8 0 0,-5-1 0,-26 1 0,-9 0 0,-5 0 0</inkml:trace>
  <inkml:trace contextRef="#ctx0" brushRef="#br0" timeOffset="7212">1631 7692 5734,'44'2'0,"1"1"0,3 0 0,-5-1 0,-7 1-594,11 0 594,-2 1-1379,-11-1 1379,10 0 0,-1 1 0,-10-3 0,11 1 0,1-2 0,-10-2 0,11 0 0,0-3 0,-11 0 0,9-1 0,0-2 0,-10 3 0,9-2 0,-2-1 0,-10 3 0,0 0 0,1 1 0,1 0 0,-8 1 0,1 0 0,16 0 0,-10-1 0,12 0 227,-16 0 0,3-1-227,8-1 0,0-1 0,-4 1 0,-2 1-549,4-2 1,-5 1 548,-5 2 0,-2-1 232,1 1-232,20-1 0,-17 2 0,-1 1 0,-1 0 0,-1 1 1096,7 0-1096,-4 1 0,1 0 0,-6-1 0,1 1-641,9-1 0,-1 1 641,13-2 0,-16 0 0,0 0 0,8 0 0,-3 0 0,0 0 0,-2 0 0,9-1 0,5-2 0,-11 2 0,-11 1 0,-1-1 928,10-1-928,-9 2 0,1-1 0,13-2-189,-15 3 1,2-1 188,0-1 0,-1 1 0,14-1-518,-14 1 1,0 0 517,11-1 0,-2 0 392,0 1-392,0-1 0,-1 0 0,0 1-147,-3 1 1,1 0 146,-7 2 0,2-1 0,15 1 0,-1 1 0,5 1-466,1 2 466,-21-2 0,7 1 0,1 0 0,2 0 0,-2 0 0,0-1 0,1 0 764,4-1-764,-13-1 0,0 1 0,15-1 0,-9 0 0,0 0 0,1 1 0,4 2 0,0-1 0,-3 2 0,-9-1 0,1 0 0,15 3 0,-10-3 0,-2 0 0,-1 0 0,8 0-116,10 0 116,-12 0 0,-9-1 0,1 0 0,13 2 0,-13-2 0,1 0 0,0 0 0,0 0 0,14 1 0,-13-1 0,-1-1 0,12 3 0,-1-1 0,2 1 0,-1-1 0,1 0 0,0-1 0,2 0-582,0 0 582,0-1 0,1 0 0,0 1 0,-11-2 0,2 1 0,13-1 0,2 0 0,-15 1 0,1 0 0,0-1-350,-1 1 0,0-1 1,-2 0 349,6 1 0,-2 0 0,2 0 0,-2 0-512,-6 0 1,-1 0 511,8 0 0,1 0 0,1 1 0,-1 0 0,-8-1 0,0 1 0,9-1 0,1 1 0,0 0 0,-1 0 190,-9-1 0,2 1-190,2-1 0,6 1 0,1-1 0,-5 0-344,0 1 1,0-1 343,4 0 0,4 1 0,-3-1 0,-1-1 0,-3 1 32,-7-1 0,-1 0-32,10 0 0,0 0 85,-11 0 1,-1 0-86,0 0 0,1 0 0,0 0 0,0 0 0,0-1 0,0 1 0,-1 0 0,0-1 0,0 1 0,0 0-118,-1-1 1,0 1 117,22-1 0,-1 0 0,-3 0 0,-2 1 0,-12-1 0,-1 1 0,14-1 0,-14 0 0,-2 0 0,11-1 0,0 0 1038,1 0-1038,0-1 0,0 0 652,1-1-652,-2 0 0,-1 1 0,-1-1 468,7 0 0,2 0-468,-12 1 0,0 1 0,11-2 0,-1 1 0,2 1 0,-17 4 0,-7 0 0,3 0 1124,-10-1-1124,2 0 404,-5 0-404,-1-1 1141,-9 1-1141,-19 5 0,3 0 0,-13 5 0</inkml:trace>
  <inkml:trace contextRef="#ctx0" brushRef="#br0" timeOffset="14206">12907 8277 5734,'5'4'0,"1"0"0,-1-2 0,-1-1 0,1 0 0,2 0 0,-2-1 0,3 1 0,1-1 0,-1 0 0,4-1 0,4 0 0,-3 0 0,5-1 0,3 0 0,3-1 0,19-1 0,-12 2-685,6-1 685,-14 1 0,2 0 0,2 0 0,4-1 0,1 1-1051,3-1 1051,3 1 0,-9 0 0,2 0 0,-7 1 0,0 0-703,9-1 1,1 0 702,-9 1 0,0-1 0,0 1 0,2 0 0,11 0 0,3-1 0,4 1 0,1 1 0,-1-1 0,3 0 0,-12 1 0,5 0 0,0-1 0,-5 1-1136,7-1 0,-1 1 1136,0-1 0,4 1 0,0-1 0,0 1 0,1 1 0,-4-1 0,1 0 0,-1 1 0,0-1 0,4 1 0,-5 0-161,-8-1 1,-4 1 160,2 0 0,-2-1 0,0 1 0,-1-1 0,-1 1 0,-1 0 0,-1-1 0,-1 1 0,22 0 0,-5 0 0,-4 1 687,-5-1-687,-3 0 1043,2 0-1043,-11 0 1332,3 0-1332,-13 0 1233,-3 0-1233,-1-1 859,-2 0-859,-1 0 580,-1 1-580,-1-1 0,1 1 0,-1-2 0,-1 0 0,-5-1 0,-8 1 0,-1 0 0,-6 1 0,5 0 0,-1-1 0</inkml:trace>
  <inkml:trace contextRef="#ctx0" brushRef="#br0" timeOffset="14654">14863 7998 5734,'-7'1'0,"2"1"0,2-1 0,5 1 0,7 2 0,3 0 0,7 2 0,9 4 0,-6 0 0,18 11-936,-17-5 936,6 5 0,-10-4-623,5 7 623,-8-4 0,3 6 0,-10 0 0,-5-4 0,-5 6 0,-10 3 0,-2-6 0,-5 1 0,-5 5 0,3-4 0,-6 5-547,-2 4 0,1-3 547,16-21 0,3-4 0,1-2 0</inkml:trace>
  <inkml:trace contextRef="#ctx0" brushRef="#br0" timeOffset="29821">16018 7805 5734,'7'6'0,"1"2"0,6 5 0,-1-1 0,6 6 0,11 7 0,0 1 0,-1-3-215,1 4 0,0-2 215,-8-3 0,-7-6 0,3 3 0,-3-4 0,-5-3 105,2 0-105,-3-1 0,2-1 0,-4-2 0,0-1 0,-6-6 325,-1 0-325,-3 0 0,1-1 0,-1-1 0</inkml:trace>
  <inkml:trace contextRef="#ctx0" brushRef="#br0" timeOffset="30371">16587 7751 5734,'-14'9'0,"-1"1"0,4 0 0,-3 2 0,0 3 0,-3 4 0,0 4 0,-2 3 0,-1 5 0,0 2-1639,6-10 1,1-1 1372,-8 14 1,0 1 265,5-5 0,2-2 0,3-7 0,0 0 0,-2 7 0,0 0-236,3-1 0,1-2 236,-3 13 334,6-15 0,0 0-334,2 16 0,3-13 0,1 12 0,2-22 0,0 2 0,2-9 0,2-5 0,2-1 0</inkml:trace>
  <inkml:trace contextRef="#ctx0" brushRef="#br0" timeOffset="31206">16673 7921 5734,'-3'1'0,"0"0"0,3-1 0,-2 4 0,2-2 0,-2 1 0,0-2 0,1-1 0,-1 0 0,0 1 0,1 0 0,-1 0 0,0 1 0,-1-1 0,-2 2 0,-1-2 0,0 1 0,1 0 0,0 0 0,1 0 0,-4 2 0,3 0 0,-3 2 0,0 5 0,1 0 0,-2 5 0,-3 8 0,3-4 0,-3 8 0,3 4 0,3-7 0,1 2 0,1 0 0,1 0 0,-1 16 0,5-16 0,0-7 0,3 4 0,7 5 0,-4-17 0,6 9 0,-5-21 0,-1-4 0,2-1 0</inkml:trace>
  <inkml:trace contextRef="#ctx0" brushRef="#br0" timeOffset="31538">16740 8082 5734,'6'10'0,"-1"1"0,-1 9 0,-1-3 0,-2 8 0,-5 3 0,-1-5 0,-3 8 0,-4-1 0,0-1 0,1 0 0,-1 0 0,2-3 0,6-11 0,1 1 0,2-5 0,2 0 0,6-7 0,0-2 0,12-6 0,-6-3 0,5-4 0,-5 0 0,1-2 0,-1-2 0,-1-1 0</inkml:trace>
  <inkml:trace contextRef="#ctx0" brushRef="#br0" timeOffset="31697">16691 8237 5734,'44'-10'0,"-5"1"0,-20 6 0,0-1 0</inkml:trace>
  <inkml:trace contextRef="#ctx0" brushRef="#br0" timeOffset="31972">16936 7952 5734,'11'11'0,"0"1"0,0 3 0,0 3 0,5 13 0,-5-6 0,2 10 0,-5 2 0,-9-6 0,-2 1 0,0 13-215,-2-15 0,-2-2 215,-7-1-433,2-7 433,-3 3 0,4-11 52,0-4 0,0-3 0,1-3 1</inkml:trace>
  <inkml:trace contextRef="#ctx0" brushRef="#br0" timeOffset="32671">17578 8317 5734,'-8'-2'0,"2"1"0,0-2 0,5 1 0,2-1 0,0 3 0,3-1 0,4 0 0,1 1 0,13-2 0,11-1 0,-6 1-425,8 0 425,-17 0 0,0 1-62,3 0 62,-6 0 0,2 0 0,-9 0 0,-1 0 0,0 0 0</inkml:trace>
  <inkml:trace contextRef="#ctx0" brushRef="#br0" timeOffset="33022">18117 8108 5734,'-6'3'0,"0"1"0,-7 8 0,3-1 0,-6 7 0,1 5 0,4-5 0,-2 7 0,5 10 0,5-16 0,0 12 0,6-22 0,1-3 0,9-2 0,-2-6 0,7-2 0,5-12 0,-4 1 0,4-7 0,-5-7 0,-7 7 0,0-8 0,-8-7 0,-1 15 0,-5-21 0,0 30 0,-3-5 0,1 14 0,1 1 0,-1 2 0</inkml:trace>
  <inkml:trace contextRef="#ctx0" brushRef="#br0" timeOffset="33654">18462 8237 5734,'-5'14'0,"2"2"0,1-7 0,2 3 0,1-4 0,0 0 0,5 2 0,0-2 0,3-1 0,5-6 0,-4-4 0,4-2 0,-2-2 0,-1 0 0,0-2 0,0 0 0,1-6 0,-4 2 0,-1-6 0,-8-4 0,-2 5 0,-3-7 0,-14-7 0,7 11 0,-15-14 0,15 21 0,-5-4 0,7 6 0,0 2 0,3 0 0,1 1 0,1-5 0,3 5 0,0-4 0,12-2 0,2 6 0,4-5 0,-2 10 0,2 4 0,-3 2 0,10 11 0,-12-3 0,5 15 0,-12-10 0,-4 22 0,-8-10 0,-1 5-99,-4-9 1,4-10 0,0 0 0</inkml:trace>
  <inkml:trace contextRef="#ctx0" brushRef="#br0" timeOffset="33907">18173 8352 5734,'8'-1'0,"-1"0"0,5-4 0,-3 3 0,5-1 0</inkml:trace>
  <inkml:trace contextRef="#ctx0" brushRef="#br0" timeOffset="54700">18855 8121 5734,'-4'-4'0,"3"-1"0,4 3 0,13-3 0,-3 2 0,29-6 0,-6 3 0,4-2 0,-11 5 0,-8 4 0,-9 0 0,8 8 0,-16-3 0,0 6 0,-6-3 0,-3 2 0,-19 23 0,8-15-644,-13 16 644,15-19 0,1-2 0,-5 7 0,5-6 0,-4 10 0,9-12 0,-1 15 0,7-14 0,3 11 0,2-13 0,3 3 0,0-7 0,25 4 0,-14-7 440,19 1-440,-22-9 0,8-2 0,-6 1 0,8-2 0,-11 2 0,6-1 0,-13 1 0,2 1 0,-10 1 0,-1 1 0,-3-1 0,1 0 0</inkml:trace>
  <inkml:trace contextRef="#ctx0" brushRef="#br0" timeOffset="54989">18771 8224 5734,'13'9'0,"-3"-3"0,14 3 0,-9-5 0,7 1 0,1-1 0,-3-1-329,8-1 329,-10-1 0,8 0 0,-7 0 81,9-3-81,-15 0 0,2-3 0,-7 0 0</inkml:trace>
  <inkml:trace contextRef="#ctx0" brushRef="#br0" timeOffset="55394">19161 7940 5734,'2'3'0,"1"0"0,-2-2 0,0 0 0,3 0 0,10 2 0,-3-1 0,8 1 0,-8-2 0,1 0 0,0-1 0,9 0 0,-8-1 0,10-2 0,-15 0 0,4-2 0</inkml:trace>
  <inkml:trace contextRef="#ctx0" brushRef="#br0" timeOffset="55603">19429 7862 5734,'0'16'0,"0"0"0,1 0 0,0 1 0,0 9 0,0-6 0,-1 22 0,0-24 0,0 11 0,1-21 0</inkml:trace>
  <inkml:trace contextRef="#ctx0" brushRef="#br0" timeOffset="56360">19728 7845 5734,'3'7'0,"1"1"0,0 1 0,3 1 0,5 7 0,-2-3 0,5 5 0,-3-5-292,2 2 292,0 0 0,0 1 0,1 1 0,14 16 0,-12-13-480,11 11 480,-16-18 0,0-1-23,3 2 23,-7-4 0,2 1 0,-8-5 0,-1-4 0,-1-2 0</inkml:trace>
  <inkml:trace contextRef="#ctx0" brushRef="#br0" timeOffset="56658">20142 7810 5734,'-11'16'0,"1"1"0,-8 21 0,7-11-914,1-5 0,0 1 914,1 4 0,-1 2 0,1 0 0,2-1 0,1 1 0,-3 7 0,3-3 0,1 0 0,1-1 0,1 6 0,1 6 0,2-19 0,-1 11 132,1-22 1,1-3 0,1-2 0</inkml:trace>
  <inkml:trace contextRef="#ctx0" brushRef="#br0" timeOffset="57059">20290 8045 5734,'-12'23'0,"0"0"0,-4 9 0,3 3 0,8-16 0,0 8 0,3-6 0,1 5 0,4-3 0,0-6 0,1 2 0,7 0 0,-5-11 0,7 4 0</inkml:trace>
  <inkml:trace contextRef="#ctx0" brushRef="#br0" timeOffset="57375">20302 8163 5734,'13'2'0,"-4"0"0,3 2 0,-2 3 0,-3-1 0,1 4 0,0 20 0,-5-12-303,1 18 303,-6-19 0,-2 7 0,1-5 0,-2 13 0,3-18 0,0 6 0,2-12 0,1-1 0,0-1 0,0-1 0,3-3 0,-1-1 75,12-9 1,-5 0 0,8-7 0</inkml:trace>
  <inkml:trace contextRef="#ctx0" brushRef="#br0" timeOffset="57574">20289 8271 5734,'29'-3'0,"0"1"0,-7-1-563,0 1 563,0 0 0,0 0 0,-3 0 0,0-1 0</inkml:trace>
  <inkml:trace contextRef="#ctx0" brushRef="#br0" timeOffset="57824">20611 7965 5734,'3'12'0,"1"4"0,1 2 0,0 4-1028,-1 3 1028,2 2 0,-1 15 0,-1-8 331,-2 9-331,-6-3 0,-1-2 0,-2 1-497,0-1 0,0-3 497,-1-15-193,-3 3 193,2-8 0,-1 0 113,3-8 1,3-3-1,-1-4 1</inkml:trace>
  <inkml:trace contextRef="#ctx0" brushRef="#br0" timeOffset="58501">21035 8223 5734,'-3'2'0,"0"0"0,3-1 0,3 0 0,2-1 0,3 1 0,11 1 0,-6 0 0,19 1 0,-7-2 0,0 1-210,0-1 210,-10 0 0,-1-1 0,2 1 0,-7-1 0,0 1 0,-9 0 0,-2 0 0</inkml:trace>
  <inkml:trace contextRef="#ctx0" brushRef="#br0" timeOffset="58697">21022 8362 5734,'7'6'0,"1"-1"0,11-3 0,-4 0 0,23-1 0,-17-1 0,20-3 0,-22 1 0,5-2 0</inkml:trace>
  <inkml:trace contextRef="#ctx0" brushRef="#br0" timeOffset="59151">21640 7932 5734,'-5'-6'0,"1"2"0,9 11 0,0 1 0,6 7 0,4 6 0,-1-3 0,7 8 0,6 2-1035,-7-5 1035,9 8 0,0 0 0,-8-6 0,7 5 0,-2-1 0,-7-8 0,4 6-522,-3-7 522,-7-5 0,3 0 0,-6-2 0,-5-7 0,-1 3 0,-5-8 0,-1 0 0</inkml:trace>
  <inkml:trace contextRef="#ctx0" brushRef="#br0" timeOffset="59386">21615 8394 5734,'7'-19'0,"2"-1"0,12-15 0,-2 6-422,-5 10 1,1-1 421,1-2 0,1 1-1304,9-11 1304,-10 11 0,2 0 0,-1 1 0,-1 2 0,10-11 0,6-6 0,-4 5 0,-8 9 152,3-2-152,-12 11 0,0 2 0,0 2 0</inkml:trace>
  <inkml:trace contextRef="#ctx0" brushRef="#br0" timeOffset="59750">22249 8008 5734,'-7'19'0,"-1"6"0,-2 2-1018,2 3 1018,2-8 0,2 1 0,0-1 0,2 0 25,1 0-25,1-2 0,2 1 0,1-2 0,1-1 0,1-2 0,14 13 0,-10-16 0,9 8 59,-14-19 1,1-4 0,1-2 0</inkml:trace>
  <inkml:trace contextRef="#ctx0" brushRef="#br0" timeOffset="60071">22394 8092 5734,'20'0'0,"-2"1"0,-2 2 0,-6 1 0,2 2 0,-6-1 0,0 6 0,-8 11 0,0-3 0,-7 10-355,1-11 355,-1 1 0,2-1-42,1-1 42,2-1 0,1 5 0,3-5 0,7 11 0,0-15 0,11 6 0,-6-12 0,6-1 0,6-10 0,-9 0 0,8-6 0,-11-3 0,-4 3 0,3-6 0</inkml:trace>
  <inkml:trace contextRef="#ctx0" brushRef="#br0" timeOffset="60234">22367 8260 5734,'27'-8'0,"-1"-1"0,6-1 0,-6 2 0,0 0-961,-2 0 961,0 0 0,1-1 0,-1-1 0</inkml:trace>
  <inkml:trace contextRef="#ctx0" brushRef="#br0" timeOffset="60465">22784 7938 5734,'6'2'0,"11"8"0,-6 0 0,8 19 0,0 5 0,-5-1-1010,0 2 0,-2 0 1010,-6-3 0,-2 0-547,-3 13 547,-3-11 0,-5 9 0,-2-15-553,-5-1 553,-4-2 0,-15 7 0,4-11 0,-9 5 0</inkml:trace>
  <inkml:trace contextRef="#ctx0" brushRef="#br0" timeOffset="66614">3211 8460 5734,'9'2'0,"4"1"0,4-1 0,6-1 0,5-1 0,2-1 0,6-1 0,-3 1 0,-3 0 0,1 0-820,7-1 1,7 0 0,1 0 0,-7 1 331,-4 0 1,1 0 487,1 0 0,6 0 0,4-1 0,-3 1 0,-7 0-35,1 0 1,0 0 34,0 0 0,6 0 0,-1 0 0,-9 1 0,7 0 0,-3 0 0,-2 1 0,-9-1-215,19 2 215,-37-2 0,-3 2 0,-14-2 706,-2 0 1,-6 0-1,3-1 1</inkml:trace>
  <inkml:trace contextRef="#ctx0" brushRef="#br0" timeOffset="66883">4141 8273 5734,'33'24'0,"-11"-8"0,-1 0 0,5 6-2007,8 8 2007,-13-7 0,5 11 0,-11-8 0,3 8-58,-14-9 58,-4-1 0,-7 0 0,-7 0 0,-6-1 0,-4-1 0</inkml:trace>
  <inkml:trace contextRef="#ctx0" brushRef="#br0" timeOffset="67875">763 7912 5734,'-1'-4'0,"0"1"0,5 17 0,-2-3 0,4 25 0,-1 6 0,-3-7-963,1 4 1,0 0 962,-4-10 0,0-1-144,0 1 144,-1-1 0,1-1 0,-1 14 0,1-17 0,-1 15 0,2-18 0,0-6 0,0-1 0,1-12 1381,0 0-1381,0 0 688,0-1-688,2-1 0,1 0 0,4 0 0,0 0 0,10-1 0,-2 0 0,25-2 0,-17 2 0,2-1 0,0 1 0,-3 0 0,11-1 0,-11 2 0,-6 0 0,14 0 0,-16 0 0,6-1 0,-9-1 0,-4 0 0,0 1 0,-5 0 0,-1-1 0,-3-3 0,-1-1 0,-1-3 0</inkml:trace>
  <inkml:trace contextRef="#ctx0" brushRef="#br0" timeOffset="68254">1391 7999 5734,'-11'21'0,"4"-8"0,-9 13 0,6-8 0,-6 11 0,3-4 0,-3 7 0,3 2-937,4-8 937,-1 6 0,5-6 0,1-2 0,1 0 0,-3 21 226,9-34-226,3 3 0,1-5 0,3 2 0,5-5 0,0-3 0,5-1 711,7-5-711,-7-1 0,8-3 0,1-6 0,-6 1 0,7-6 0</inkml:trace>
  <inkml:trace contextRef="#ctx0" brushRef="#br0" timeOffset="69560">1852 8045 5734,'-11'0'0,"0"0"0,1 1 0,-2 1 0,-10 3 0,4 0-409,-7 5 409,6-1 0,-7 9 0,6-2 0,-5 6 0,11-6 0,1 1 101,-3 15-101,7-4 0,0 7-423,8-9 423,3-8 0,2 0-52,2-1 52,1 0 0,1-1 0,3-1 0,1-1 0,10 3 0,-4-6 294,9 2-294,-2-9 0,0-1 0,4-1 0,3-3 0,0-2 0,-9-3 0,7-5 0,-16 2 0</inkml:trace>
  <inkml:trace contextRef="#ctx0" brushRef="#br0" timeOffset="69945">2085 8031 5734,'3'4'0,"-1"1"0,-1 0 0,0 0 0,0 3 0,4 11 0,-1-5 0,4 10 0,-4-8 0,1 2 0,-1 1 0,1 0 0,2 10 0,-2-7 0,3 14 0,-4-16 0,2 5 0,-2-4 0,-1-7 0,1 2 0,-1-2 0,-1-6 0,-1 1 0,-1-10 0,0-2 0</inkml:trace>
  <inkml:trace contextRef="#ctx0" brushRef="#br0" timeOffset="70335">2062 8041 5734,'15'0'0,"9"4"0,0 0 0,-3 1 0,12 5 0,-1 1 0,-14-2 0,14 8 0,-18-3 0,-3-3 0,-2 11 0,-1 2 0,-5-3-513,1 22 513,-11-28 0,-8 7 0,1-6 0,-18 17 0,15-17 126,-10 7-126,9-12 0,5-3 0,-1-1 0,5-3 0,3-2 0,-2-4 0,6-2 0,1-3 0</inkml:trace>
  <inkml:trace contextRef="#ctx0" brushRef="#br0" timeOffset="70784">2552 8060 5734,'1'8'0,"-1"1"0,2 4 0,-1-1 0,0 5 0,-3 4 0,1-4 0,-3 8 0,-2 5 0,1-7 0,-4 9 0,2 1 0,1-8 0,-1 7 0,3-3 0,1-8 0,3 25 0,0-29 0,4 13 0,-1-24 0,7 1 0,-3-4 0,7 1 0,-4-5 0,1 0 0,2-1 0,1-1 0,32-7 0,-22 5-293,0-1 1,0 0 292,-7 2-76,4 0 76,-6 1 0,2-1 0,-8 1 0,-1 1 0,-2-1 580,-1 1-580,-1-1 81,-2 1-81,-1-1 0,-3 0 0,-2-3 0,0 0 0</inkml:trace>
  <inkml:trace contextRef="#ctx0" brushRef="#br0" timeOffset="71034">2480 8047 5734,'11'-1'0,"1"-1"0,7-1 0,-2 0 0,6 0 0,-4 1 0,-1 2 0,1 0 0,-1 0 0,-1 2 0,-3 0 0,1 1 0,-3 0 0,3 1 0,-6 0 0,1 1 0,-7 2 0,-3-3 0,-2 3 0</inkml:trace>
  <inkml:trace contextRef="#ctx0" brushRef="#br0" timeOffset="71223">2432 8326 5734,'13'1'0,"0"0"0,24-6 0,-14 2-1265,21-4 1265,-22 4 0,0-1 81,0 0-81,-1 0 0,-2 0 0,1 1 0,-1 0 0</inkml:trace>
  <inkml:trace contextRef="#ctx0" brushRef="#br0" timeOffset="80733">16216 8911 5734,'13'11'0,"13"10"0,-9-7 0,16 12 0,4 2 0,-6-4 0,0 1 0,6 4 0,-6-5 0,-5-3 0,4 2 0,-5-3 0,-16-13 0,2 0 0,-7-4 0,-4-4 0,-3-1 0,-6-4 0,1-1 0,0-1 0</inkml:trace>
  <inkml:trace contextRef="#ctx0" brushRef="#br0" timeOffset="81042">16687 8726 5734,'3'-7'0,"-1"2"0,0 0 0,-1 5 0,-4 8 0,-1 3 0,-3 8 0,-1 3 0,-3 5 0,-1 3 0,-3 10-1065,-2 0 0,1 1 1065,1-1 0,5-14 0,0-1-720,0 10 720,0-2 0,3-1 0,1-3-337,1-3 337,2-3-159,3 2 159,2-8 0,4 1 1811,0-10-1811,2-3 212,3-4 0,2-4 0,1-2 0</inkml:trace>
  <inkml:trace contextRef="#ctx0" brushRef="#br0" timeOffset="81346">16960 8828 5734,'-10'7'0,"3"1"0,-5 5 0,-2 10 0,3-3 0,-3 7 0,5-5 0,0 2 0,-5 16-197,6-15 0,0 0 197,-2 19-642,5-20 642,1 6 0,2-13 0,2-2 0,1 2 0,0-6 0,2 1 275,4-5-275,-1-6 190,4-1 0,-1-5 0,0-2 1</inkml:trace>
  <inkml:trace contextRef="#ctx0" brushRef="#br0" timeOffset="81618">16925 9030 5734,'9'1'0,"-3"1"0,3 3 0,-3 0 0,-1 1 0,2 6 0,-1 5 0,0 1 0,-4 2 0,-2-5 0,0 1 0,-1 20 0,2-16 0,0 13 0,1-21 0,1-2 0,1-1 0,2-2 0,0-2 0,10-2 0,-4-4 0,6-3 0,-4-3 0,0-1 0,-1-3 0,0-2 0,-1-1 0,0-1 0</inkml:trace>
  <inkml:trace contextRef="#ctx0" brushRef="#br0" timeOffset="81797">16979 9076 5734,'6'6'0,"1"-1"0,2-2 0,3 0 0,22-1 0,-11-2-782,16-1 782,-17-1 0,-2-1 16,-1-2 1,-1 0-1,-2-2 1</inkml:trace>
  <inkml:trace contextRef="#ctx0" brushRef="#br0" timeOffset="81988">17289 8933 5734,'7'39'0,"-3"-8"0,-1 3-1228,-3-9 1228,-2 0 0,-3 12 0,-1-9 0,-4 8 0,2-14 331,-6 7-331,4-8 0,-8 8 0,8-17 0,-3 3 0</inkml:trace>
  <inkml:trace contextRef="#ctx0" brushRef="#br0" timeOffset="83613">16688 8961 5734,'-16'44'0,"8"-20"0,-1 0 0,0 1 0,0 0-1020,0-1 0,1-1 1020,-4 9 0,1 0 0,2-4 0,1 0 0,-3 7 0,3-9 0,1-1 0,0-3 630,2-1-630,-3 4 0,3-9 0,-1 1 333,5-11-333,-1-3 0,2-3 0,-1-7 1077,2-1-1077,-1-6 0,4-9 0,-1 2 0,6-22 0,-2 12 0,1-2-1438,4-12 1,0-1 1437,-2 6 0,0 1 0,1-1 0,-2 3 0,1-1 0,-3 8 0,-1 1 0,0 0 0,-11 24 0,-4 26 0,-2 5 0,1 3-969,-4 12 969,1 2 0,-1 2 0,1 0 1144,0 0-1144,1-1 0,2-3 0,0-2-782,2-3 782,3-4-371,0-4 371,3-4 908,0-4-908,2-4 1309,-3-3-1309,2-4 0,0-5 0,1-2 0</inkml:trace>
  <inkml:trace contextRef="#ctx0" brushRef="#br0" timeOffset="84462">17910 8732 5734,'-17'11'0,"0"6"0,0 2 0,-6 10-1503,5-4 1,0 1 1502,-3 10 0,0 4 0,0 2 0,11-20 0,0 1 0,1-1 0,0 1 0,1 0 0,0 1 344,-7 21-344,7-13 0,1 0 0,3-8 0,0 0 0,0 6 0,1 0 0,3-3 0,1 0 0,4 12-280,3 7 280,2-18 0,2-4 0,2-3 0,8 0 0,5-8 0,1-4 0,-1-9 0</inkml:trace>
  <inkml:trace contextRef="#ctx0" brushRef="#br0" timeOffset="86173">18005 9045 5734,'0'14'0,"1"0"0,0-3 0,-1 11 0,0-5 0,0 9-364,0-7 364,0 2 0,0 0 0,0 1 0,1-1 0,1 27 0,-2-22-391,2 18 391,-2-28 0,0-3 0,1 7 0,0-9 0,0 4 0,-1-10 65,-2 1 0,1-5 0,-3 2 1</inkml:trace>
  <inkml:trace contextRef="#ctx0" brushRef="#br0" timeOffset="86696">18419 9312 5734,'-1'-3'0,"0"0"0,3 2 0,-1 1 0,9 1 0,-1 0 0,10 2 0,-1-3 0,9 1 0,1-1 0,4 0-528,-2 0 1,-2-1 527,-3 1-452,6-2 452,-9 1 0,3-1 0,-11 3 0,-6 0 0,-2 0 0,-3-3 0,-1-3 0</inkml:trace>
  <inkml:trace contextRef="#ctx0" brushRef="#br0" timeOffset="87177">19049 9062 5734,'-6'3'0,"-5"6"0,3 2 0,-5 6 0,-2 7 0,3-4 0,1 16 0,2 0 0,4-8-520,-1 3 1,5-3 519,6-20 334,3-2-334,2-3 172,2-3-172,8-7 0,-4-1 0,5-7 0,-3-8 0,-6 3 533,2-8-533,-7-13 0,-3 16-423,-1-14 423,-3 23 0,0 0 0,-1 4 0,-1 3 0,-2 2 0,0 3 0,-1 3 0,0 0 0,0 2 0</inkml:trace>
  <inkml:trace contextRef="#ctx0" brushRef="#br0" timeOffset="87344">19222 9359 5734,'9'-7'0,"-1"1"0,-2 1 0,3 1 0,-2-1 0,1 1 0</inkml:trace>
  <inkml:trace contextRef="#ctx0" brushRef="#br0" timeOffset="87830">19393 9259 5734,'-9'5'0,"-3"5"0,4 2 0,-1 1 0,3 1 0,4-2 0,1-1 0,7 12 0,-2-11 0,5 7 0,-5-13 0,1-2 0,2-1 0,1-2 0,1-2 0,1-2 0,-1 0 0,1-2 0,-1-2 0,-1-1 0,1-12 0,-5 5 0,-8-27 0,-3 21 0,-9-14 0,-2 8 0,3 6 0,-5-5 0,1 3 0,5 7 0,-3-3 0,6 9 0,4 0 0,-3-1 0,4 2 0,0-1 0,4-2 0,11-1 0,-2 1 0,14-1 0,-7 8 0,7 0 0,-5 3 0,22 11 0,-17-2 0,16 10 0,-20 2 0,-6-3 0,2 20 0,-8-16 0,-2 11 0,-5-10 0,0-4 0,-2 3 0,0-8 0,0-1 0,2-3 0,0 0 0</inkml:trace>
  <inkml:trace contextRef="#ctx0" brushRef="#br0" timeOffset="88231">19596 9119 5734,'3'-3'0,"0"2"0,0 0 0,8-2 0,-3 1 0,6-2 0,-4 2 0,1 1 0,0 0 0,0 0 0,4 0 0,-4 1 0,1 1 0,-1 2 0,-4 1 0,0 2 0,-2 6 0,-3-2 0,-2 6 0,-4 4 0,-2-2 0,-2 5 0,-2 2 0,3-7 0,-1 5 0,2 2 0,3-11 0,9 17 0,0-23 0,9 6 0,-6-12 0,2-2 0,0-2 0,7-3 0,-4-2 0,5-3 0</inkml:trace>
  <inkml:trace contextRef="#ctx0" brushRef="#br0" timeOffset="88435">19596 9242 5734,'16'-2'0,"0"-1"0,4 1 0,11-2 0,-6 2 0,17-1 0,-19 3 0,6 1 0,-11 0 0,-2 0 0,1-2 0</inkml:trace>
  <inkml:trace contextRef="#ctx0" brushRef="#br0" timeOffset="88680">20067 9053 5734,'26'6'0,"-8"-1"0,4-1 0,-10-1 0,-2 0 0,-1-1 0,-1 1 0,-2 0 0,-2 0 0,1-2 0,-1 0 0</inkml:trace>
  <inkml:trace contextRef="#ctx0" brushRef="#br0" timeOffset="88851">20277 8920 5734,'-3'8'0,"-1"2"0,2 0 0,-1 2 0,2 3 0,0 9 0,0 2 0,0-1-88,0 1 0,0-3 1,1-11-1,-1-2 0</inkml:trace>
  <inkml:trace contextRef="#ctx0" brushRef="#br0" timeOffset="89206">20614 8655 5734,'17'19'0,"1"1"0,-2-2 0,0 1 0,0 2 0,0 1-2905,9 14 2905,-8-11 0,-1 3 0,-1 3 0,-1 0 431,-4-8 1,-2 3-432,-1 9 0,-3 8 0,0 0 0,-2-6-846,0-5 0,-3 0 846,1 10 0,-1 6 0,-4-8 0,-5-11 0,-2-5-36,-3 5 0,-11 12 0,10-29 1</inkml:trace>
  <inkml:trace contextRef="#ctx0" brushRef="#br0" timeOffset="89592">21201 9161 5734,'9'-1'0,"2"0"0,1 1 0,2 1 0,4 0 0,0 1 0,2 0 0,11 1 0,-7-1 0,7 2 0,-7 0 0,-8 0 0,2-1 0,-9-2 0</inkml:trace>
  <inkml:trace contextRef="#ctx0" brushRef="#br0" timeOffset="89746">21227 9323 5734,'16'2'0,"1"-1"0,14 0 0,-7 0-287,10-1 0,-9-1 1,0 0-1</inkml:trace>
  <inkml:trace contextRef="#ctx0" brushRef="#br0" timeOffset="90046">21808 8897 5734,'5'7'0,"1"2"0,3 1 0,2 4 0,3 1 0,11 11 0,-5-5 0,9 8 0,1 1-1575,-7-7 1575,8 8 0,-2-1 0,-8-9 0,6 6 370,-10-11-370,-3-1 0,-2-2 0,-3-2 0,-2 3 0,-2-6 0,0 1 0</inkml:trace>
  <inkml:trace contextRef="#ctx0" brushRef="#br0" timeOffset="90230">21819 9274 5734,'-1'-12'0,"7"-9"0,3 3 0,6-8 0,14-6-2555,-4 7 2555,-7 9 0,1-2 0,2 1 0,0-1 0,10-8 0,-11 9 0,0 1 93,12-12 0,-8 7 1,4-5-1</inkml:trace>
  <inkml:trace contextRef="#ctx0" brushRef="#br0" timeOffset="90461">22317 8913 5734,'-10'20'0,"2"1"0,0 2 0,2 2 0,1 1 0,-1 8-1096,2-6 1,1-1 1095,3 3 0,1 0-60,2-1 60,1-3 386,4 9-386,-3-11 0,5 12 0,-6-20 0,3 3 0,0-13 0,1-2 0</inkml:trace>
  <inkml:trace contextRef="#ctx0" brushRef="#br0" timeOffset="90747">22529 9069 5734,'8'8'0,"-1"2"0,-3 1 0,-1 1 0,-3 2 0,-2 0 0,-6 16 0,2-11 0,-5 26 0,8-26 0,3 16 0,4-21 0,5 3 0,0-7 0,3-3 0,3-2 0,3-3 0,21-7 0,-15 0 0,14-7 0,-22 4 0,-1-4 0,0 0 0</inkml:trace>
  <inkml:trace contextRef="#ctx0" brushRef="#br0" timeOffset="91134">23016 8835 5734,'19'9'0,"-5"-1"0,7 8 0,-1 12 0,-8 0 0,-1 3-1618,-1-6 1,-2 1 1617,2 9 0,-2-1 0,-2 6 26,-2-12 1,-1 0-27,0 15 0,-1-16 0,0 0 0,-2 7 0,-2-2 0,0-5 339,-3-1-339,-2-4 0,-13 4 0,3-11 0,-8 2 0</inkml:trace>
  <inkml:trace contextRef="#ctx0" brushRef="#br0" timeOffset="91628">22402 9235 5734,'1'6'0,"1"-1"0,1-1 0,3 1 0,1-1 0,16 2 0,14-7 0,-6 1-423,6-4 423,-23 1 0,-1 1 0,-2-1 0,-2 1 0,1-1 0,-4 1 0,-1 0 0,-4 0 423,-2 0-423,-2-2 0,2-1 0,-1-2 0</inkml:trace>
  <inkml:trace contextRef="#ctx0" brushRef="#br0" timeOffset="97217">17202 9993 5734,'-3'-5'0,"1"0"0,2 3 0,0 0 0,5 7 0,1 0 0,10 11 0,-3-3 0,20 17 0,3 1 0,-6-5-581,-6-5 0,4 3 0,-5-6 581,-3-3-369,2 2 0,-1-2 369,-6-5 0,13 10 0,-26-18 0,-1-2 0,0-3 0,-2-2 0</inkml:trace>
  <inkml:trace contextRef="#ctx0" brushRef="#br0" timeOffset="97543">17691 9914 5734,'-2'-6'0,"1"2"0,-2 8 0,0 3 0,-13 22 0,4-8-1330,-9 19 1330,6-11 0,2-5 0,1 2 0,-8 14 0,8-12 0,-1 0-903,-4 14 903,1-1 0,2 0 0,5-13 0,0 0 0,-2 14 0,4-17 0,1 1 0,-1 9 0,2-3 0,-1 0 0,1-4 0,1-3 0,3-16 0,1-2 0,0-2 0,0-2 220,1-3 0,1-4 0,1-3 0</inkml:trace>
  <inkml:trace contextRef="#ctx0" brushRef="#br0" timeOffset="97903">17931 10076 5734,'-13'10'0,"1"1"0,5-1 0,-8 17 0,5-8 0,-6 12 0,3-1 0,2-5 0,-2 8 0,-1 2 0,5-8 0,0 0 0,1 0 0,1-1 0,1 2 0,2 0 0,2-7 0,3 10 0,1-15 0,2-6 0,-1 2 0,3-7 0,-1-3 0,4-4 0,-1-3 0</inkml:trace>
  <inkml:trace contextRef="#ctx0" brushRef="#br0" timeOffset="98672">18000 10176 5734,'-4'1'0,"-1"0"0,3-1 0,-1 0 0,2 1 0,0 0 0,-1 1 0,1 0 0,-2 4 0,1 0 0,-1 5 0,-10 29 0,6-19-513,-6 24 513,9-28-224,0 9 224,2-8 0,0 5 0,3-2 0,1-6 0,1 4 0,3-3 0,-1-5 0,2 3 501,2-4-501,-2-4 236,2 1-236,1-4 0,-2-1 0,1 0 0,-1-2 0,-4 0 0,2 0 0,-4 0 0,0 0 0,-1-1 0,0 0 0,1 0 0,-1 0 0,-4-1 0,1 1 0,-2-2 0,1 2 0,2 0 0,0 1 0,-2 0 0,1-1 0,-2 0 0,1-1 0,-1 1 0,1 0 0,1 0 0,0 0 0,0-1 0,1 1 0,0 0 0,-1-1 0,-1 1 0,-2-1 0,1 0 0,0 0 0</inkml:trace>
  <inkml:trace contextRef="#ctx0" brushRef="#br0" timeOffset="99235">17942 10181 5734,'-7'0'0,"0"1"0,-11 7 0,7 0 0,-9 6 0,5 4 0,4-2 0,-9 26 0,12-18 0,-1 5 0,2 1 0,3-4 0,-1 16 0,5-13 0,1-8 0,1 5 0,5 8 0,-4-20 0,5 13 0,-7-23 0,1-1 0,-1 0 0,0-3 0,-3-7 0,2 0 0,-2-6 0,3 3 0,0-2 0</inkml:trace>
  <inkml:trace contextRef="#ctx0" brushRef="#br0" timeOffset="99555">17958 10178 5734,'-13'9'0,"1"2"0,1 7 0,3-2 0,-3 9 0,0 5 0,4-6 0,-4 9 0,4 3 0,0-8 0,2 4 0,1 1 0,1-4-323,0-3 1,2-3 322,2-6 0,0-2 0,1-1 0,2 0 0,-1-4 0,0 1 0,1-5 0,0-2 645,2 0-645,0-4 0,0 0 0,1-3 0,0-1 0,4-5 0,-2 1 0,1-5 0,-2 1 0,0-1 0</inkml:trace>
  <inkml:trace contextRef="#ctx0" brushRef="#br0" timeOffset="100051">18042 10291 5734,'-8'0'0,"2"-1"0,6 0 0,16 0 0,-4 0 0,13 1 0,1-1 0,-10 1 0,23 8 0,-26-3 0,9 8 0,-24 17 0,-1-12 0,-3 6 0,-2 1 0,-1-6-256,-4 11 256,7-15 0,1-3 0,0 1 0,1-2 0,1 3 0,0-5 0,2 7 256,1-9-256,1 3 0,2-6 0,1-2 0,2-1 0,15-14 0,-11 5 0,10-12 0</inkml:trace>
  <inkml:trace contextRef="#ctx0" brushRef="#br0" timeOffset="100246">18059 10429 5734,'14'-1'0,"19"2"0,-11-1 0,8 1 0,0-2 0,-2 1-1189,16-1 1189,-24-1 0,-1 0 91,-2 0 0,-1-2 0,-1 0 0</inkml:trace>
  <inkml:trace contextRef="#ctx0" brushRef="#br0" timeOffset="100445">18367 10253 5734,'18'9'0,"4"7"0,-11-4 0,6 16 0,-8-9-632,1 7 632,-5-7 0,-1 10 0,-2-6 0,-6 20 0,-2-22 0,-5 10 0,1-17 0,-3-3 164,-2-1-164,-1-2 0,-2-4 0,0-1 0</inkml:trace>
  <inkml:trace contextRef="#ctx0" brushRef="#br0" timeOffset="100944">17216 10735 5734,'7'4'0,"15"2"0,0-1 0,16 2 0,3-1 0,11 0 0,-5 0-1639,-8-2 1,1 1 1042,-1 0 0,5 0 0,1 0 0,-6-1 667,1 0 0,-1-1-71,1 0 0,2 1 0,-1-1-108,7 0 1,0 1 107,-6-1 0,1-1 0,0 1 0,-2-1 0,0 0 0,-2 0 0,6-1 0,-1 1 0,-8-1 0,2 0 0,-2 0 0,9 0 0,-4-2 0,-11 1 0,-1 0 0,5 0 0,-2-1 0,11-1 0,-18 0 996,0-2-996,-25-1 2273,-7 1-2273,-12-1 0,-4 2 0,-2 0 0</inkml:trace>
  <inkml:trace contextRef="#ctx0" brushRef="#br0" timeOffset="101455">17488 10990 5734,'-4'2'0,"1"0"0,2 2 0,5 20 0,0-7-540,4 16 540,-1-12 0,1 2 0,7 13 0,-3-7 0,5 10 0,3 0 0,-4-9 0,6 8 0,0-4 0,-5-10 132,5 5-132,-3-7 0,-7-8 0,3 3 0,-4-7 0,-6-5 0,1 1 0,-14-15 0,-2-2 0</inkml:trace>
  <inkml:trace contextRef="#ctx0" brushRef="#br0" timeOffset="101628">17524 11374 5734,'0'-16'0,"11"-11"0,2-2 0,0 0-1191,3-1 0,2 1 1191,-1 8 0,2 1 587,2 0-587,1 1 0,1 2 0,8-4 0,-8 7-23,7-3 1,-11 7 0,1 0 0</inkml:trace>
  <inkml:trace contextRef="#ctx0" brushRef="#br0" timeOffset="101904">18120 11044 5734,'-6'1'0,"0"1"0,-6 9 0,-10 15 0,2-2-1112,-3 10 1112,11-12 0,-3 12 0,6-7 0,-2 8 0,6-1 0,2-7 0,3 5-56,1-11 56,3-1 0,1-2 0,5 3 0,-2-8 0,4 2 0,5-12 204,-5-4 0,7-5 0,-7-2 0</inkml:trace>
  <inkml:trace contextRef="#ctx0" brushRef="#br0" timeOffset="102246">18092 11204 5734,'15'-4'0,"1"2"0,7 0 0,-8 1 0,8 0 0,-8 1 0,-4 1 0,3 7 0,-8-1 0,-2 10 0,-5-4 0,-4 5 0,-6 13 0,3-12 0,-3 25 0,9-27 0,1 8 0,4-15 0,2-2 0,3-3 0,3-1 0,10-4 0,-2-2 0,7-8 0,1-3 0,-7 2-341,19-14 341,-34 14 0,-2 0 0,-1-1 0,-2 0 0</inkml:trace>
  <inkml:trace contextRef="#ctx0" brushRef="#br0" timeOffset="102397">18162 11283 5734,'14'0'0,"1"-1"0,10-1 0,-4-1 0,24-4 0,-22 1 0,10-4 0,-17 3 0</inkml:trace>
  <inkml:trace contextRef="#ctx0" brushRef="#br0" timeOffset="102596">18426 11062 5734,'9'7'0,"5"6"0,11 22 0,-8-8-1562,4 16 1562,-17-20 0,-1 1 5,-2-1-5,-2 1 0,-2 9 0,-1-9 312,-4 16-312,3-23 0,-7 3 0,7-20 0,-4-4 0</inkml:trace>
  <inkml:trace contextRef="#ctx0" brushRef="#br0" timeOffset="102968">19124 10848 5734,'4'3'0,"1"-1"0,5-1 0,0-1 0,7 0 0,19-3 0,-12 1 0,24-4-640,-27 3 640,4 0 0,-12 1 0,-4 1 0,-2 0 0,-8 2 0,-1-1 0</inkml:trace>
  <inkml:trace contextRef="#ctx0" brushRef="#br0" timeOffset="103114">19128 11051 5734,'17'2'0,"0"-1"0,10-3 0,-4-1 0,1 0 0,1-1 0,5 0 0,12-3 0,-5-2 0,-7 1 0,6-6 0</inkml:trace>
  <inkml:trace contextRef="#ctx0" brushRef="#br0" timeOffset="105183">20509 10118 5734,'-1'-7'0,"0"2"0,-1 5 0,1 4 0,-2 6 0,0 4 0,0 10 0,-1 3 0,0 4-577,0-2 0,1 0 577,1-1 0,-1 13 0,1-11 0,2 4 0,1 0 0,-1-5 0,1-3 0,1-3 0,-2-8 0,0-1 0,-1-2 0,0-1 0,0-4 0,0 0 0,-1-2 0</inkml:trace>
  <inkml:trace contextRef="#ctx0" brushRef="#br0" timeOffset="105597">19692 10872 5734,'28'0'0,"6"0"0,0-1 0,3 1-1571,-5 0 1,2 0 1570,-4-1 0,2 1 0,6 0 0,1 0 0,6-1 0,4 1 0,1-1 0,-1 1 0,-3 0-482,-4-1 0,-3 1 1,0 0-1,1 0 1,3 0 481,-1 0 0,3 0 0,3 0 0,0-1 0,-1 1 0,-3 0 0,-3 0-47,6 0 1,-3 1 0,-2-1 0,-2 1 46,1-1 0,-2 0 0,0 0 0,0 1 0,-1-1 0,3 0 0,-2 0 0,2-1 0,0 0 0,-2 1 0,1 0 0,-2-1 0,1 0 0,8 1 0,2-1 0,-2-1 0,-7 1 0,-2-1 0,-2 1 0,4-1 0,-2 1 0,8-2 0,-4 0 0,3 0 0,-3-2 0,-20 1 0,-6-4 0,-20 3 0,-5-3 0</inkml:trace>
  <inkml:trace contextRef="#ctx0" brushRef="#br0" timeOffset="106012">19991 11180 5734,'12'36'0,"-1"-3"0,-7-14 0,1 21 0,-2-14 0,1 15 0,-1-10 0,-2-8 0,2 4 0,-1-4 0,-2-9 0,1 3 0</inkml:trace>
  <inkml:trace contextRef="#ctx0" brushRef="#br0" timeOffset="106244">20277 11446 5734,'14'0'0,"32"-3"0,-24 2-623,3 0 0,-1-1 623,-5 2 397,9 0-397,-8 0 0,7 2 0,-2-2 0,-8 2 0,4-1 51,-8 0 0,-3-1 1,0 0-1</inkml:trace>
  <inkml:trace contextRef="#ctx0" brushRef="#br0" timeOffset="106579">20904 11281 5734,'-9'-2'0,"0"1"0,-1 1 0,-6 6 0,3 1 0,-5 5 0,-8 23 0,13-14-582,-8 20 582,16-22 0,4 0-139,1 4 139,3-7 0,3 2 0,6-9 0,0-5 0,5-3 0,14-17 0,-11 3 0,11-12 105,-18 8-105,-1-2 0,-5 0 0,0-9 0,-4 7 0,-1-6 4,-7 7-4,1 6 0,-4-1 0,2 8 0,-2 2 0,0 0 0</inkml:trace>
  <inkml:trace contextRef="#ctx0" brushRef="#br0" timeOffset="106762">20987 11481 5734,'2'-5'0,"3"-3"0,-3 3 0,5-2 0,-2 2 0,2 0 0,0 0 0,2-1 0,-3 2 0,3-2 0,-5 3 0,1-1 0</inkml:trace>
  <inkml:trace contextRef="#ctx0" brushRef="#br0" timeOffset="107376">21264 11345 5734,'-6'4'0,"0"0"0,-1 0 0,1 2 0,-2 1 0,2-1 0,-1 3 0,-1 5 0,3-5 0,-2 13 0,5-12 0,1 15 0,2-14 0,2 6 0,1-9 0,0-2 0,7 4 0,6-6 0,0 1 0,0-7 0,1-9 0,-11 3 0,6-8 0,-12 1 0,-2 2 0,-1-5 0,-14-17 0,6 15-538,-12-17 538,10 22 0,-2-1 0,-7-4 0,4 5 0,-4-3 0,-2-1 0,9 7 0,-5-4 0,12 10 0,1 0 0,2 0 0,2 2 0,1-1 538,1 1-538,3-1 0,0 0 0,3 0 0,4-1 0,-1 3 0,3-1 0,-3 2 0,-1 1 0,1 1 0,0 1 0,-1 2 0,2 3 0,-3 1 0,2 2 0,-3 0 0,2 19 0,-5-14 0,4 14 0,-6-19 0,-1 0 0,1-1 0,1-1 0,0-2 0,1 0 0</inkml:trace>
  <inkml:trace contextRef="#ctx0" brushRef="#br0" timeOffset="107945">21395 11172 5734,'8'3'0,"15"-2"0,-8-1 0,11 0 0,-3 1 0,-6-1 0,2 2 0,-5 3 0,-6 0 0,3 11 0,-8-5 0,-9 16 0,-4 3 0,3-7-324,-4 4 0,1-1 324,5-12 0,2 0 0,0 0 0,2 3 0,1-6 0,1 4 0,7-1 0,-2-5 648,5 3-648,4-4 0,-5-4 0,6 1 0,-8-5 0,1-1 0,0-2 0,-3-2 0,-1-3 0,-2 0 0,0-2 0</inkml:trace>
  <inkml:trace contextRef="#ctx0" brushRef="#br0" timeOffset="108147">21399 11309 5734,'8'4'0,"3"-1"0,1 0 0,3-2 0,2 0 0,3-2 0,0 0 0,10-2 0,-7 1 0,5-1 0,-5-2 0,-5 0 0,2-3 0</inkml:trace>
  <inkml:trace contextRef="#ctx0" brushRef="#br0" timeOffset="108391">21883 11121 5734,'10'4'0,"4"1"0,-3-2 0,3 0 0,-4-1 0,1-1 0,10 2 0,-10-2 0,7 0 0,-12-3 0,0-1 0</inkml:trace>
  <inkml:trace contextRef="#ctx0" brushRef="#br0" timeOffset="108595">22108 11030 5734,'-1'46'0,"0"-5"0,3 3 0,0-15 0,0-2 0,-1-1-839,-2-2 839,0 5 68,-2-14 0,0-3 0,1-2 0</inkml:trace>
  <inkml:trace contextRef="#ctx0" brushRef="#br0" timeOffset="111571">16557 10709 5734,'23'2'0,"-2"1"0,25-3 0,-21 0 0,0-1 0,0 0 0,-5 0 0,17 0 0,-22-1 0,11 2 0</inkml:trace>
  <inkml:trace contextRef="#ctx0" brushRef="#br0" timeOffset="111811">16548 10847 5734,'6'-1'0,"4"-1"0,10-1 0,-1 1-599,8 0 599,-6 2 0,21 4 0,-15-1 0,4 4 0,-1 0 0,-9 0 0,12 7 0</inkml:trace>
  <inkml:trace contextRef="#ctx0" brushRef="#br0" timeOffset="112961">15020 10291 5734,'1'-3'0,"1"27"0,-1-5-1567,1 24 1567,-3-12 0,-1 4 0,0-6 0,0 2 0,0-7 0,1 1 0,-1 10 0,-1 4 0,1-3 0,1-6 0,-1-1-827,0 16 1,-1-2 826,1 1 0,0-4 0,1-8 0,0-1 0,0 6 7,1-9 1,0-3-8,0-3 0,0-5 0,0-3 610,0-2-610,-1-3 1693,0-2-1693,-1-1 225,-1-3 1,1-3-1,0-2 1</inkml:trace>
  <inkml:trace contextRef="#ctx0" brushRef="#br0" timeOffset="113250">14891 10741 5734,'25'1'0,"0"0"0,11-2 0,-2 0 0,-2 0 0,-7-1 0,0 0 0,12-3 0,-12 1 0,17-4 0,-25 5 0,11-4 0,-20 6 0,3-2 0,-8 3 0,-1 0 0,-5-3 0,-2-1 0</inkml:trace>
  <inkml:trace contextRef="#ctx0" brushRef="#br0" timeOffset="113543">15306 10287 5734,'-7'26'0,"-2"18"0,2-11-1639,1 11 1,0 2 1047,3-19 1,1-1 590,-2 15 0,1 2-325,1-7 0,1-3 325,0-8 0,0 1 407,0 6 1,0 2-408,1-4 0,0-1 0,0 14 0,1-6 0,-1 1 0,-1 7 0,2 0 0,-3-21 0,3-18 0</inkml:trace>
  <inkml:trace contextRef="#ctx0" brushRef="#br0" timeOffset="114176">15500 10534 5734,'-5'9'0,"0"1"0,0-1 0,0 2 0,0 1 0,-1 3 0,0 1 0,-3 13 0,3-4 0,1 3 0,0 1 0,1 1-790,0 18 790,4-25 0,1 0-170,1-2 170,1-2 0,2 2 0,1-6 0,2 1 0,3-4 0,-2-3 0,4 0 0,6-6 194,-6-4 0,6-2 0,-8-3 0</inkml:trace>
  <inkml:trace contextRef="#ctx0" brushRef="#br0" timeOffset="114569">15554 10655 5734,'6'-4'0,"2"1"0,-1 0 0,2 1 0,1 0 0,0 1 0,0 0 0,2 1 0,-5 1 0,3 1 0,-3 7 0,-3-2 0,2 7 0,-5-2 0,-1 1 0,-1 2 0,0 1 0,-1 1 0,0 2 0,-1-1 0,-2 9 0,1-7 0,-1 5 0,1 1 0,3-11 0,14 18 0,2-25 0,8 6 0,-5-15 0,-5 0 0,4-5 0,-4 0 0,2-3 0,-5 0 0,0 0 0</inkml:trace>
  <inkml:trace contextRef="#ctx0" brushRef="#br0" timeOffset="114766">15615 10818 5734,'17'-5'0,"11"-3"0,-6 3 0,3 0 0,0 0 0,1 0 0,21-4 0,-28 4 0,5-2 0</inkml:trace>
  <inkml:trace contextRef="#ctx0" brushRef="#br0" timeOffset="115018">15942 10441 5734,'23'35'0,"-10"-10"0,-1 1 0,1 12-1435,-5-12 0,-1 1 1435,1 14 0,-4-11 0,-2 0 0,1 15 0,-3-1 0,-3 1 304,0-18 0,-1 1-304,-4 15 0,-1-2 0,-2 1-48,-2-4 48,6-23 0,0-3 0,-5 0 0,2-8 0,-3 0 0</inkml:trace>
  <inkml:trace contextRef="#ctx0" brushRef="#br0" timeOffset="120017">22838 10085 5734,'-6'-13'0,"0"0"0,-4 2 0,1 5 0,-12 0 0,6 8 0,-11 7 0,-1 5 0,-3 3 0,1 7 0,-5 9 0,6-3-699,9-7 1,2 2 698,-6 13 0,-4 6 0,6-3-1210,8-8 0,2 0 1210,1-5 0,0 2 0,3 4 0,2 5 0,4 7 0,0 2 0,2-2 0,-1-6-639,0-5 0,0-4 0,2 4 639,-1 5 0,0 6 0,2 1 0,0-3 0,2-10 0,2-7 0,4-3 0,4 4 0,3 2 0,-1-3 0,-3-5 0,1-1 0,11 13 0,0-5 0,-4-19 0,1-3 0</inkml:trace>
  <inkml:trace contextRef="#ctx0" brushRef="#br0" timeOffset="121050">22996 10237 5734,'-18'-2'0,"-11"1"0,6 1 0,-24 6 0,24-1 0,-10 2 0,14 13 0,11-10 0,0 13 0,25-2 0,4-2 0,4 5-560,-2-6 560,-8-4 0,5 6 0,-6-5-148,3 5 148,-8-7 0,-1 0 0,-2-1 0,0-2 0,-3 1 0,-2 2 552,-2-3-552,-3 2 156,-5-2-156,1-2 0,-2 0 0,3-4 0,-1-4 0,1 0 0,-1-5 0,2-1 0,3-3 0,-1-2 0,11-14 0,3-3 0,0 2 0,6-10 0,2 2 0,-4 15 0,7-10 0,-8 14 0,-4 5 0,1 0 0,-1 5 0,-2 3 0,7 10 0,-6 1 0,4 7 0,-4-2 0,-1 1 0,4 7 0,-3-5 0,3 4 0,-4-8 0,3 3 0,-3-5 0,1 1 0,-3-7 0,0-1 0,0-3 0,0-2 0,0-3 0,12-32 0,-9 19 0,7-25-240,-11 27 240,0 2 0,0 2 0,0 1 0,-1 5 0,1 1 0,0 9 0,0 2 240,1 5-240,5 16 0,0 4 0,1 0-755,0 4 0,0-1 755,0-4 0,4 14-1107,-5-10 1107,2 8-752,-4-6 752,-5-12 0,0 5 0,-8-9 1189,-15-1-1189,0-9 0,-8-4 0,5-19 0,10 1 0,-3-6 0,7 1 0,1-2 0,3-2 0,1 0 0,2-2 897,5 0-897,1 0 0,5-1 0,2 1 0,2 0 0</inkml:trace>
  <inkml:trace contextRef="#ctx0" brushRef="#br0" timeOffset="121306">23478 10306 5734,'0'-19'0,"0"7"0,-5 1 0,-1 9 0,0 1 0,-2 3 0,2 1 0,-1 10 0,6-3 0,2 7 0,8 2 0,0-4 0,5 6 0,0 1 0,0-1 0,9 16 0,-18-22 0,-1 0 0,-3 1 0,-6 6 0,-2-5 0,-5 6 0,-5-4 0,2-4 0,-2 1 0,5-7 0,-4-3 0,4-4 0,-4-9 0,9-3 0,1-8 0</inkml:trace>
  <inkml:trace contextRef="#ctx0" brushRef="#br0" timeOffset="121535">23645 9964 5734,'2'1'0,"0"4"0,0 10 0,2 16 0,-1-3 0,1 13 0,1-9 0,1 4 0,-1-3 0,-1-7 0,0 0-600,1 8 0,2 3 0,-2-5 600,2 1 0,0 9-730,-1-13 730,0 5-130,-3-16 130,-1-4 0,0-3 0,-1-2 1617,0-3-1617,-3-2 871,-2-2-871,-3-3 43,-3-4 0,-1-2 0,-1-2 0</inkml:trace>
  <inkml:trace contextRef="#ctx0" brushRef="#br0" timeOffset="121680">23616 10330 5734,'14'-6'0,"13"-2"0,-4 1 0,10-2 0,5 0-1855,-8 3 1855,8-2 0,-5 4 0,-8 2 0,4 1 0</inkml:trace>
  <inkml:trace contextRef="#ctx0" brushRef="#br0" timeOffset="122486">23863 10455 5734,'9'-16'0,"1"1"0,-3-1 0,0 2 0,0-4 0,-3-18 0,-3 20 0,-1-16 0,-2 26 0,-1 1 0,-1 1 0,0 1 0,-4 4 0,2 1 0,-4 4 0,0 6 0,3-1 0,-2 14 0,5 7 0,2-4-429,5 5 429,1-17 0,2 1-123,5 3 123,-3-6 0,5 1 0,3-6 0,-4-5 0,6-1 0,-1-7 423,-4-1-423,4-4 0,-2-7 0,-3 2 129,2-7-129,-3-2 0,-3 4 0,0-6 0,-3-5 0,-3 12 0,1-8 0,-4 12 0,0 4 0,0 0 0,1 6 0,-2 1 0,1 3 0,-3 10 0,2-1 0,-1 8 0,2-4 0,0 1 0,2 1 0,0 0 0,1 0 0,-1 0 0,2-1 0,-1 0 0,1-2 0,-1-1 0,1-2 0,2 4 0,-2-7 0,3 1 0,-2-7 0,7-9 0,-3 1 0,9-14 0,-8 7-214,3-7 214,-3 4 0,-1-1 0,0 0 0,-1 0 0,-1 2 0,-1 1 0,0 2 0,-1 3 0,-1 2 0,-1 2 0,0 1 0,-2 2 214,1 2-214,-1 2 0,1 6 0,0 1 0,1 7 0,0 0 0,1 2 0,5 12 0,2 2 0,-3-9 0,4 8 0,-1-6 0,-6-19 0,3-3 0,-3-3 0,2-2 0,0-2 0,2-6 0,-2 1 0,3-9 0,-5 10 0,4-8 0,-6 14 0,2-1 0,-1 6 0,2 5 0,1 0 0,2 5 0,-1-2 0,0 2 0,0 1 0,4 6 0,-3-4 0,2 4 0,-4-6 0,1-1 0,0-3 0,1-1 0,1-4 0,1 0 0</inkml:trace>
  <inkml:trace contextRef="#ctx0" brushRef="#br0" timeOffset="122717">24590 10265 5734,'-7'-5'0,"1"1"0,0 1 0,0 1 0,0 2 0,-4 5 0,4 2 0,-2 5 0,5 6 0,3-2 0,15 30 0,-6-24 0,12 17 0,-9-20 0,-3-6 0,-1 2 0,-8-4 0,-4-2 0,-7 2 0,-18 2 0,3-4-205,-12 4 1,9-5 0,2 0 0</inkml:trace>
  <inkml:trace contextRef="#ctx0" brushRef="#br0" timeOffset="123442">23064 10739 5734,'-1'12'0,"0"3"0,-1 15 0,1 4 0,-1 6-1604,1-1 0,0 0 1604,1 0 0,0 2-346,1-2 346,0-1 41,1-2-41,2-3 0,-1-4-478,1 7 478,-1-12 1121,0 9-1121,-2-21 1038,0 1-1038,-5-13 889,0-2-889,-5-4 0,-5-9 0,3 0 0,-5-8 0</inkml:trace>
  <inkml:trace contextRef="#ctx0" brushRef="#br0" timeOffset="123809">22920 10991 5734,'13'0'0,"1"0"0,23 0 0,-12 0 0,17 0 0,-8 3-1344,-9 0 1344,9 2 0,-5 2 0,-8-2 307,17 11-307,-22-7 0,16 15 0,-23-12 0,5 7 249,-10-5-249,-2-3 0,0 4 0,-3-3 689,0-4-689,-1 3 99,0-7-99,-7-14 0,4 1 0,-6-13 0,7 7 0,0-9 0,2 5 0,1-6 0,4 0 0,2 7 0,7-11 0,-1 13 0,10 1 0,2 1 0,2 2-365,-2 3 1,0 1 364,-1 6-65,0 1 1,0 1 0,-1 1 0</inkml:trace>
  <inkml:trace contextRef="#ctx0" brushRef="#br0" timeOffset="124571">23615 10956 5734,'-11'4'0,"-10"9"0,8-4 0,-11 13 0,14-8 0,-2 6 0,7-4 0,1 0 0,1 1 0,3 8 0,0-7 0,3 5 0,4-5 0,-1-6 0,3 1 0,0-7 0,-2-2 0,3-4 0,-4-3 0,5-9 0,-2 2 0,2-7 0,-4 4 0,0-2 0,0-1 0,-2-1 0,1 0 0,-1-8 0,-3 6 0,1-5 0,-2 9 0,0 1 0,-2 3 0,0 2 0,0 1 0,-1 1 0,1 3 0,0 1 0,-1 5 0,0 2 0,-1 4 0,1 1 0,2 15 0,1 3 0,3 18 0,-1-12 0,1 0 0,4 1 0,0-17 0,-3-13 0,0-2 0,1-2 0,1-2 0,-1-2 0,2-2 0,0-2 0,-2-1 0,2-3 0,4-23 0,-5 14-448,3-19 448,-7 22 0,-2-11 0,0 12 0,-1-8 0,0 17 0,-1 1 0,1 2 0,-1 1 0,1 2 448,0 2-448,-1 12 0,1-2 0,0 11 0,1-4 0,1 0 0,0 1 0,1 0 0,0-1 0,1-1 0,1-1 0,1 2 0,-1-7 0,2 2 0,-3-8 0,1-1 0,1-2 0,0-2 0,0-3 0,3-6 0,3-28 0,-3 18 0,1-17 0,-8 29 0,0 0 0,-1 3 0,0 0 0,-1 5 0,2 4 0,-1 1 0,1 4 0,2 15 0,-1-9 0,2 10 0,-2-15 0,1 0 0,3 1 0,-1-4 0,3 0 0,4-6 0,-2-1 0,4-2 0,-3-2 0,-1-3 0,1 1 0</inkml:trace>
  <inkml:trace contextRef="#ctx0" brushRef="#br0" timeOffset="124778">24051 10984 5734,'-10'-4'0,"-1"1"0,-1 4 0,3 1 0,-11 10 0,12-3 0,-5 7 0,14 20 0,2-17-337,6 20 337,-1-25-42,3 4 42,-3-5 0,2 2 0,-4-4 0,-3-5 0,1 0 336,-3-2-336,-2-3 10,-6-5 1,3-1 0,-5-4 0</inkml:trace>
  <inkml:trace contextRef="#ctx0" brushRef="#br0" timeOffset="125072">24305 10687 5734,'-44'13'0,"22"-3"0,-2 2 0,2 2 0,7 9 0,-1 20-1525,7-5 1525,4-11 0,2 1 0,3 6 0,2 0 0,0-7 0,1 1 0,1 6 0,2 6 0,1-7 0,1 6 0,1-1 0,-1-5-1385,0 3 1,-1-1 1384,4 10 0,1 5 0,-2-9 0,-3-3 261,1-3-261,-4-6-189,1-5 189,-3-5 505,-3-2-505,-2-8 2524,-4-2-2524,-9-14 0,1-2 0,-5-9 0,-6-12 0,6 4 0,-7-13 0</inkml:trace>
  <inkml:trace contextRef="#ctx0" brushRef="#br0" timeOffset="125738">24310 11229 5734,'12'-5'0,"-2"0"0,4-4 0,5-5 0,-4 2-367,6-5 367,-7 4 0,0-2 0,-2 1 0,6-20 0,-9 15 91,2-13-91,-13 17 0,-1 4 0,-3-1 0,-5 5 0,1 5 0,-15 6 276,7 8-276,-4 2 0,8 3 0,8-3 0,-1 9 0,4-5 0,1 7 0,3-8 0,6 6 0,0-7 0,5 3 0,-3-9 0,19 0 0,-11-7 0,14-2 0,-16-6 0,-2-3 0,5-5 0,-6 0 0,5-9 0,-9 8 0,0-5 0,-3 3 0,-2 4 0,-1-1 0,0 7 0,-1 0 0,0 4 0,0 6 0,-2 3 0,0 6 0,1-1 0,1 8 0,0-4 0,1 5 0,-1-8 0,1 3 0,-1-6 0,0 2 0,-1-5 0,-8-17 0,4 3 0,-5-15 0,8 0 0,1 5 0,0-6 0,3 1 0,0 7 0,4-4 0,9-1 0,6 4 0,0 0 0,-1 8 0,-11 8 0,-1 2 0,-2-1 0,0 2 0</inkml:trace>
  <inkml:trace contextRef="#ctx0" brushRef="#br0" timeOffset="125992">23960 10993 5734,'19'-1'0,"24"-1"0,-17 1 0,19-1 0,-6 3 0,-11-1 0,9 1 0</inkml:trace>
  <inkml:trace contextRef="#ctx0" brushRef="#br0" timeOffset="126644">23004 11580 5734,'-12'5'0,"4"1"0,-2 7 0,3 13 0,2-3 0,-1 13 0,4-4 0,1 1 0,0 13-1250,1 2 1,0 0 1249,1-22 0,0-1 0,1 9 0,0 0-777,1 2 0,1-3 777,-1-7 0,0 0-169,1 7 1,0 1 168,1-5 0,-1-1 0,2 13 0,-3-17 0,1 0 0,-1 11 0,0-13 0,-1 2 0,-22-17 0,9-5 0,-12-9 0,0-5 0,3-4 0,-14-14 0</inkml:trace>
  <inkml:trace contextRef="#ctx0" brushRef="#br0" timeOffset="127383">22977 11974 5734,'34'-15'0,"-8"3"0,3 1 0,-9 5 0,-6 2 0,-1 1 0,-3 6 0,-4 0 0,3 15 0,-5 7 0,1 1 0,-3 2 0,0-11 0,1 4 0,-1-5 0,1 3 0,2-1 0,-2-8 0,17-2 0,-9-11 0,10-6 0,-10-1 0,-2-3 0,2-1 0,-2-1 0,2-3-293,-2-2 293,0 0 0,-1-2 0,0 2 0,0-8 0,-2 10 0,0-3 0,-4 9 0,0 6 0,-2 2 0,2 15 0,0-1 293,0 10-293,3 3 0,-1-5 0,3 13 0,0-13 0,4 9 0,-3-13 0,4 4 0,-4-11 0,1 1 0,0-7 0,-1-1 0,1-4 0,-1-2 0,1-3 0,-1-1 0,0-2 0,-1-2 0,-2-1 0,0-1 0,-1-29 0,-2 23 0,0-18 0,-2 31 0,0 2 0,-1 18 0,0-4 0,1 24 0,0-14 0,5 23 0,-2-20 0,3 18 0,-4-25 0,2 3 0,-2-11 0,0-3 0,0-2 0,2-7 0,0-1 0,0-5 0,2-5 0,-1 1 0,7-11 0,0-2 0,-1 6 0,1-2 0,0 2 0,-4 11 0,-3 6 0,2 0 0,-5 12 0,0 2 0,1 6 0,2 10 0,1 2 0,-1 0-369,2 2 0,-1-1 369,-1-7-164,1 5 164,-1-8 0,1 2 0,-1-11 0,1-2 0</inkml:trace>
  <inkml:trace contextRef="#ctx0" brushRef="#br0" timeOffset="127625">23819 11854 5734,'-18'7'0,"1"0"0,4 1 0,2 0 0,1 2 0,-1 6 0,5-3 0,2 5 0,8 4 0,3-6 0,3 7 0,20 8 0,-12-16 0,21 12 0,-22-23 0,12-4 0,-11-7 0,5-4 0</inkml:trace>
  <inkml:trace contextRef="#ctx0" brushRef="#br0" timeOffset="128141">23989 11549 5734,'-2'26'0,"-1"-1"0,2 5 0,0 3 0,0 0-619,2 2 619,0-9 0,0 0-1388,1 16 1388,0-16 0,0 1 0,-1 0 0,1-2 0,2 13 0,0 9 0,1-16 0,0-2 0,0-4 0,4 18 462,-8-42-462,-1-3 0,-1-3 0,-1-3 275,-5-11-275,1 3 0,-3-7 0,-3-5 0,3 7 1270,-3-7-1270,3 6 0,2 6 0,-1-1 0,2 6 0,2 4 0,0 1 0,1 4 0,2 1 0,6 4 0,1-1 0,4 2 0,-2-3 0,1-1 0,2 0 0,0-1 0,21-6 0,-9 1 0,9-2 0,-10 1 0,-13 5 0,5-2 0,-9 3 0,-1 0 0,-2 1 0,1 1 0,3 9 0,-2-2 0,2 10 0,-3-6 0,-1 2 0,0 0 0,0 2 0,0-1 0,-1 0 0,0-1 0,0-1 0,0-1 0,0-2 0,-1-1 0,-3-1 0,0-5 0,-3-3 0,1-5 0</inkml:trace>
  <inkml:trace contextRef="#ctx0" brushRef="#br0" timeOffset="128574">24295 11881 5734,'-4'11'0,"0"6"0,1-4 0,10 23 0,-1-23 0,9 12 0,2-27 0,-4 0 0,5-6 0,-9-3 0,-4 1 0,-2-4 0,-9-2 0,-16-5 0,3 4 0,-5 5 0,0 2 0,5 3 0,-13-2 0,22 6 0,4 2 0,0-1 0</inkml:trace>
  <inkml:trace contextRef="#ctx0" brushRef="#br0" timeOffset="128875">24474 11829 5734,'5'22'0,"1"9"0,0-5-563,0 4 563,-2-15 0,0-2 184,0-1-184,0-2 94,-2-2-94,3 0 0,-2-4 0,2-1 285,0-5-285,7-6 0,16-28 0,-10 15-318,-3 0 0,-2 0 318,-4 7 0,-2 1 0,0 2 0,-2 2 0,1 3 0,-2 1 0,1 4 0,0 3 636,0 3-636,0 5 0,0 4 0,3 13 0,-3-5 0,2 8 0,1-1 0,-2-9 0,2 4 0,-3-12 0,0-2 0,-3-7 0,0-2 0</inkml:trace>
  <inkml:trace contextRef="#ctx0" brushRef="#br0" timeOffset="129092">24135 11733 5734,'-8'-2'0,"2"-2"0,8 1 0,4-1 0,13-5 0,-2 3 0,7-3 0,1 0 0,2-2 0,16-7 0</inkml:trace>
  <inkml:trace contextRef="#ctx0" brushRef="#br0" timeOffset="129589">24815 10157 5734,'31'36'0,"-5"-5"0,-7-8 0,2 3-1639,5 10 1,-1 2 679,-6-8 0,2 3 959,1 6 0,2 5 0,-2 0 0,-4-5 0,-1 0 0,-1 0-180,1 1 0,0 0 1,-2-1 179,-1-1 0,-1-1 0,-2 1 0,-2-1 0,-2-1 0,-1 0 0,0 5 0,-1 0 0,-1-6 0,-2 1 0,-1 0 0,-4-1 0,-2 0 0,-1-2 0,-2 7 0,-2-1 0,2-6 0,-2 1 0,-1 0 0,-3-3 0,-3-1 0,2-1 0,-4 4 0,-1-1 0,-6 8 0,-1-2 0,9-16 0,-1-2 0,-15 13 0,2-4 0</inkml:trace>
  <inkml:trace contextRef="#ctx0" brushRef="#br0" timeOffset="129739">25315 11820 5734,'-7'11'0,"-6"0"0,3-5 0,-10-1 0,6-7 0,-4-2 0</inkml:trace>
  <inkml:trace contextRef="#ctx0" brushRef="#br0" timeOffset="144515">18968 14586 5734,'2'-3'0,"5"10"0,-4 0 0,4 8 0,2 2 0,-2-2 0,3 5 0,7 9 0,4 2 0,3 7-687,-4-10 687,-6-10-2,-2-4 2,-4-4 0,2 0 0,-5-3 0,0-1 0,-1 0 687,0-1-687,-2-2 2,-3 0-2,-1-2 0,-2-3 0,3 0 0</inkml:trace>
  <inkml:trace contextRef="#ctx0" brushRef="#br0" timeOffset="144813">19358 14363 5734,'-15'40'0,"6"-13"0,0-1 0,-2 8-526,3-11 1,1 0 525,-4 11 0,4-8 0,-1-1 0,-4 17 0,2-8 0,1 1 0,-2 6-659,4-15 0,1-1 659,-3 8 0,5-6 0,-1 1 0,0 5 0,2-9 0,1 0 535,2-4-535,0 7 0,0-12 0,0 5 0,1-15 0,2-3 0</inkml:trace>
  <inkml:trace contextRef="#ctx0" brushRef="#br0" timeOffset="145296">19437 14652 5734,'-10'32'0,"1"-5"0,0 18 0,0 2 0,1-4-1574,1 1 1,2-3 1573,3-11 0,0 0 68,4 8-68,0-11 0,3 6 329,4-8-329,-2-9 0,3 3 0,4-10 0,-3-7 0,5-2 0</inkml:trace>
  <inkml:trace contextRef="#ctx0" brushRef="#br0" timeOffset="145646">19569 14730 5734,'18'-3'0,"13"0"0,-14 3 0,11 0 0,-9 5 0,-6 0 0,2 4 0,-8 8 0,-2-3 0,-3 9 0,-8 6 0,1-4 0,-5 8 0,-2 1 0,4-9 0,-2 6 0,5-3 0,2-10 0,0 5 0,5-8 0,-1-4 0,2-1 0,4-7 0,-1-2 0,5-4 0,6-12 0,-6 3 0,6-9 0,-8 6 0</inkml:trace>
  <inkml:trace contextRef="#ctx0" brushRef="#br0" timeOffset="145853">19516 14873 5734,'15'-2'0,"12"-2"0,-2 0 0,10-3 0,6-2-2173,-9 3 2173,9-3 0,-14 3 0,-2 0 0,0 0 0</inkml:trace>
  <inkml:trace contextRef="#ctx0" brushRef="#br0" timeOffset="146122">19917 14591 5734,'17'13'0,"-3"-2"0,6 8 0,2 8 0,-6-5 0,5 11 0,-5 6 0,-6-8 0,-3-5 0,-2 3 0,-5 1 0,0 0-1209,0-5 1,-1-1 1208,-2 4 0,-1-2 0,-2-1 735,0-3-735,-3 3 0,3-8 0,-3 1 392,2-9-392,-1-4 0,2-5 0,0-1 0</inkml:trace>
  <inkml:trace contextRef="#ctx0" brushRef="#br0" timeOffset="146346">20254 14875 5734,'26'2'0,"-11"-1"0,14-1 0,-15 0 0,0-2 0,-1 1 0,-1 0 0,-2 1 0,0 0 0,-4 0 0,-3-1 0,-3 1 0</inkml:trace>
  <inkml:trace contextRef="#ctx0" brushRef="#br0" timeOffset="146520">20182 14982 5734,'11'8'0,"8"-1"0,-4-4 0,9 0 0,21-9 0,-19 0 0,20-6 0</inkml:trace>
  <inkml:trace contextRef="#ctx0" brushRef="#br0" timeOffset="147750">20715 14491 5734,'-1'7'0,"1"11"0,1-1 0,1 12 0,5 9 0,-1-5-626,3 11 626,-3-21 0,0 1 204,4 12-204,-2-5 0,1 5 0,-2-4 0,4 10-744,-1 3 1,0-3 743,-5-19 0,0 4 0,-2-14 0,-1-1 267,0-3-267,-2-3 0,-1-3 0,-3-3 0,-1-4 0,-2-2 0</inkml:trace>
  <inkml:trace contextRef="#ctx0" brushRef="#br0" timeOffset="147934">20702 14767 5734,'12'0'0,"1"1"0,10-1 0,-3 0 0,27-4 0,-21 1-1207,16-3 1207,-21 2-128,6-2 128,-6 1 0,3-3 0,-9 2 0</inkml:trace>
  <inkml:trace contextRef="#ctx0" brushRef="#br0" timeOffset="148128">20999 14540 5734,'-1'17'0,"-1"2"0,2 3-967,0 3 967,0 2 0,3 1 0,-1 1 0,2 7 0,-1-7 0,1 0 0,2 13 0,-2-11 0,2 8 0,-3-15 0,1-1 0,-1-4 312,0-2-312,0-3 39,-1-3 1,1-2 0,0-3 0</inkml:trace>
  <inkml:trace contextRef="#ctx0" brushRef="#br0" timeOffset="148403">21310 14555 5734,'-9'20'0,"1"2"0,-4 14 0,4-7 0,-2 11 0,2 1-2083,3-10 2083,0 10 0,4-4 0,2-9 0,1-2 0,2-1 0,1-1 24,6 19-24,-6-28 0,2 3 0,-2-13 0</inkml:trace>
  <inkml:trace contextRef="#ctx0" brushRef="#br0" timeOffset="148725">21453 14592 5734,'-1'8'0,"-1"5"0,1-1 0,-1 6 0,-1 8 0,1-5 0,-2 8 0,-2 4 0,-1-7 0,-2 8 0,3-11 0,-3 13 0,6-14 0,-2 9 0,7-17 0,1-3 0,7 1 0,0-5 0,4 0 0,7-7 0,-3-3 0,5-3 0,14-16 0,-17 8-410,13-11 410,-22 13 0,-3-2 0,1 1 0</inkml:trace>
  <inkml:trace contextRef="#ctx0" brushRef="#br0" timeOffset="149015">21340 14775 5734,'8'-1'0,"-1"0"0,-3 0 0,1 0 0,0 0 0,0 0 0,0 0 0,-3 0 0,1 1 0,-2 0 0,0 1 0,1-2 0,-1-1 0</inkml:trace>
  <inkml:trace contextRef="#ctx0" brushRef="#br0" timeOffset="149684">21338 14696 5734,'14'0'0,"25"-6"0,-21 2 0,17-3 0,-28 5 0,-3 0 0,-1 1 0,-2 1 0,-1 0 0</inkml:trace>
  <inkml:trace contextRef="#ctx0" brushRef="#br0" timeOffset="150195">21620 14565 5734,'26'28'0,"5"8"0,-8-2-2246,-1 0 2246,-3 3 0,-8-9-225,-2 0 225,-2 2 0,-3 14 0,-3-9 0,-3 10 0,-7-1 0,2-12 0,-5 8 0,-1-7 0,3-10 0,-2 2 138,0-12 1,4-8 0,-1-1 0</inkml:trace>
  <inkml:trace contextRef="#ctx0" brushRef="#br0" timeOffset="150952">22168 14471 5734,'-4'5'0,"-1"-1"0,0 3 0,0-2 0,0 2 0,1-2 0,0-1 0,1 1 0,0 0 0,1-3 0,0 1 0,1-4 0,0-1 0,1 0 0,-1-1 0,0 2 0,0-1 0,-1 1 0,0 0 0,0-1 0,0 1 0,1 0 0,0 0 0,1 0 0,-1-1 0,0 1 0,0 0 0,0 0 0,-4-4 0,3 3 0,-4-4 0,4 5 0,-3-1 0,3 2 0,-1 0 0,1 0 0,2 2 0,-1 2 0,3 1 0,1 2 0,6 10 0,-1-2 0,5 8 0,7 8 0,-3-5-1126,9 11 1126,-6-9 0,2 1 0,1 1 0,-7-8 0,2 0 0,8 11 0,-8-11 0,0-1 0,0-1 0,0-1 0,8 9 0,8 5 0,-14-14-362,0-3 362,-3-2 0,-3-3 0,-3-3 0,-5-3 0,-5-5 0,-8-6 0,-3-4 0</inkml:trace>
  <inkml:trace contextRef="#ctx0" brushRef="#br0" timeOffset="151144">22131 14907 5734,'1'-20'0,"6"-9"0,2 9 0,4-7 0,13-5 0,-5 7 0,8-4 0,1 0-3238,3-2 3238,-7 7 0,1-1 0,-7 6 0,-1 1 0,12-11 0,-13 10 0,1 1 0</inkml:trace>
  <inkml:trace contextRef="#ctx0" brushRef="#br0" timeOffset="151461">22757 14352 5734,'-11'26'0,"-2"11"0,5-10-472,-2 12 472,2 8-1670,4-10 1670,1-11 0,2 0 0,1 1 0,2-1 0,1 15 0,0-16 0,1 1-482,7 21 482,-2-15 0,5 9 0,3-9-457,-2-11 457,5 1 171,1-16-171,-4-6 0,5-8 0,-6-3 0</inkml:trace>
  <inkml:trace contextRef="#ctx0" brushRef="#br0" timeOffset="151758">22903 14611 5734,'13'-2'0,"7"-1"0,-5 2 0,5 1 0,-1 4 0,-5 2 0,4 2 0,-8 7 0,-4-2 0,-2 7 0,-8 5 0,-1-5 0,-4 8 0,1 2 0,0-1 0,2 1-398,0 0 1,2-2 397,6-11-107,6 4 107,-1-6 0,5 0 0,6-8 0,-2-5 0,6-3 0,-1-9 0,-1-13 0,-3 2 0,-4-7 0</inkml:trace>
  <inkml:trace contextRef="#ctx0" brushRef="#br0" timeOffset="151919">22896 14753 5734,'24'-14'0,"1"-1"0,-3 3-1231,1-1 1231,2 0 0,8-7 0,-10 6 0,6-5 0</inkml:trace>
  <inkml:trace contextRef="#ctx0" brushRef="#br0" timeOffset="152131">23177 14424 5734,'8'-2'0,"2"1"0,3 3 0,2 3 0,0 5 0,8 16 0,-6-2-326,4 13 326,-13-13 0,-1 1-1263,3 15 1263,-5-15 0,-1 3 0,-3 10 0,-3-1 0,-1 11 0,-3-4 0,-2 0 0,-4-5 0,3-15 0,-2-1 0,-17 12-202,5-13 0,-7 1 1,8-13-1</inkml:trace>
  <inkml:trace contextRef="#ctx0" brushRef="#br0" timeOffset="156943">22018 9898 5734,'-13'-4'0,"3"1"0,-2-2 0,-3-1 0,-5-2 0,3 1 0,-6-1 0,15 4 0,-14-3 0,11 4 0,-13-2 0,-2-1 0,3 1 0,-13-2 0,-2 0 0,6 1-175,7 1 1,-2 1 174,-19-4 0,10 3 0,-10-3 0,-1 1 0,1-1-883,6 1 0,0 0 883,5 0 0,0 0 0,2 0 0,-1 0 0,-10-3 0,10 3 0,-1 1 0,5 1 0,1 1 0,-18-1 0,4 1 0,0 1 0,16 2 0,0 0 0,-7 0 0,-3 0 0,4 2 0,-1 0 0,2 0 0,1 0 0,-1 0 0,-8 1 0,-3 1 0,4 0 0,11-1 0,0 0 0,-8 1 0,-4 1 0,4-1 0,7-1 0,2 1 0,-14 0 0,-2 0 0,-3 0 0,3-1 0,19-1 0,-1 0 0,-18 0 0,3 1-730,8-1 730,2-1-193,2 0 193,1 0 0,1-1 0,2-2 0,1 2-175,1-1 175,2 0 0,1 1 0,1-1 1527,-6-1-1527,5 1 0,-5-2 0,7 2 0,-9-3 0,-3-1 0,0 1 296,-1-1 1,0 0-297,-8-1 0,7 1 0,3 2 0,-2 0 0,-5 1 0,0 0 0,5 0 0,0 1-514,-8 0 1,2 0 513,-7 0 0,-2 1 0,-1 0 0,-1 0 0,24 0 0,-2 0 0,-20-1 0,-2 0 0,17 0 0,-1 1 0,-16-1 0,1 0 0,19 0 0,2 2 0,-1-1 0,-2 1 0,-6 0 0,-5 1 0,3 0 0,0-1 0,1 1-655,-2 1 0,-3-1 0,4 1 655,5-1 0,2 1 0,1-1 0,-2 1-371,-3 0 0,-6 0 1,0 1-1,4-1 371,0 0 0,-1 0 0,-4 0 0,-6 1 0,1-1 0,9 1 0,-10 0 0,12-1 0,0 0-166,-14 1 166,13 0 0,-11-1 0,15-1 0,-1 0 0,0 1 0,-1 0 0,0 1 0,-1 0 0,0 0 0,1 1 0,-1-1 0,-11 2 288,10-1 0,1-1-288,-3 1 0,10-1 0,-1 0 0,-13 1-144,8-2 0,-9 1 0,0 0 0,6 0 144,5-1 0,1 0 0,-15 1 0,-5 0 0,9-1 60,4 0-60,0 0 0,-1-1 0,12 0 0,-1-1 0,-12 1 0,13-2 0,0 1 0,-9-1 0,1-1 0,-1 0 0,2 0 0,-6 0 0,-1 0 0,-5 1-30,4 0 0,2 0 30,5 2 0,-1 2 0,-1 0 0,-1 3 0,-1 0 0,-2 1 0,-1 2 0,-2 1 1138,0 1-1138,-1 2 0,0 0 0,12-3 0,-1 0 0,8-3 0,1 1 0,-9 2 0,0 0 0,-10 3 0,14-4 0,-5 1 0,4-1 0,4-1 0,1-1 0,-19 6 0,1 0 0,19-5 0,2-1 0,-14 4 722,-9 3-722,16-4 0,1-1 0,-8 3 0,-4 1 0,-1 1 1322,6-3-1322,-2 1 0,-3-1 474,8-5 0,1-1-474,-7 2 0,0-2 0,10-1 0,2-1 1295,-10-1-1295,23-1 29,-5 2-29,4 0 0,-9 4 0,10-2 0,-3 3 0,4 12 0,1 3 0,-1 4-625,1 0 1,1 2 624,5 4 0,2-6 0,0 1 0,-2 19 0,2-15 0,1 2 0,1 4 0,0 1 0,0-8 0,1-1-955,0 12 1,1 0 954,1-12 0,0-1 0,2 1 0,0-1-211,0 0 0,3 0 211,3 11 0,3 0 0,-4-11 0,2 1-647,4 8 0,0 0 647,-3-12 0,1-2 0,0 1 0,0 0-99,1-2 1,1 0 98,-1-1 0,1 0 0,0-2 0,1 1 0,6 6 0,1 0 0,-6-7 0,1 0 0,6 5 0,0-1 0,10 8 0,2-2 0,0-1 0,3-2 0,1-2-77,-5-13 0,12 0 1,5 1-1,-1-2 1,-9-1 76,-9-1 0,-4-2 0,4 1 0,10 2 0,9 1 0,1 0 0,-4-1 0,-11-3 0,-8-3 0,-5-1 0,2 1 0,0 0 0,-1 0 0,1 0 0,-2 1 0,2 0 0,10 2 0,1 1 0,-9-2 0,0 0 0,8 1 0,3 1 0,-7-1 0,2 0 0,1-1 0,6 1 0,0 0 0,1 0 0,-1 1 0,0-1 0,-1-1 0,1 1 0,0-1 0,-4-1 0,-3 0 0,-3-1 0,2 1 0,1-1 0,-1 1 0,1 0 0,-2 0 0,3 0 0,-4 1 0,3 0 0,-2 0 0,6 1 0,-1 0 0,-6-1 0,2 0 0,0 1 0,1 0 0,0 0 0,-2 0 0,6 1 0,1 0 0,-7-1 0,2 0 0,1 1 0,-1-1 0,1 0 0,-1-1 0,6 2 0,0 0 0,-5-2 0,1 0 0,0 0 0,2 0 0,0-1 0,-1 1 0,8-1 0,-1 1 0,-6-1 0,2 0 0,0 0 0,2 0 0,-1 0 0,-1 0 0,7 0 0,0 1 0,-7-1 0,3 0 0,-3-1 0,3 1 0,-2 0 0,1 0 0,0 0 0,0 0 0,0 0 0,1 0 0,-1 0 0,0 0 0,0 0 0,1 0 0,-1 0 0,1 0 0,1 0 0,-1 0 0,0-1 0,1 1 0,0-1 0,-2 0 0,6 0 0,-10-3 0,7 1 0,4-1 0,2 0 0,-3-1 0,-6 1 0,-4 0 0,-5-1 0,1 1 0,4-1 0,4 0 0,6 0 0,2 1 0,1-1 0,-3 0 0,-5-1 0,-2 0 0,-3-1 0,-2 0 0,-1 1 0,4-1 0,-2 0 0,1 1 0,-2-1 0,2 0 0,0 0 0,-3 1 0,-1-1 0,-1 1 0,-1-1 0,0 1 0,1 0 0,-1 0 0,0 0 0,-1 0 0,1-1 0,15 1 0,0 0 0,-1-1 0,0 2 0,-1-1 0,-1 0 0,-3 0 0,4 1 0,-4 1 0,6-1 0,0 1 0,-6 0 0,-8 0 0,-3-1 0,2 1 0,7 0 0,5 0 0,-2 0 0,-7 1 0,-6-2 0,-3 1 0,-1 0 0,0 0 0,22 0 0,-4-1 0,-2-3 0,0 0 0,4-2 0,-7 1 0,-2-1 0,-10-1 0,11-4 0,-10 2 0,0-1 0,-1-1 0,-1 0 1387,13-7-1387,-15 3 0,-7 2 0,13-21 0,-17 12 0,-3-7 0,1-10 0,-2 5 0,-3 8 0,-1 0 340,2-7 1,0-5 0,-1 4-341,-2 8 0,0 1 0,0-2 0,0 0 482,1 1 1,0-4-483,-1-4 0,1-7 0,0-1 0,-1 6-1190,0-4 1,0 1 1189,-1 5 0,1-4 0,0-2 0,-4 3 0,-6-10 0,-4 2 0,0 5-498,4 6 1,-1 0 497,-3-7 0,-1-4 0,-1 3 0,0 1 0,1 5 0,4 12 0,-1 0 0,-4-12 0,0 2 0,-3 1 0,-1 3 0,-2-1 0</inkml:trace>
  <inkml:trace contextRef="#ctx0" brushRef="#br0" timeOffset="157976">13757 9004 5734,'-37'-29'0,"17"15"0,0 0 0,-1 0 0,-1-1-887,-1 1 0,-2 0 887,-13-6 0,-2 1-392,9 5 0,-3 0 392,-3 2 0,-6-1 0,-1 0 0,5 2-300,7 3 0,2 1 0,-4 0 300,-2 1 0,-6 0 0,-3-1 0,-1 1 0,3 1 0,5 0 0,-3 0 0,4 2 0,-9 2 0,12 3 0,-8 0 0,-5 2 0,-3 1 0,-4 0 0,0 1 0,0 0 0,1 1 0,4-1 0,4 0 0,5-1-450,-5 2 1,7-1 0,2 1-1,-1 1 1,-7 0 449,6 0 0,-5-1 0,-3 2 0,-2 0 0,-2 0 0,1 1 0,2 0 0,1 0 0,4 0 0,5 1-6,-7 4 0,6 1 0,2 1 0,2-1 1,-1 0 5,-1 0 0,2 1 0,0-1 0,-2 2 0,1-1 0,-1 1 0,-1 0 0,1 2 0,2 0 0,-7 6 0,2 2 0,1 0 0,2-1 0,-1 3 0,2-1 0,-1 3 0,4-4 0,0 3 0,0 1 0,3 1 0,4 2 0,3 1 0,1 1 0,2-1 0,-1 1 0,3-1 0,1 6 0,6-3 0,0 6 0,1 2 0,2 2 0,2-3 0,1-4 0,2-3 0,2-3 0,1-1 0,2 4 0,-1 6 0,2 4 0,1 1 0,1-1 0,3-5 0,4 3 0,4-4 0,0-1 0,-2-8 0,0-1 0,2 1 0,0-1 0,1 0 0,1 0 0,1 0 0,0 0 0,1-1 0,0 0 0,2 1 0,3 0 0,2 1 0,4 2 0,2 0 0,-1-1 0,-1-2 0,1 1 0,-1-3 0,1 0 0,2 0 0,-6-5 0,1 0 0,1 1 0,1-1 0,1-1 0,0-1 0,3-1 0,0-2 0,2-1 0,-1 0 0,0-2 0,-1 0 0,0 0 0,-2-2 0,1 0 0,0 0 0,2 0 0,1-1 0,3 2 0,0-1 0,1-1 0,-2 0 0,-1-3 0,6 2 0,-1-3 0,-1-1 0,0 0 0,2-1 0,-1-1 0,1 0 0,0-2 0,-1 1 0,0-2 0,0 0 0,3-2 0,-6-2 0,2-1 0,1 0 0,1-2 0,-2 0 0,-1 0 0,-2 0 0,-2 0 0,0-1 0,1-1 0,1-1 0,0 0 0,3 0 0,0-1 0,0-1 0,-1 0 0,-3-1 0,5-2 0,-3-1 0,-1-1 0,0-1 0,0 0 0,0 0 0,-1-2 0,0 0 0,-1 0 0,0-2 0,-1 1 0,-1-2 0,-1 0 0,0-1 0,-1-1 0,0 0 0,-2-1 0,-1 0 0,0-1 0,-1-1 0,-1 0 0,-2-1 0,0 0 0,-1-2 0,6-6 0,-1-2 0,-2-7 0,-10 8 0,0-4 0,0-3 0,-2-2 0,-2-1 0,-2 0 0,-4 3 0,-3 0 0,-1-2 0,-1 0 0,0 0 0,-1 0 0,2 0 0,2-6 0,0 0 0,1 0 0,-1 0 0,-2 1 0,-3-1 0,-4 3 0,-1-2 0,-2 1 0,-1 1 0,-2 3 0,0 4 0,-4-7 0,-2 6 0,-1 1 0,0 0 0,-2 1 0,0 1 0,-1 3 0,0 0 0,-1 2 0,0 1 0,-1 2 0,-1 0 0,-9-9 0,0 1 0,0 4 0,-1 1 0,2 4 0,0 1 0,1 4 0,1 1 0,1 3 0,1 1 0,2 3 0,1 2 0,-16-6 0,6 8 0,5 4 0</inkml:trace>
  <inkml:trace contextRef="#ctx0" brushRef="#br0" timeOffset="160808">13798 4583 5734,'-37'-9'0,"-2"-1"0,-1 1 0,7 3 0,-5-1 0,3 1-1639,5 1 1,-1 0 1260,-4 0 1,-3-1 0,2 1 377,-3 2 0,4 1-320,6 1 1,0 0 319,-9 0 0,-1 0 0,-2 2 0,1 1 0,10-1 0,-4 0 0,1 1 0,-8 1 0,-3 0 0,2-1 0,7 1 0,-10-1 0,1 1 0,8 0 0,-7 0 0,-1 0 0,3 0 0,6 0 0,1-1 0,2 1 0,-5 0 0,-2 0 0,3 1 0,4-1 0,-1 0 0,-9 3 0,-6 0 0,5 0-324,8 0 1,2-1 323,-1 1 0,-2 0 0,0 1 0,2 0 0,1 0 0,2 0 0,0 0 0,0 0 0,-15 4 0,-1 0-20,14-2 1,2-1 19,8-3 0,-2 1 0,-9 4 0,-5 1 0,5 0 0,9-4 0,2 1 0,-20 5 0,3 1 116,9-2-116,-13 7 0,13-2 0,5-2 0,1 0 0,-2 5 657,-6 6-657,11-7 0,4-1 0,-1 0 0,-6 6 0,6-5 0,0 0 0,-2 2 0,-12 11 0,7-5 0,-7 7 0,10-8 0,7-7 0,0 0 0,-9 11 440,8-10 0,2 0-440,-6 10 0,5 0 0,0 5 0,1-3 0,4-6 0,0 0 22,-3 7 0,0 5 0,3-6-22,3 9 0,5 1-742,1 1 742,3 1 0,1-12 0,0 0 0,0-7 0,1 1-218,0 7 0,0-1 218,3 15 0,-2-14 0,0 2 0,4 11 0,0 1 0,-1-9 0,0 0-177,3 6 1,0-3 176,5 2 0,2 0 757,3 0-757,-3-12 0,1-1 0,-4-6 0,1 0-133,5 7 1,1-1 132,-6-9 0,2 0 0,7 10 0,2 0 0,-6-8 0,1 0 0,5 7 0,4 1 0,-3-6 0,3 1 0,-2-2 0,0 0 0,2 0 0,-3-2 0,5 1 0,0 0 0,-4-3-340,5 1 0,-1-2 340,-4-3 0,1 1 0,2 0 0,12 3 0,2 1 0,-3-2 0,1-1 0,0 1 0,-10-5 0,3 1 0,-1 0 0,-3-2 0,7 1 0,-3-1 0,3 0 0,-1 0 0,1 0 0,1-1 0,1 0 0,0-1 0,1-1 0,0 0 0,1-1 0,1 0 0,-2-2 0,7-1 0,-13-4 0,8 0 0,3-2 0,1 0 0,-2 0 0,-6 0 0,7-1 0,-5 1 0,5-2 0,-7 1 0,6-1 0,3 0 0,-2 0 0,-3-1 0,-7 0 0,-1-2 0,-6-1 0,-1-1 0,2 1 0,0-1 0,1-1 0,11-4 0,3-1 0,-3 0 0,-10 2 0,-1 0 0,1-1 0,9-3 0,0-1 0,-2 0 0,0-1 0,0-5 0,-6 0 0,4-7 0,1-3 0,0-2 0,-4 0 0,-8 3 0,-2-2 0,-1 0 0,0-1 0,2 0 0,2 1 0,2 0 0,1-1 0,-1-1 0,-2 1 0,-5 0 0,2-10 0,-6-1 0,-2 1 0,-2 3 0,-3 4 0,-2 2 0,0 0 0,0-3 0,-1 0 0,0 0 0,0-1 0,-1-1 0,0 0 0,-1 0 0,1-1 0,-2 0 0,0 0 0,-1-1 0,0-2 0,-1 0 0,-1-3 0,0 0 0,-1 2 0,0-2 0,0 2 0,-2-2 0,1 4 0,-1-2 0,0 0 0,-2 1 0,-1 3 0,-1 0 0,-2 2 0,1 1 0,-1-2 0,0 3 0,-1-2 0,0 4 0,0-1 0,-1 0 0,-1 1 0,-6-6 0,-2 1 0,1 2 0,-4-6 0,-2 2 0,4 7 0,-2 0 0,-2 2 0,-1 3 0,-2 3 0,0 2 0,-4-4 0,-1 2 0,5 5 0,-1 0 0,-2 3 0,-12-3 0,-1 5 0,10 5 0,-1 2 0,-8-1 0,0 3 0,11 6 0,1 3 0,0 1 0,0 2 0,0 0 0,-1 0 0</inkml:trace>
  <inkml:trace contextRef="#ctx0" brushRef="#br0" timeOffset="192797">10985 15219 5734,'-21'-14'0,"0"1"0,3 4 0,-2-1 0,-2-1 0,-4 0 0,-2-1 0,-9-2 0,4 2 0,6 2 0,-1 0-820,-3-1 1,-7-2 0,1 0 0,4 3 370,2 1 0,0 1 449,-7-2 0,-5-1 0,3 1 0,3 1 0,-4 1 0,7 2 0,-7 0 0,-6 0 0,-1 0 0,0 0 0,4 1 0,5 0 0,-7 0 0,6 0 0,-7 1 0,8 1 0,-7 0 0,-5-1 0,-1 1 0,0-1 0,2 2 0,4 0 0,8 0 0,-6 2 0,7 0 0,-4 1 0,-3 0 0,-5 0 0,-3 0 0,2 0 0,7 0 0,3 1 0,5-1 0,-5 1 0,-3 0 0,-7 0 0,-2 0 0,2 0 0,5 1-481,2-1 1,4 0-1,-3 1 481,-4-1 0,-3 1 0,-1 0 0,3 0 0,-2 1 0,3 1 0,1 0-39,10 0 0,1-1 0,-1 1 39,-9 0 0,-1 2 0,1 0 0,2 1 0,2 1 0,1 0 0,-6 1 0,-1 2 0,10-3 0,-2 2 0,-1 0 0,4 0 0,-6 2 0,0 2 0,6-2 0,-5 4 0,-2 1 0,2-1 0,5-1 0,4-2 0,4-1 0,-3 1 0,-6 3 0,-4 3 0,1 0 0,6-3 0,4 1 0,3-2 0,-1 1 0,2 0 0,0-1 0,1 1 0,-9 8 0,1 0 0,8-7 0,1 2 0,-5 3 0,-2 4 0,5 2 0,-1 3 0,4-2 0,2-3 0,0 1 0,-2 2 0,-1 4 0,3-1 0,5 2 0,4-1 0,2-7 0,2 3 0,4 10 0,2 10 0,2 1 0,1-7 0,2 0 0,2-1 0,-1-3 0,1 6 0,1-1 0,3-4 0,3-6 0,3-4 0,-1-1 0,4 8 0,2 0 0,-3-6 0,4 2 0,1 1 0,-2-4 0,0-3 0,-1-3 0,1 1 0,8 8 0,2 2 0,0-3 0,-6-9 0,0-1 0,2 0 0,5 2 0,3 1 0,1-1 0,-1-1 0,3 2 0,-1-2 0,5 1 0,-7-6 0,3 2 0,3 0 0,1-1 0,-2-1 0,-3-2 0,4 0 0,-3-2 0,0-1 0,3 0 0,1 0 0,3 0 0,1 1 0,-1-2 0,-2-2 0,2-1 0,-2-3 0,-1 0 0,2-1 0,2 0 0,0-2 0,1 0 0,0-1 0,-9 0 0,0-1 0,0-1 0,2-1 0,4-1 0,-5-2 0,4-1 0,2-1 0,2-1 0,1 0 0,0-1 0,-2 0 0,-1 0 0,-4 1 0,6-1 0,-4 1 0,-2-1 0,1 0 0,1-1 0,3-1 0,-4 1 0,2-1 0,3 0 0,0 0 0,0-1 0,1 0 0,-2-1 0,-1 0 0,-2 0 0,2-2 0,-1-1 0,-1-1 0,-1 0 0,-1 0 0,-1 0 0,0 1 0,4-2 0,-2 1 0,-1 0 0,2-2 0,3-3 0,-11 5 0,4-3 0,1-1 0,2 0 0,0-2 0,0 0 0,-1 1 0,-1 0 0,-4 0 0,-3 3 0,7-5 0,-4 2 0,-3 0 0,0-1 0,3-1 0,-1 0 0,3-1 0,1-2 0,-1 0 0,0 0 0,-5 1 0,-3 1 0,6-9 0,-7 2 0,0-1 0,-2 0 0,-2-1 0,-1 0 0,-2 1 0,-2-1 0,-1 0 0,-2 1 0,-2 0 0,-1-2 0,1-8 0,-3-4 0,-1 3 0,0-5 0,-3 0 0,-2 8 0,-2-1 0,-2 4 0,-2 0 0,-6 0 0,-8-7 0,-7-4 0,1 5 0,2 6 0,-2 1 0,-3-3 0,-4-4 0,1 9 0,3 13 0,0 5 0,-1 1 0,0 0 0,0 1 0,-1 1 0</inkml:trace>
  <inkml:trace contextRef="#ctx0" brushRef="#br0" timeOffset="193466">9809 16921 5734,'-3'-3'0,"0"0"0,2 1 0,2 0 0,1 10 0,0 0 0,2 22 0,-1-5-872,0 12 872,-1-5 0,0 3 0,1 4 0,-1-8 0,0 1 0,0-7 0,0 0 0,0 7 0,1 2 0,1-1 0,0 2 0,0-4 0,-1-4 0,0-1 0,3 20 0,0-2 0,-1-16 0,-1-4 0,2 6 0,2 12 0,-3-21 0,-2-7 872,0 4-872,-2-11 0,-1 0 0,0-3 0,0-1 0,-1-2 0,-3-4 0,-1-1 0,-4-6 0,1 4 0,-3-2 0,1 4 0,0 2 0,-2-1 0,0 2 0,-1 0 0,1-1 0,0-1 0,0 0 0</inkml:trace>
  <inkml:trace contextRef="#ctx0" brushRef="#br0" timeOffset="193786">9682 17600 5734,'-4'-7'0,"1"1"0,0 1 0,0-1 0,1 3 0,0-1 0,2 2 0,0 0 0,0 1 0,10 16 0,-4-4 0,10 14 0,-7-7 0,8 9 0,-4-7 0,4 5-218,-5-10 218,-1-2 0,0-3 0,1-2 0,15-10 0,-8-5 0,13-10 0,-15-2 0,7-16 0,-7 8 0,3-9 0,-9 13-240,-3 2 240,-1 3 0,1-3 0,-2 5 213,2-3-213,4 4 0,-1 4 0,9-2 0,-2 5 0,3-2 0</inkml:trace>
  <inkml:trace contextRef="#ctx0" brushRef="#br0" timeOffset="195627">14845 15079 5734,'-19'-14'0,"-2"0"0,-17-6 0,5 5-1364,9 5 0,0 0 1364,-17-3 0,-4 0 0,8 4 0,-3 0 0,10 3 0,-2-1-879,-12-1 1,0 0 878,11 3 0,0 1 0,-2 0 0,0 0 0,-1 0 0,-1 1 0,-1 1 0,-1 0-59,2 1 1,-2 1 0,-4 1 58,2 1 0,-3 2 0,-1 0 0,1 0-269,8-1 1,0 0-1,0 0 1,0 1 268,-6 2 0,-1-1 0,0 2 0,2 0 0,-2 3 0,1 1 0,2 0 0,8-3 0,1 0 0,-1 1 0,-8 3 0,-2 0 0,2 1 0,-2 0 0,2 1 0,-1 0 0,1 0 0,1 0 0,-1 2 0,5-2 0,-2 0 0,2 1 0,-5 2 0,1 1 0,6-4 0,-1 2 0,2-1 0,0 1 0,1 1 0,-4 4 0,-3 3 0,4-1 0,0-2 0,1 2 0,0 3 0,-5 4 0,1 0 0,6-3 0,2 1 0,3-1 0,-1 1 0,-1 3 0,2-1 0,-2 10 0,4-2 0,5-7 0,1 0 0,-5 11 0,2 1 0,8-12 0,1-1 0,1 1 0,2 0 0,0 0 0,2 1 0,2 5 0,0 3 0,5 3 0,4-5 0,3 1 0,1 1 0,0-1 0,-2 8 0,-1-2 0,4 1 0,2-10 0,3 2 0,0-3 0,1-4 0,3 1 0,2-4 0,2 0 0,3 2 0,-1-2 0,7 5 0,0-1 0,-2-4 0,1 1 0,1-3 0,7 2 0,0-3 0,-10-7 0,1-2 0,0 0 0,3 0 0,1-1 0,0-1 0,3 0 0,1 0 0,1-2 0,0 0 0,0-1 0,9-2 0,-13-4 0,5-1 0,4-1 0,2 0 0,1-2 0,2 0 0,-1-1 0,0-2 0,-1-1 0,0-1 0,2-2 0,0-2 0,0 1 0,0-1 0,1 0 0,-1 1 0,0 1 0,-1 1 0,1 0 0,0 2 0,0-1 0,0 0 0,-1 0 0,0-2 0,0 0 0,-1-1 0,-1-2 0,0-1 0,0 0 0,0-2 0,-1 0 0,-1 0 0,-1-1 0,-2 1 0,-3-1 0,12-5 0,-4-2 0,-3 1 0,-1-1 0,-1 1 0,1-1 0,-2 1 0,-1 0 0,2-2 0,-2 0 0,2-1 0,1 0 0,-3-1 0,-3 1 0,7-5 0,-5-1 0,-1 0 0,-1 0 0,-1-1 0,-2-1 0,-2 0 0,-1 0 0,-2-1 0,-2 1 0,-1-1 0,-2-1 0,-2 2 0,-2 0 0,-1-4 0,-4 2 0,0-4 0,-2 0 0,-1 2 0,-1-1 0,-2 0 0,0 0 0,-1-11 0,-1-1 0,-3 2 0,-5-2 0,-4 3 0,-2 0 0,-3 0 0,-2 3 0,-2 1 0,-1 2 0,-3 2 0,-1 1 0,-2 3 0,0 2 0,-2 2 0,1 3 0,-6 0 0,0 8 0,-7 0 0,-4 0 0,1 0 0,6 4 0,-9-5 0,-1 1 0,1 2 0,-7-2 0,2 2 0,9 5 0,13 9 0,4 1 0,-24 1 0</inkml:trace>
  <inkml:trace contextRef="#ctx0" brushRef="#br0" timeOffset="198057">14160 17121 5734,'-4'5'0,"1"-1"0,3-2 0,0 0 0,14 0 0,-5 0 0,21-2 0,-12 1 0,8-1 0,6 1 0,-4 1 0,-3 0 0,0-1-1018,9 2 1018,12 2 0,-12 0 0,3 1 0,2 1 0,2 1 0,1 1 0,2 2 0,2 0 0,-17-4 0,1 1-394,1 0 0,2 1 0,-2-1 394,-4 0 0,-1-1-711,1 1 0,0 0 711,0 0 0,1 0 0,-1 0 0,1 0 0,0 0 0,-1 0 0,1 0 0,-1 1 0,-1-1 0,1 1 0,-1 0 0,-1 0 0,0 1 0,-1 0-475,-1-1 0,0 1 475,-1 1 0,0-1 0,18 11 338,-2 0-338,-15-7 0,0 0 0,10 6 883,6 3-883,-13-7 0,-2-1 0,0 0 0,4 2 0,-3-1 0,-14-8 0,6 5 1480,-13-10-1480,1 0 1403,-2-1-1403,0 0 468,-1-1-468,0 0 0,-1 0 0,0-1 0,0 1 0,0 0 0,-3 1 0,0-1 0,-2-1 0,0 1 0,1 0 0,0-1 0,-1 0 0,0 1 0,0 0 0,0 1 0,-1-1 0,2-1 0,-1 0 0,2 0 0,-1 0 0,2 0 0,-1 0 0,-1 1 0,2-1 0,-1 1 0,0 0 0,2-1 0,-2 2 0,1-2 0,-2-1 0,0-1 0,-5-4 0,2 1 0,-2-2 0,1 2 0,1-2 0,-1 1 0,1-1 0,-2 0 0,1 0 0,0-1 0,0 0 0,0 0 0,0 0 0,0-1 0,-3-1 0,3 1 0,-3-1 0,-8-10 0,9 10 0,-13-14 0,8 9 0,1 2 0,0-3 0,6 7 0,-1-2 0,3 3 0,0-1 0,2 4 0,0 2 0,2 0 0,-3-3 0,3 4 0,-2-2 0,2 3 0,1 2 0,0 1 0,0 0 0,2 1 0,0-1 0,2 1 0,1 0 0,1 2 0,1-1 0,0 2 0,1-1 0,0 2 0,1 0 0,10 9 0,-3 0 0,4 4 0,-1 1 0,-8-7 0,2 4 0,-4-6 0,6 12 0,-7-10 0,4 8 0,-6-5 0,0 7 0,-3 2 0,-2-1 0,-4-6 0,-1-6 0,-1 1 0,-3 1 0,-1-1 0,0 1 0,-2-2 0,1-1 0,-1 0 0,2-3 0,-3 2 0,4-6 0,-2 2 0,-3-10 0,4 0 0,-9-7 0,-5-2 0,2 0 0,-9-4 0</inkml:trace>
  <inkml:trace contextRef="#ctx0" brushRef="#br0" timeOffset="201229">20666 15680 5734,'-3'-3'0,"1"1"0,0 6 0,2 1 0,2 22 0,0-6-1093,4 16 1,2 14 0,-1-6 604,-2-15 1,1 1 487,0 6 0,3 7 0,-1 1 0,-1-9 0,-2-5 0,1-3 306,1 10 0,2 3-306,-2-1 0,1 2 0,-1-3-233,0-5 1,-1 0 232,1 1 0,1 7 0,0-2 0,-2-6-522,-1-8 0,0-2 522,2 12 0,1 1 0,1 7 2522,-3-13-2522,1-1 0,-1-1 0,-2-7 0,5 14 0,-8-30 285,2 2-285,-2-4 600,2-1-600,-3-2 1742,1-9-1742,-1 5 0,0-6 0,0 5 0,0 0 0,0-3 0,0 2 0,0-3 0,1 4 0,0-2 0,0-1 0,2-3 0,-2 4 0,1-3 0,-2 4 0,0 0 0</inkml:trace>
  <inkml:trace contextRef="#ctx0" brushRef="#br0" timeOffset="201995">20755 16747 5734,'-10'0'0,"3"0"0,2-1 0,2-1 0,1 0 0,-1 0 0,1 1 0,0 0 0,2-1 0,3 1 0,-2 0 0,2 1 0,-3-1 0,1 0 0,1 0 0,-1 1 0,0 0 0,1 0 0,-1 1 0,1-1 0,1 5 0,-1-1 0,2 4 0,4 4 0,0-2 0,12 16 0,-8-12 0,15 20 0,-15-19 0,5 7 0,-9-12 0,-1 0 0,0-1 0,-2-1 0,0-1 0,0-1 0,-2-1 0,1-1 0,-2-1 0,0-1 0,-2 0 0,0-1 0,0-6 0,2-3 0,1-2 0,0-3 0,2 4 0,2-6 0,0 4 0,13-15 0,-10 14 0,12-12 0,-14 16 0,2-3 0,-5 6 0,0-2 0,-2 3 0,0-1 0,-3 3 0,-10 1 0,2 1 0,-10 0 0,4-1 0</inkml:trace>
  <inkml:trace contextRef="#ctx0" brushRef="#br0" timeOffset="203642">19609 17650 5734,'-17'8'0,"9"0"0,-7 12 0,11-3 0,1 5 0,1 3 0,1 2 0,1 2-1450,1 1 1450,1 1 140,1-4 1,1 1-141,5 15 0,-4-17 0,0-1 0,4 2 0,-3-12 279,1-5-279,-1-2 0,4-6 0,-2-5 742,8-12-742,-5-1 0,9-18 0,-9 10-478,3-8 478,-7 8 0,0 3-119,-1 1 119,-1 3 0,-1 4 0,-1 2 0,0 3 0,1 3 619,-1 3-619,4 6 0,5 20 0,0 8 0,1 0-731,0 4 1,0 0 730,-5-1 0,-3 1-53,-2 0 53,-4-10 0,-1 0 0,-3 13-206,1-15 1,-2 0 205,-5 6-628,-3-3 628,-1-2 461,-2-6 1,-2-2-462,-4 3-92,0-5 1,0-2 91,3-7 0,-7-2 0,11-5 418,1-3-418,1-3 724,1-1-724,1-2 516,0 0-516,3-4 0,2-2 0,4-4 0,2-3 0</inkml:trace>
  <inkml:trace contextRef="#ctx0" brushRef="#br0" timeOffset="204760">19986 17738 5734,'-2'3'0,"1"0"0,1-2 0,0 1 0,0 0 0,0 1 0,0 2 0,0-1 0,0 3 0,-1-3 0,1 1 0,-2 0 0,2-2 0,-2 3 0,1-4 0,0 2 0,1-2 0,0-1 0,0 3 0,0-1 0,0 2 0,0-2 0,0 1 0,-1 1 0,0 0 0,0 0 0,0 1 0,1 1 0,-1 0 0,0 1 0,-1 4 0,1-2 0,-1 3 0,1-3 0,0 0 0,0 0 0,1 1 0,1 11 0,0-10 0,-1 8 0,1-12 0,-1-1 0,0 0 0,1 0 0,1 5 0,0-6 0,-1 5 0,-1-7 0,1 0 0,0 0 0,0-2 0,0 0 0,-1-1 0,0 1 0,0 0 0,0-1 0,1 2 0,-1-1 0,1 1 0,1-2 0,-1 1 0,0-2 0,1 1 0,-1 1 0,0 0 0,0 0 0,1-1 0,-1 0 0,1-1 0,-1 0 0,1 0 0,-1 1 0,1-1 0,1 1 0,-1 0 0,1 0 0,2-1 0,1 0 0,-1 0 0,0 1 0,1-1 0,-2 0 0,2 0 0,-2 0 0,0 0 0,-2-1 0,-1 1 0,-6 1 0,1-3 0,-6 2 0</inkml:trace>
  <inkml:trace contextRef="#ctx0" brushRef="#br0" timeOffset="205227">19945 17721 5734,'8'0'0,"-1"-1"0,3 1 0,-2 0 0,18-3 0,-14 2 0,10-2 0,-15 2 0,0 0 0,-2 1 0,0 0 0,0 0 0,-2 0 0,-1 6 0,-1-2 0,-1 3 0,0-4 0</inkml:trace>
  <inkml:trace contextRef="#ctx0" brushRef="#br0" timeOffset="206060">20160 17799 5734,'2'10'0,"-1"-1"0,2 7 0,-2-4 0,2 4 0,0 3 0,0-4 0,0 4 0,2 11 0,-3-15 0,2 11 0,-3-21 0,-1-1 0,0 0 0,0-1 0,0-1 0,0-1 0,0 2 0,0-1 0,0-1 0,-1-5 0,0 0 0,0-5 0,-1 4 0,1-2 0,0-1 0,1 0 0,0-1 0,0-1 0,0 1 0,1-2 0,0 0 0,1 0 0,-1 0 0,1 0 0,-1-1 0,2 1 0,-1 0 0,9-21 0,-7 20 0,5-16 0,-7 25 0,-1 0 0,0 1 0,2 0 0,0 1 0,0-1 0,0 1 0,7 2 0,-5 1 0,5 1 0,-6 0 0,0 2 0,0-1 0,-1 3 0,0-1 0,0 2 0,-1 1 0,0 1 0,0 1 0,-1 7 0,1-3 0,0 4 0,-1-8 0,0 1 0,1-2 0,-1-1 0,0-1 0,1 1 0,0-3 0,-1 0 0,-1 1 0,-1-8 0,0 3 0</inkml:trace>
  <inkml:trace contextRef="#ctx0" brushRef="#br0" timeOffset="206790">20448 17635 5734,'13'-1'0,"0"-1"0,-1-1 0,-3 1 0,3-1 0,-3 0 0,-3 2 0,0-2 0,-2 1 0,-2 1 0,0-2 0,-2 2 0,0 0 0,-1-1 0,-1 1 0,1 0 0,-1 0 0,0 1 0,1 0 0,0 4 0,1 4 0,0 0 0,0 1 0,0-3 0,0 1 0,2 13 0,0-7 0,2 11 0,1-4 0,2 7 0,-1-4 0,2 4 0,-4-14 0,0 0 0,-1 0 0,1-1 0,-1 0 0,-1 0 0,-1-1 0,0-1 0,0 1 0,-1-1 0,0 1 0,-1 0 0,-2-1 0,-2 0 0,0 0 0,-13 11 0,7-9 0,-8 7 0,4-10 0,3-2 0,-8 4 0,7-4 0,-1 0 0,2-1 0,5-3 0,-3 3 0,5-5 0,1-4 0,1-3 0,3-5 0</inkml:trace>
  <inkml:trace contextRef="#ctx0" brushRef="#br0" timeOffset="207925">21218 17357 5734,'5'16'0,"-2"-4"0,5 23 0,-3-9 0,1 0 0,1 2 0,2 10 0,-2-9 0,1 7 0,5 10 0,-7-22 0,5 17 0,-10-20 0,-1-8 0,-3 5 0</inkml:trace>
  <inkml:trace contextRef="#ctx0" brushRef="#br0" timeOffset="208075">21403 18078 5734,'-7'9'0,"2"-2"0,4-6 0,8-11 0,1-2 0,8-11 0,-2-1 0</inkml:trace>
  <inkml:trace contextRef="#ctx0" brushRef="#br0" timeOffset="208693">19898 18646 5734,'-4'20'0,"6"-3"0,29 0 0,4-6-744,-8-5 1,4 0 743,0-4 0,2-2 0,0-1-1014,9 2 0,2-2 1014,-6 0 0,4-1 0,4 0 0,-4-1 0,6-1 0,3 0 0,0-1 0,-2 1 0,-4 0-433,-1 1 1,-5 0 0,1-1 0,5 1 432,-6-1 0,4 1 0,2-1 0,2 0 0,-1 0 0,0 0 0,-3 0 0,1 1 0,0 1 0,-2-1 0,0 0 0,-2 1 0,-2 0-123,2-1 1,-3 1-1,-1 0 1,4 0 122,4-1 0,3 0 0,2 0 0,-4 1 0,-5-1 0,10 1 0,-5-1 0,-3 0 0,-2 1 0,-4 0 0,-2-1 0,-4 2 0,-1-1 0,18-1 0,-8-1 0,-9 3 0,-6-2 0,-7 1 1910,-3-1-1910,-6 0 2469,-5 0-2469,-3-1 1109,-3 2-1109,-2-3 0,0 0 0,0-2 0</inkml:trace>
  <inkml:trace contextRef="#ctx0" brushRef="#br0" timeOffset="209109">22527 17797 5734,'-3'14'0,"-2"1"0,-2 10 0,-2 2 0,-3 6-1436,-2 7 1436,6-18 0,-2 2 0,-2 9 0,-3 5 0,2-3 0,-1 0 0,1 1-582,-2 2 0,0 3 1,1-4 581,1-4 0,1-1 0,2-2 0,-2 2 0,2-1 0,-2 3 0,0 1 0,0 2 0,-1 3 0,2-4 0,1-4 0,2-3 0,-3 9 0,1 0 0,2-7 0,2-2 0,-3 10 688,0 6-688,5-21 0,1-11 0,-1-3 0,3-11 0,2-6 0,1-3 0</inkml:trace>
  <inkml:trace contextRef="#ctx0" brushRef="#br0" timeOffset="209397">22689 17865 5734,'-6'23'0,"-5"21"0,2-3-880,3-12 0,-1 2 880,0 8 0,1-1-419,1-8 0,-1 1 419,1 4 0,-1 4 0,1-3-684,0-3 0,1 0 684,-2 10 0,0-1 0,3-12 0,-1-3-458,1 1 0,0-2 458,1-1 0,-1 0 0,1 4 0,-1 0 0,-1 10 530,-2 4-530,-4-19 0,1-10 0,-5-1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6-29T02:26:28.6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11278 11887 5734,'-37'-20'0,"0"0"0,-5-2 0,0 0 0,-1 2-3086,1 3 3086,-3 2 0,7 3 0,0 1 0,7 3 0,0 0 0,-10-2 0,-4-1 0,12 4 0,-1 1 0,1 0-1075,-8-1 1,0 0 1074,5 1 0,-1 0 0,-4 0 0,-1 1 0,-3 0 0,-1 0 0,4 1-167,2 0 1,3 0 0,-4 0 166,-3 0 0,-6 0 0,2 0 0,4 0 0,7 1 0,3 1 0,1 0 0,-2 0 0,0 0 0,0 1 0,0-1 0,0 0 0,0 0 0,0 1 0,-1 0 0,1-1 0,0 1 0,-1 0 0,1-1 0,-1 1 0,1 0 0,0 0 0,0-1 0,1 1 0,-2 0 0,0 0 0,-2 0 0,1 0 0,1 0 0,-2 0 0,2 0 0,-2 0 0,-7 0 0,-3 0 0,0 0 0,2 0 0,1 0 0,1 1 0,10-1 0,1 0 0,-2 1 0,-7-1 0,-3-1 0,1 1 0,1-1 0,1 1 0,2-1 0,-7 0 0,0 0 0,8 0 0,-1 0 0,0 0 0,3 1 0,0-1 0,2 0 0,-5 0 0,-1-1 0,8 1 0,-1 0 0,0 0 0,-13-2 0,3 1 0,10 0 0,1 0 0,-7-1 0,-2 0 0,7-1 0,-2 0 0,3-1 0,5 2 0,1-1 0,-21-3 0,3-1 0,11 1 0,2-1 0,0 0 0,1 1 0,-1-1 0,0 0 0,0 0 0,0 1 0,-1 0 0,-1 1 0,1 0 0,0 0 0,-12-2 334,10 3 0,1 0-334,-4 1 0,-1 0 709,0 1-709,-2 0 0,-1 0 0,-2 1 0,0-1 0,11 1 0,0 1 0,8-1 0,0 1-190,-9 0 0,0-1 190,10 1 0,1 0 0,-1 0 0,1 0-156,-1 1 1,0-1 155,0 0 0,0 1 0,-12-1 0,1 0 0,8 1 0,-1 0-55,-8 0 0,1 0 55,9 1 0,1 0 0,-1 0 0,0 1-116,-1-1 0,0 1 116,-1 1 0,0-1 0,-1 1 0,0 0-91,-1 0 0,-1 1 91,0 0 0,0-1 0,0 1 0,-2 1 0,3-1 0,-1 0 0,-2 0-54,-9 2 0,-3 0 0,2-1 54,7 1 0,1-1 0,-1 0 0,-6 1 0,0 0 0,5 0 0,4 0 0,2-1 0,0 1 0,-2 0 0,-13 3 0,-1 0 0,12-2 0,0 1 0,-11 1 0,1 1 0,14-3 0,1 1 0,0 0 0,0 0 0,-1 0 0,1 0 0,0 1 0,0 0 0,0 0 0,-1 0 0,1 0 0,0 1 0,0 0 0,-1 0 0,2 0 0,-2 0 0,1 0 0,-5 3 0,0-1 0,6-1 0,-2 0 0,0 1 0,0 0 0,0 1 0,2 0 0,-6 1 0,0 1 0,6-2 0,-2 0 0,1 1 0,0 1 0,1-1 0,2 1 0,-6 2 0,0 0 0,-8 5 0,-2 1 0,2 0 0,2 0 0,9-5 0,1 0 0,-11 6 0,2 0 0,12-7 0,1 0 0,0 0 0,-1 0 0,2 1 0,-1-1 0,1 0 0,1 0 0,0 1 0,0-1 0,1 1 0,0 0 0,1 0 0,0 1 0,1-1 0,0 1 0,1 0 0,0 1 0,1-1 0,0 1 0,1 0 0,0 0 0,1 1 0,0 0 0,1 0 0,1 0 0,0 0 0,0 0 0,1 1 0,0-1 41,2 1 1,-1 0-42,-10 20 0,9-12 0,1 1 0,4-7 0,0 0 0,-2 6 0,2 2 0,2-1 0,2-1 0,-2 16 0,3-17 0,2 3 0,5 15 0,3 0 0,-2-19 0,0-2 203,4 22 1,1-3-204,4-7 0,0-1 0,-1-11 0,0 0 0,8 12 123,-6-13 0,0 0-123,8 8 0,3 0 0,2-1 0,1-1 0,3 0 0,1-2 0,2-1 0,-8-9 0,1 0 0,-6-5 0,1 0 0,6 3 0,1-1 0,13 5 0,2-2 0,0-1 0,-22-8 0,1-1 0,0 0 0,1-1 0,0 0 0,0 0 0,1 0 0,0-1 0,1 0 0,-1-1-17,2 1 0,-1-1 17,1-1 0,0 0 0,0 0 0,1 0 0,0-1 0,0 0 0,0 0 0,0-1 0,0 1 0,-1-1 0,1 1 0,-1 0 0,0-1 0,0 0 0,-1 1 0,1-1 0,9 1 0,1 0 0,-10 0 0,1-1 0,7 1 0,0 0 0,11 0 0,1 1 0,-2-1 0,1-1 0,-2 0 0,1 0 0,-13-1 0,0 0 0,16 0 0,-16-1 0,-1 1 0,12-2 0,0 1 450,-1 0-450,-1 0 0,1 0 0,-14 0 0,3 1 0,11-1 0,0 0 0,-7 1 0,0-1 0,4 0 0,3 0 0,1-2 0,4 0 0,-4-1 0,-9 1 0,2 1-268,7-2 1,8 0-1,-1 0 1,-8 1 267,-9-1 0,-2 2 0,7-1 0,5-1 0,0 2-28,0 0 1,-1 1 0,-1 0 27,5 0 0,0 0 0,-6 1 0,2-1 0,-5 1 0,-11-1 0,-2 1 0,13-1 0,1 0 0,-9 0 0,1-1 0,11 0 0,6-1 0,-4 0 0,-9 1 0,1-1 0,3 0 0,5-1 0,1 1 0,-6-1 0,-2 1 0,0-1 0,2 1 0,5-2 0,1 1 0,-7 1 0,-1-1 0,-1 1 0,-1 0 0,4 0 0,-3 1 0,6-1 0,-4 2 0,-8-1 0,2 1 0,9 0 0,5 0 0,-4 0 0,-8 0 0,0 0 0,2-1 0,6 1 0,1-1 0,-7 0 562,0 0 1,0-1-563,8 0 0,5 0 0,-5 0 0,-8-1 0,-2 1 0,12-2 0,-1 0 0,-12 1 0,0-1 0,15-1 0,0-1 0,-10 1 0,0 1 0,3-1 0,3-1 0,1 1 0,1-1 0,1 1 0,-2 0-208,-6 0 0,-2 1 0,3-1 208,0 1 0,3-1 0,-1 1 0,-5 0-60,3-1 0,-2 2 60,-4-1 0,2 0 0,-2 1 0,3-1 0,-1 0-191,2 1 1,0-1 190,0 0 0,2 0 0,-3 1 0,3-1 0,-2 0 0,6-1 0,1 1 0,-7 0 0,2 0 0,-3 0 0,2 0 0,0-1 0,8-1 0,4 0 0,-3 0 0,-1 0 0,0 0 0,1 0 0,3-1 0,-5 1 0,-5 0 0,-3 0 0,2-1 0,-1 1 0,1-1 0,0 0 0,-1 1 0,1-1 0,-3 0 0,4 0 0,4-1 0,6-1 0,-5 0 0,0 1 0,0-1 0,0 1 0,2-1 0,-1 0 0,-9 2 0,-2 0 0,-2 0 0,8-1 0,0 0 0,-6 0 0,1 1 0,0-1 0,2 0 0,-1-1 0,-1 0 0,6-1 0,0 0 0,-6 1 0,1 0 0,1-1 0,-2-1 0,1 1 0,-3-1 0,7-1 0,0-2 0,-8 4 0,2-2 0,1 0 0,6-5 0,2-2 0,-3 2 0,-2 0 0,1-1 0,0-2 0,5-3 0,0-1 0,-6 2 0,-4 1 0,-2-1 0,1 0 0,2-3 0,-4 2 0,-6 2 0,-3-1 0,0 0 0,0-1 0,0 0 0,-1-3 0,-2 2 0,0-2 0,0-2 0,3-10 0,0-4 0,-2 2 0,-2 7 0,-1 0 0,-1-1 0,0-6 0,0-2 0,-4 5 0,-6 4 0,-3 2 0,-1-1 0,-2 0 0,-2 0 0,-2 1 0,-3 0 0,-1 0 0,-4 1 0,-1 1 0,-2 0 0,-2 1 0,-3 1 0,-1 1 0,-2 0 0,-2 1 0,-1 0 0,-2 2 0,1 1 0,-4 0 0,-4 0 0,-5-2 0,3 3 0,2 1 0,-1 2 0,0 0 0,-3-1 0,4 3 0,6 6 0,3 2 0,0 0 0,1 0 0,0 1 0,0 0 0</inkml:trace>
  <inkml:trace contextRef="#ctx0" brushRef="#br0" timeOffset="1594">8009 13583 5734,'-13'-5'0,"-14"-4"0,9 4 0,-19-3 0,18 4 0,-6 0 0,-2-1 0,5 2 0,-7-2 0,-13-1 0,13 2 0,1 0 0,-2 0-264,-16-2 264,4 2 0,-2-1-1085,14 2 0,-1 0 1085,-8 0 0,-2 0 0,5 1 0,2 0 0,6 0 0,-1 0 0,-4 1 0,-3-1 0,3 1 0,1 0 0,2-1 0,-11 1 0,-1-1 0,-2 1 0,2 1 0,9-1 0,-2 0 0,-3 0 0,-4 1 0,0-1-862,5 1 0,0 1 0,1-1 862,-2 0 0,1 1 0,-1-1 0,1 1 0,0 0 0,-1 1-238,-2 1 0,-1 0 0,2 1 238,-9 1 0,0 0 0,7-1 0,-2 2 0,0 0 0,-2 1 0,0 1 0,1 0 0,11-2 0,0 0 0,-3 2 0,-2 0 0,-6 1 0,-2 1 0,2 0 0,6-1 0,1 0 0,4-1 0,-3 1 0,-2 0 0,-3 1 0,0 1 0,3-1 0,0 0 0,3 1 0,2-2 0,-6 3 0,-1 1 0,2-1 0,-4 2 0,-1 1 0,5-2 0,-4 3 0,1-1 0,-1 1 0,-2 1 0,2 0 0,9-3 0,1 1 0,3-1 0,-5 2 0,-2 1 0,4 1 0,-4 2 0,0 1 0,4-2 0,-2 2 0,1 0 0,0 1 0,-2 2 0,2-1 0,-3 7 0,3-1 0,7-7 0,1 1 0,-1 2 0,-2 3 0,0 0 0,2 2 0,0 0 0,1-1 0,3-4 0,2-1 0,-1 1 0,-2 4 0,-1 1 0,4-3 0,5-5 0,1 0 0,-4 9 0,1 0 0,5-7 0,0-1 0,-2 6 0,2 2 0,4-2 0,2-1 0,0 16 113,3-16 1,2-1-114,5 12 0,2-12 0,2 0 0,6 16 0,-3-16 0,2 0 0,4 2 0,1-2 0,-3-6 0,0 0 0,5 6 0,2 0 0,4 0 0,-1-2 0,-4-6 0,-1 0-114,8 6 1,1-2 113,-8-6 0,0-2 0,1 1 0,0 0 581,1-1 0,1 0-581,12 5 0,1 0 0,-8-5 0,1 0-526,10 4 0,1-1 526,-10-5 0,-1-2 0,2 0 0,0 0 0,1 0 0,2 0-37,0-2 0,3 1 1,-2-2 36,9 3 0,0-2 0,-5 0 0,2-1 0,-1-1 0,-8-1 0,-1-2 0,0 0 0,2 0 0,1 0 0,0-1 0,1 0 0,1-1 0,3 0 0,2-1 0,5-1 0,0 0 0,-2-1 0,-8 1 0,-2-1 0,1 0 0,2-1 0,0 1 0,3-1 0,1 0 0,-1-1 0,-2 1 0,0-1 0,-2-1 0,0 0 0,1 0 0,1 0 0,1 0 0,0-1 0,0 1 0,1-1 0,0-1 0,1 1 0,0-1 0,0 0 0,1 0 0,0 0 0,0-1 0,1 1 0,0-1 0,1-1 0,-1 1 0,0-1 0,0 1 0,0-1 0,3-1 0,-7 1 0,1-1 0,2 0 0,1 0 0,1-2 0,3-2 0,-9 3 0,2-2 0,3-1 0,0-1 0,1-1 0,0 1 0,0 0 0,-1-1 0,-1 2 0,-2 0 0,5-1 0,-1 0 0,-3 1 0,1 1 0,0-2 0,1 0 0,3-2 0,-7 2 0,3-2 0,1 0 0,2-1 0,0-1 0,0 0 0,-1 0 0,-2 1 0,-2 0 0,-3 2 0,-5 0 0,15-6 0,-7 1 0,-3 1 0,3-2 0,0 0 0,2-1 0,0-1 0,-1 0 0,-4 2 0,-5 0 0,-2 1 0,-2 0 0,0-1 0,8-6 0,-1-2 0,-1 0 0,-3 1 0,-2-2 0,-1 0 0,-2 0 0,-3 0 0,0 0 0,-3-1 0,-2 1 0,-1-1 0,-2 1 0,-1 1 0,-3-5 0,-2-4 0,-3-6 0,-2 0 0,-1 4 0,-1 5 0,-1 2 0,-2-2 0,0-2 0,-1-3 0,-3 0 0,-3 4 0,-8 3 0,-3 3 0,-1 2 0,-4-5 0,-2 3 0,2 4 0,-1 0 0,0 4 0,-5 0 0,1 3 0,-1 0 0,0 2 0,1 2 0,-1 0 0,2 2 0,0 1 0,3 1 0,1 0 0,-16-7 0,6 2 0</inkml:trace>
  <inkml:trace contextRef="#ctx0" brushRef="#br0" timeOffset="2181">11149 13503 5734,'-44'-18'0,"20"9"0,-1 0 0,-4 1 0,-1 1-1639,-4 1 1,0 1 1097,-3 0 0,-3 1 541,-1 2 0,-4 1 0,1 0-459,9 1 1,0 0 0,-1 1 458,1-1 0,-2 1 0,-1 1 0,0 0 0,-3 2 0,-1 0 0,0 1 0,2 1 0,-4-1 0,2 1 0,-2 1 0,3-2 0,0 2 0,-3 0 0,-4 3 0,11-1 0,-5 2 0,-2 2 0,-1 0 0,0 1 0,1 0 0,3-2 0,3 0 0,-7 2 0,4-1 0,1 0 0,-5 2 0,8-3 0,-5 2 0,-2 1 0,-1 0 0,0 1 0,2-1 0,5-1 0,5-1 0,-6 5 0,7-1 0,-1 1 0,0 3 0,-1 1 0,0 1 0,2-1 0,-1 2 0,3 0 0,-2 1 0,4-2 0,-1 1 0,1 1 0,2 2 0,-4 9 0,4 1 0,2 0 0,6-9 0,2 0 0,0 2 0,-3 8 0,1 1 0,3-1 0,3 2 0,6 2 0,4-4 0,3 4 0,1 1 0,1-3 0,0-4 0,1-3 0,3 4 0,2 0 0,2 6 0,2 1 0,1-3 0,0-5 0,3-2 0,1-4 0,3-1 0,-2 0 0,2 1 0,2 0 0,2-2 0,4-2 0,3-1 0,0-1 0,0-2 0,3 2 0,-1-2 0,3 0 0,-2-2 0,2 1 0,1-2 0,1-1 0,3-2 0,3-3 0,-1 0 0,-1-2 0,4 1 0,-2-2 0,3 0 0,-3-2 0,3 1 0,0-2 0,1-1 0,-8-4 0,1-2 0,0-1 0,-1-1 0,-2 0 0,3 0 0,-3 0 0,0-1 0,2-1 0,0 0 0,0-1 0,2 0 0,0-1 0,1-3 0,1-2 0,1-2 0,1-2 0,-1-1 0,-1 1 0,-4 1 0,3-1 0,-4 1 0,0-1 0,3-2 0,-4 0 0,4-1 0,2-3 0,0 0 0,-1 0 0,-4 1 0,-6 1 0,8-8 0,-8 2 0,2-2 0,-4 2 0,1-1 0,0-2 0,-5-1 0,-5-1 0,-2-2 0,-3 0 0,-1 0 0,0-1 0,-1 1 0,-2-2 0,3-8 0,-2-3 0,-5-1 0,-6 5 0,-5-2 0,-1 1 0,0 3 0,0 4 0,-1 4 0,-2-5 0,-4-3 0,-3-7 0,-2-2 0,0 3 0,1 7 0,0 5 0,1 5 0,-2-1 0,-5-12 0,-2-1 0,4 6 0,5 9 0,4 3 0,13-15 0,11 10 0,13-7 0</inkml:trace>
  <inkml:trace contextRef="#ctx0" brushRef="#br0" timeOffset="2848">14646 13354 5181,'-41'-9'0,"0"1"0,0 0 0,1-1 0,-5 2 0,-4-2 0,0 2 0,2 0 0,6 1-1034,3 1 1,4 2 0,-4 0 1033,-1 0 0,-6 1 0,-3-1 0,0 1 0,3 0 0,6 1 0,-2 1 0,4 0 0,-4 2 0,1 0 0,-7 0 0,-2 1 0,0 1 0,2-1 0,7 1-694,-1 1 0,5 0 1,-3 1 693,-4 0 0,-4 1 0,1 1 0,3 0 0,-3 4 0,4 1 0,2 0 63,8-3 0,1 0 0,-2 3-63,-2 2 0,-3 2 0,-2 2 0,2 0 0,5-2 0,2 0 0,3-2 0,-3 6 0,2 0 0,-5 6 0,-3 3 0,-1 1 0,2 1 0,3-3 0,5-4-63,-3 5 0,5-4 0,-2 4 63,-2 1 0,-4 5 0,-1 2 0,3-3 0,6-4 0,0 7 0,5-4 0,-1 1 0,0 3 0,4-3 0,-1 3 0,2-2 0,-1 6 0,0 1 0,4-7 0,-1 1 0,3 0 0,2 0 0,3 0 0,0-2 0,0 5 0,1 3 0,3-4 0,2 5 0,0 0 0,2-4 0,1 3 0,2-1 0,0 0 0,2 3 0,2-3 0,2-10 0,2-1 0,1-2 0,2 5 0,3-1 0,-3-5 0,1 1 0,5-2 0,11 5 0,6-1 0,-1-3 0,0-1 0,2 0 0,-9-8 0,3 2 0,2-1 0,-1-3 0,9-1 0,1-4 0,-1-1 0,-7-2 0,-2-1 0,3 0 0,-2-2 0,1 1 0,1-1 0,1-2 0,4-2 0,0-2 0,0-1 0,-1 0 0,4 0 0,-3-1 0,4-2 0,-2 1 0,2-2 0,1 0 0,-3 0 0,2-3 0,-2 0 0,0-1 0,1-1 0,1-1 0,1 0 0,-12 2 0,1 0 0,0-1 0,0 0 0,0 0 0,1-1 0,0 0 0,-1 0 0,2-1 0,-1 0 0,1 0 0,-1-1 0,0 0 0,1 0 0,-1 0 0,1-1 0,-2 0 0,1 1 0,-1-1 0,3-2 0,0 0 0,2-3 0,1 0 0,0 1 0,-3 0 0,-1-1 0,-1 2 0,-1-1 0,2-1 0,-1 1 0,1-2 0,1-1 0,-2 1 0,-3 0 0,7-5 0,-4 0 0,-1 0 0,-1-1 0,-1-1 0,0-1 0,-3 1 0,0-2 0,-2 0 0,-1 0 0,-2 0 0,0-5 0,-5 2 0,0-5 0,0-2 0,-1-1 0,-3 0 0,-3 0 0,-2-1 0,-2 0 0,-1-2 0,0 0 0,-1 3 0,0-1 0,-1-1 0,0 0 0,-3 1 0,-1 2 0,-3-10 0,-3 2 0,-2 2 0,-4 4 0,-5 0 0,-5 4 0,-3 3 0,-7 1 0,-4 3 0,1 3 0,5 5 0,1 2 0,-2-1 0,-10-4 0,1-1 0,-1 0 0</inkml:trace>
  <inkml:trace contextRef="#ctx0" brushRef="#br0" timeOffset="4481">9525 15410 5734,'-35'13'0,"20"-7"0,-10 4 0,25-9 0,10-1 0,3-2 0,9-2 0</inkml:trace>
  <inkml:trace contextRef="#ctx0" brushRef="#br0" timeOffset="4816">14583 15211 5734,'3'7'0,"-1"-2"0,1 1 0,-2-3 0,1 0 0,-1-1 0,1 0 0,0-1 0,1 0 0,0 0 0,-1-1 0,-1-1 0,-1-1 0</inkml:trace>
  <inkml:trace contextRef="#ctx0" brushRef="#br0" timeOffset="5841">7043 15285 5734,'1'6'0,"-1"0"0,0 17 0,-1-5 0,0 16 0,0 6 0,1-9 0,1-4 0,-1 2 0,1-2 0,1 0 0,1 3 0,2-1-992,3 17 992,4-16 0,-1-20 239,3-4-239,4-1 0,6-8 0,3-2 0,9-3-361,-5-1 1,2-2 360,-2-3 0,-2-2 0,-5 4 0,1-2 0,11-6 0,5-3 0,-3 2 0,-5 3 0,-1 0-801,2-1 0,3-1 0,-4 3 801,-2 1 0,-1 1 0,0 1 0,2 0-588,0 0 1,1 1 587,1 0 0,1 0 0,2 1 0,2 0 0,0 0 0,1 0 0</inkml:trace>
  <inkml:trace contextRef="#ctx0" brushRef="#br0" timeOffset="6385">10820 15238 5734,'-5'4'0,"-2"9"0,3 1 0,-1 9 0,1 8 0,2 0 0,0 1-836,0 0 1,1-3 835,3-9 0,2-3 524,4 2-524,-2-6 274,5 0-274,9-10 0,1-5-328,13-7 328,-8-2 0,2-3-568,-5 2 0,0 0 568,10-6 0,2-1 0,5-4 0,-1 0 0,-7 5 0,1 0 0,-6 2 0,2 0 0,0 0 0,2 1 0,-1 0 0,0 1 0,4-3 0,1 1 0,-6 2 0,2 1 0,1-1 0,9-3 0,2-1 0,-3 2 0,2-1 0,-1 1 0,2-2 0,0 1 0,0 0 0</inkml:trace>
  <inkml:trace contextRef="#ctx0" brushRef="#br0" timeOffset="6926">14718 14994 5734,'-5'12'0,"-2"9"0,1-4 0,-9 25 0,8-18 0,-4 13 0,8-6 0,3-8 0,4 7 0,7-4 0,1-8 0,8 3 0,4-10 0,5-3 0,-6-3 0,2-2-724,8 3 0,-1-1 724,15-7 0,-13-2-338,0-1 338,1-2 0,2-3 0,-8 3 0,-1-2-1246,16-4 1246,-14 4 0,-2 0 0,10-2 0,-4 1-190,9-6 1,-19 6-1,8-6 1</inkml:trace>
  <inkml:trace contextRef="#ctx0" brushRef="#br0" timeOffset="10559">16881 11521 5734,'-2'4'0,"0"-1"0,3-1 0,2-6 0,-1 1 0,2-2 0,-1 3 0,-1 1 0,3 0 0,2 0 0,-1 0 0,2 0 0,3-1 0,-2 1 0,5-1 0,4 0 0,-2 0 0,5 0 0,5 0 0,-6 0 0,7 0 0,0 1 0,1 0 0,-1 0-347,0 1 0,-1-1 347,-7 1-310,6 0 310,-5 0 0,5 0 0,-1 0 0,-7 0 0,7 0 0,4 0 0,-9 0 0,9 1 0,-6 0 0,-6 1 0,6 0 0,-1 1 0,-4-1 0,4-1 0,-5-1 0,0 0 0,7 2 0,-5-2 0,6 2 0,1-3 0,-6 1 0,5-1 0,-8 0 0,-1 0 672,-1 1-672,-1-1 332,0 1-332,0 0 0,-1-1 0,0 2 0,-1-1 0,7 1 0,-5-1 0,6 0 0,-1-1 0,25-5 0,-16 3-424,14-2 424,-26 3 0,-1 1 0,-1-1 0,1 1 0,6-1 0,-5 1 0,5 0 0,-6 0 0,1 1 424,6 0-424,3 0 0,-1 0 0,5 2 0,-11-1 0,4 0 0,-6 0 0,-1 0 0,2 1 0,-1-1 0,0 0 0,0 0 0,0 1 0,-1-1 0,1 0 0,0 1 0,-1-1 0,1 0 0,-1 0 0,7 0 0,-5-1 0,4 0 0,1-1 0,-4 1 0,4-1 0,-7 1 0,11 0 0,-2 0 0,2 1 0,-2 0 0,-12 1 0,3-2 0,-3 0 0,-2 0 0,2 0 0,0 1 0,-1 0 0,1 1 0,-1 0 0,4 0 0,-3-1 0,4 1 0,11 0 0,-11-1 0,20 0 0,-20 0 0,5-2 0,2 0 0,-6 0 0,4-1 0,-6 1 0,26-3 0,-20 3 0,28-2 0,-32 3 0,6 0 0,3-2 0,-7 1 0,8 0 0,-1 1 0,-6 0 0,7 0 0,-9 0 0,6 0 0,-5 0 0,10 0 0,-11 0 0,5 0 0,4-1 0,0 1 0,-2-1-250,3 1 1,-2 0 249,-11-1 0,-1 1 0,0 0 0,6 0 0,-6 0 0,6 0 0,-3 0 499,7 0-499,1 0 0,-2 0 0,-5-1 0,-5 0 0,-1-1 0,1 1 0,-1 0 0,6 1 0,-4 1 0,16 0 0,-14 0 0,24 2 0,-21-2 0,30 0 0,-25-1 0,5 0 0,1 0 0,-1-1 0,4 2 0,0-1 0,-4 1 0,3 1 0,-1-1 0,-5 1 0,21 3 0,1-1 0,-14 0 0,11 0 0,-12-3 0,-11 0 0,10 0 0,-8-1 0,-4 0 0,4 0 0,6 0 0,-10 0 0,11-1 0,-14 2 0,2-1 0,8 1 0,-4 0 0,4 0 0,0 1 0,-7-1 0,4 1 0,-1 0 0,-6 0 0,4 2 0,-7-3 0,-2 1 0,-1-1 0,0-1 0,-1 1 0,0-1 0,0 0 0,0 1 0,0-1 0,1 1 0,-1-1 0,2 0 0,0 0 0,1 0 0,34 2 0,-14-2-443,-6 1 0,-1 0 443,1-3-627,12 2 627,-19-1 0,14 0 0,-18 0 0,3 0 0,1 1 826,-3 0-826,1 0 687,-6 0-687,5 0 0,-3 0 0,7 0 0,-4-1 0,5 1 0,0-1 0,-7 2 0,5 0 0,-6 0 0,-1-1 0,-1 1 0,-1 0 0,-1 0 0,-2-1 0,3 0 0,-3 0 0,1 0 0,-2 1 0,0 0 0,1 0 0,0-1 0,0 0 0,1 0 0,-1 0 0,2 0 0,-2 1 0,1-1 0,9 0 0,-8 0 0,5 0 0,-11 0 0,-1 0 0,-2-2 0,-1 0 0,-2-1 0,-11 0 0,-15-3 0,-2 0 0,-7-2 0</inkml:trace>
  <inkml:trace contextRef="#ctx0" brushRef="#br0" timeOffset="14383">6550 15548 3522,'-36'3'0,"1"0"0,-1 0 0,0 1 0,-1 1 0,-1 0 0,3-1-1093,-2 2 1,2-1 0,-1 1 1010,-7 1 0,-2 0 1,-1 3 81,7 1 0,-1 1 0,0 1 0,3-1 0,4-1 0,1 0 0,-1 1 0,-3 1 0,-2 1 0,0 1 0,3 0 0,-2 3 0,3 1 0,1-1 0,-6 3 0,1 1 0,6-3 0,-2 2 0,2 0 0,0 0 0,1 2 0,2-2 0,-5 5 0,0 1 0,7-6 0,-2 2 0,0 2 0,0 2 0,-1 2 0,0 1 0,2-2 0,0 1 0,3-2 0,-2 1 0,0 1 0,-2 1 0,1 0 0,4-3 0,-4 7 0,5-3 0,8-10 0,2 0 0,-3 9 0,2 1 0,5-9 0,2 2 0,4 8 0,2 3 0,4-3 0,2-5 0,4-1 0,6 16 0,5-2 0,-3-18 0,6-1 0,4-2 0,5 3 0,3-2 0,-2-1 0,-1-1 0,-1-1 0,4 0 0,5 2 0,5 2 0,0 0 0,-2-4 0,0-2 0,-2-3 0,4-1 0,-3-1 0,3-1 0,2-1 0,1 0 0,-3 0 0,-6-2 0,-2-1 0,0-1 0,2 1 0,1-1 0,3 0 0,2 0 0,1 0 0,1 0 0,-1-2 0,-2 0 0,0-1 0,-2-1 0,0-1 0,0 0 0,0-1 0,2 0 0,1 0 0,0-1 0,0 0 0,0 0 0,1-1 0,-1 0 0,1 0 0,0-1 0,1 0 0,-1 0 0,1-1 0,0 0 0,-1 0 0,1-1 0,0 1 0,-1-2 0,1 1 0,-1-1 0,0 1 0,1-2 0,-1 1 0,0 0 0,1-1 0,-1-1 0,-1 1 0,1-1 0,-1 0 0,0 0 0,0-1 0,0 1 0,-1-1 0,1-1 0,-1 0 0,0 1 0,-1-1 0,0-1 0,0 1 0,0-1 0,-1 0 0,0 0 0,-1-1 0,1 0 0,-2 0 0,1 0 0,-2 0 0,-1 0 0,1 0 0,0-1 0,1-1 0,0-1 0,2-2 0,1 0 0,0-1 0,-1 1 0,-3 1 0,-3 0 0,-1 1 0,-1 0 0,-1-1 0,2 0 0,6-4 0,1 0 0,0-1 0,-1-1 0,-4 0 0,1-2 0,-3-2 0,-2 0 0,-2 2 0,-1-1 0,-2 1 0,-1-1 0,4-6 0,0-1 0,-6 2 0,-7 1 0,-5 1 0,-3 2 0,-3 1 0,-3 2 0,-2 0 0,-7-19 0,-6 5 0,-1 16 0,-1 2 0,-8-9 0,-5-5 0,11 14 0</inkml:trace>
  <inkml:trace contextRef="#ctx0" brushRef="#br0" timeOffset="14997">13342 15706 4782,'-43'-11'0,"0"-1"0,0 1 0,1 0 0,0 0 0,2 2-1093,7 1 1,2 2 0,-3 0 1070,-3 0 1,-4 0-1,0 1 1,3 0-452,-4 0 0,1 1 0,-1-1 473,2 1 0,-3 0 0,0 1 0,0 0 0,-2 1 0,0 1 0,0 0 0,2 0 0,-5 1 0,3-1 0,-3 1 0,4 0 0,-2 1 0,-1 0 0,0 0 0,0 2 0,-1 1 0,1 1 0,2-1 0,8 0 0,1 1 0,1-1 0,-2 1 0,-9 1 0,-1 1 0,-1 0 0,1 2 0,8-1 0,0 2 0,1 0 0,1 0 0,0 0 0,0 0 0,2 0 0,0 1 0,-1 0 0,1 1 0,-2-1 0,0 1 0,0 1 0,-1 3 0,3 0 0,-2 3 0,0 2 0,1-1 0,2 0 0,1-1 0,0 1 0,2-2 0,0 1 0,-2 3 0,-1 2 0,-5 4 0,0 1 0,0 1 0,3-1 0,6-3 0,0 3 0,5-1 0,0 1 0,1-1 0,0 1 0,1 0 0,3-1 0,-5 9 0,7 6 0,15-8 0,3 8 0,4 2 0,1-1 0,1-6 0,1-2 0,1-4 0,3 3 0,1 2 0,2 6 0,2 0 0,2-4 0,2-8 0,7-8 0,2-7 0,4-1 0,6 2 0,5 0 0,2-2 0,-2-1 0,-6-3 0,-3 0 0,3-2 0,3 0 0,-3-1 0,5-1 0,2 0 0,1 0 0,0-1 0,-2-1 0,-3-1 0,0 0 0,-2-2 0,-1 0 0,1-1 0,2 1 0,2-2 0,3 1 0,0 0 0,0-2 0,0 1 0,-4-2 0,-1 0 0,-4 0 0,1-1 0,0-1 0,2-1 0,3 0 0,2-1 0,2 0 0,0-2 0,0 1 0,-1-1 0,1 0 0,0-1 0,-1-1 0,1 1 0,0-1 0,-1 1 0,0-1 0,0 1 0,0-1 0,-1 0 0,0 0 0,-1 0 0,3-2 0,1 0 0,-2 0 0,-2-1 0,-3 1 0,6-2 0,-4 0 0,-2-1 0,-2 2 0,-2-1 0,1-1 0,4-3 0,1-1 0,-4 0 0,2-1 0,-3-1 0,6-4 0,-5 0 0,-6-6 0,-13-1 0,-10 2 419,-11-1-419,-6 1 0,-5 1 0,-3 0 0,-2-1 0</inkml:trace>
  <inkml:trace contextRef="#ctx0" brushRef="#br0" timeOffset="15756">18069 15386 5734,'-48'-9'0,"1"0"0,6 3 0,-2-1 0,3 1-1639,-1 0 1,1 1 909,5 1 1,-3-1-1,-1 1 729,-4 0 0,-1 0 0,1 0 0,8 1 0,0 0 0,-1 0 0,-10-1 0,-2 0 0,-2 1-68,11 1 0,-1 0 0,1 1 1,1-1 67,-3 1 0,2-1 0,-6 2 0,4 0 0,-6 0 0,-3 1 0,0 0 0,2 1 0,5-1 0,3 1 0,4-1 0,0 1 0,-3 1 0,-5-1 0,-4 1 0,-1 1 0,0 0 0,3 0 0,-2 2 0,1 1 0,2 0 0,2 0 0,-5 1 0,3 1 0,-3 0 0,6-1 0,-2-1 0,-2 3 0,-4 2 0,12-1 0,-5 3 0,-1 1 0,-2 1 0,0 1 0,2-1 0,2 0 0,4-3 0,-8 4 0,5-1 0,0 0 0,-4 2 0,7-4 0,-4 3 0,-3 1 0,-1 0 0,1 0 0,2 0 0,4-1 0,6-1 0,-6 5 0,6-2 0,-1 4 0,3 1 0,-3 3 0,0 3 0,0-1 0,5-2 0,-4 3 0,3-1 0,0 4 0,3-7 0,-1 3 0,0 1 0,2 1 0,7 1 0,4 7 0,6 2 0,3 0 0,2-4 0,1-2 0,1-2 0,3 2 0,0 2 0,1 4 0,4-1 0,7-2 0,9-8 0,6-2 0,6-1 0,1-2 0,0-2 0,2 0 0,1-3 0,1-2 0,2 1 0,1 0 0,-3 1 0,2 0 0,1 1 0,0-1 0,1-2 0,0-2 0,-2-3 0,2-2 0,-1-1 0,1-1 0,-1-1 0,-2-1 0,2 0 0,-3-1 0,0-1 0,2-1 0,2 0 0,-1 0 0,4-1 0,1-1 0,0 1 0,1-1 0,-1 0 0,-3-1 0,-1 1 0,-1-1 0,-2 0 0,1-1 0,1 1 0,1-1 0,2 0 0,2 0 0,0 0 0,1-1 0,1 0 0,-2 0 0,1-2 0,-3 1 0,1-2 0,0 0 0,-1-1 0,0 0 0,-2 1 0,-1-1 0,6-1 0,-3 1 0,0-1 0,0 0 0,1-1 0,0 1 0,1-1 0,2 0 0,-1-1 0,-1 0 0,-2-1 0,3-2 0,-2 0 0,0-1 0,-3-1 0,-1 2 0,-2-1 0,-3 1 0,0-1 0,1 0 0,5-3 0,3-1 0,-3 0 0,-5 0 0,6-5 0,-6-2 0,0-8 0,-6-1 0,-12 8 0,-5-2 0,0-5 0,-8 1 0,-18-13 0,-15 2 0,8 21 0,-2 1 0,-4 0 0,-1 0 0,-4 1 0,-1 1 0,-2 1 0,-2 0 0,-2 1 0,0 1 0,-1 0 0,-1 1 0,0 0 0,-1 0 0</inkml:trace>
  <inkml:trace contextRef="#ctx0" brushRef="#br0" timeOffset="19570">9147 16292 5734,'28'2'0,"0"-1"0,-7 1 0,14 6 0,-6 1 0,9 6 0,-13 1 0,-1 3 0,7 5 0,-9 0 0,2 7 0,-3-3 0,-8-2 0,-1 1-1067,7 10 1,-4 0 1066,-6 10 0,-8-14 0,-3-1 0,0 11 0,-1-11 0,-1 2 0,-1-8 0,-1-2 0,-3 14 94,2-14 0,-1 1-94,-6 19 0,2-12 0,-3 6 0,3-9 0,4-10 0,-2 2 0,4-12 0,2-5 0,0-6 0,2-2 1588,1-11-1588,1 3 0,2-9 0,0 4 0</inkml:trace>
  <inkml:trace contextRef="#ctx0" brushRef="#br0" timeOffset="19841">9419 16799 5734,'-1'15'0,"0"0"0,0-1 0,-2 18 0,1-10 0,-2 24 0,3-22 0,0 6 0,1-1 0,1-7 0,0 3 0,4-2 0,-2-9 0,2 2 0,1-12 0,-2-5 0,4-4 0,3-15 0,-3 5 0,8-23 0,-10 23 0,3-7 0,-3 11 0,-1 4 0,13-5 0,-6 7 0,10-3 0</inkml:trace>
  <inkml:trace contextRef="#ctx0" brushRef="#br0" timeOffset="20947">13372 16790 5734,'29'7'0,"0"1"0,-2 0 0,-1 1 0,2 4 0,-1 2-2812,14 10 2812,-16-8 0,1 1 0,0 9 0,-1 1 0,4 9 0,-6-1 0,-3 1 0,-9 0 0,-5-13 0,-2 2 70,-4 0 0,-1 0-70,-3 14 0,-1-7 0,-1-1 0,-3 2-132,-3 9 132,4-19 0,0-1 0,1-7 0,0-6 0,0-4 0</inkml:trace>
  <inkml:trace contextRef="#ctx0" brushRef="#br0" timeOffset="21244">13509 17224 5734,'7'10'0,"8"14"0,-2-1-682,8 13 682,-5-6-1083,2 0 1083,0 1 0,-5-11 0,1 1 0,6 8 0,4 5 278,-5-10-278,-6-8 0,6 1 0,-7-14 307,13-10-307,0-11 0,0-5 0,-2 5 0,0 0 0,10-11 0,-1 0 0</inkml:trace>
  <inkml:trace contextRef="#ctx0" brushRef="#br0" timeOffset="21814">17878 16664 5734,'13'13'0,"-1"-1"0,3 7 0,0 9 0,-4-5-1317,1 11 1317,-8-8 0,-12 4 0,-7 6 0,0-3 0,2-6 0,-1 0-975,-5 9 1,-3 4-1,-1-6 975,1-8 0,-1-2 0,-3 2 0,0 0 0,-4 2 0,0-1 0,-1 2 0,-3 0-471,0-2 0,-3 1 0,2-1 471,7-6 0,1-1 0,-2 1-27,-8 5 0,-1 1 1,2-3 26,-2 1 0,-1-1 0,9-6 0,-3 2 0,0 0 0,3-3 0,-9 5 0,1 0 0,1-1 0,-2 0 0,6-2 0,10-8 0,1-1 0,-4 2 0,0-1 0,-11 3 0,-7-1 0,17-7 0,0-4 0</inkml:trace>
  <inkml:trace contextRef="#ctx0" brushRef="#br0" timeOffset="22187">16760 17436 5734,'-3'16'0,"0"-3"0,-7 19 0,2-9 0,-2 10 0,-3 3 0,4-8 0,-4 15-1216,8-20 1216,1 6 54,12-8-54,4-8 0,8 1 0,15-14 0,-5-3 0,0-3 0,1-2 0,7-6-123,-12 4 0,0-1 123,0-2 0,-1-1 0,0 1 0,-1 0 0,4-3 0,-2 0 0,7-5 0,-12 5 0</inkml:trace>
  <inkml:trace contextRef="#ctx0" brushRef="#br0" timeOffset="22473">18023 17472 5734,'-19'19'0,"2"-7"0,6-10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675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75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75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675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E0B4014-25B1-403B-AFCC-EB4F90D9DA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21635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913735" y="4343060"/>
            <a:ext cx="5028262" cy="4115716"/>
          </a:xfrm>
        </p:spPr>
        <p:txBody>
          <a:bodyPr/>
          <a:lstStyle>
            <a:defPPr lvl="0">
              <a:buClr>
                <a:srgbClr val="000000"/>
              </a:buClr>
              <a:buSzPct val="100000"/>
              <a:buFont typeface="Times New Roman" pitchFamily="18"/>
              <a:buNone/>
            </a:defPPr>
            <a:lvl1pPr lvl="0">
              <a:buClr>
                <a:srgbClr val="000000"/>
              </a:buClr>
              <a:buSzPct val="100000"/>
              <a:buFont typeface="Times New Roman" pitchFamily="18"/>
              <a:buChar char="•"/>
            </a:lvl1pPr>
            <a:lvl2pPr lvl="1">
              <a:buClr>
                <a:srgbClr val="000000"/>
              </a:buClr>
              <a:buSzPct val="100000"/>
              <a:buFont typeface="Times New Roman" pitchFamily="18"/>
              <a:buChar char="•"/>
            </a:lvl2pPr>
            <a:lvl3pPr lvl="2">
              <a:buClr>
                <a:srgbClr val="000000"/>
              </a:buClr>
              <a:buSzPct val="100000"/>
              <a:buFont typeface="Times New Roman" pitchFamily="18"/>
              <a:buChar char="•"/>
            </a:lvl3pPr>
            <a:lvl4pPr lvl="3">
              <a:buClr>
                <a:srgbClr val="000000"/>
              </a:buClr>
              <a:buSzPct val="100000"/>
              <a:buFont typeface="Times New Roman" pitchFamily="18"/>
              <a:buChar char="•"/>
            </a:lvl4pPr>
            <a:lvl5pPr lvl="4">
              <a:buClr>
                <a:srgbClr val="000000"/>
              </a:buClr>
              <a:buSzPct val="100000"/>
              <a:buFont typeface="Times New Roman" pitchFamily="18"/>
              <a:buChar char="•"/>
            </a:lvl5pPr>
            <a:lvl6pPr lvl="5">
              <a:buClr>
                <a:srgbClr val="000000"/>
              </a:buClr>
              <a:buSzPct val="100000"/>
              <a:buFont typeface="Times New Roman" pitchFamily="18"/>
              <a:buChar char="•"/>
            </a:lvl6pPr>
            <a:lvl7pPr lvl="6">
              <a:buClr>
                <a:srgbClr val="000000"/>
              </a:buClr>
              <a:buSzPct val="100000"/>
              <a:buFont typeface="Times New Roman" pitchFamily="18"/>
              <a:buChar char="•"/>
            </a:lvl7pPr>
            <a:lvl8pPr lvl="7">
              <a:buClr>
                <a:srgbClr val="000000"/>
              </a:buClr>
              <a:buSzPct val="100000"/>
              <a:buFont typeface="Times New Roman" pitchFamily="18"/>
              <a:buChar char="•"/>
            </a:lvl8pPr>
            <a:lvl9pPr lvl="8">
              <a:buClr>
                <a:srgbClr val="000000"/>
              </a:buClr>
              <a:buSzPct val="100000"/>
              <a:buFont typeface="Times New Roman" pitchFamily="18"/>
              <a:buChar char="•"/>
            </a:lvl9pPr>
          </a:lstStyle>
          <a:p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913735" y="4343060"/>
            <a:ext cx="5028262" cy="4115716"/>
          </a:xfrm>
        </p:spPr>
        <p:txBody>
          <a:bodyPr/>
          <a:lstStyle>
            <a:defPPr lvl="0">
              <a:buClr>
                <a:srgbClr val="000000"/>
              </a:buClr>
              <a:buSzPct val="100000"/>
              <a:buFont typeface="Times New Roman" pitchFamily="18"/>
              <a:buNone/>
            </a:defPPr>
            <a:lvl1pPr lvl="0">
              <a:buClr>
                <a:srgbClr val="000000"/>
              </a:buClr>
              <a:buSzPct val="100000"/>
              <a:buFont typeface="Times New Roman" pitchFamily="18"/>
              <a:buChar char="•"/>
            </a:lvl1pPr>
            <a:lvl2pPr lvl="1">
              <a:buClr>
                <a:srgbClr val="000000"/>
              </a:buClr>
              <a:buSzPct val="100000"/>
              <a:buFont typeface="Times New Roman" pitchFamily="18"/>
              <a:buChar char="•"/>
            </a:lvl2pPr>
            <a:lvl3pPr lvl="2">
              <a:buClr>
                <a:srgbClr val="000000"/>
              </a:buClr>
              <a:buSzPct val="100000"/>
              <a:buFont typeface="Times New Roman" pitchFamily="18"/>
              <a:buChar char="•"/>
            </a:lvl3pPr>
            <a:lvl4pPr lvl="3">
              <a:buClr>
                <a:srgbClr val="000000"/>
              </a:buClr>
              <a:buSzPct val="100000"/>
              <a:buFont typeface="Times New Roman" pitchFamily="18"/>
              <a:buChar char="•"/>
            </a:lvl4pPr>
            <a:lvl5pPr lvl="4">
              <a:buClr>
                <a:srgbClr val="000000"/>
              </a:buClr>
              <a:buSzPct val="100000"/>
              <a:buFont typeface="Times New Roman" pitchFamily="18"/>
              <a:buChar char="•"/>
            </a:lvl5pPr>
            <a:lvl6pPr lvl="5">
              <a:buClr>
                <a:srgbClr val="000000"/>
              </a:buClr>
              <a:buSzPct val="100000"/>
              <a:buFont typeface="Times New Roman" pitchFamily="18"/>
              <a:buChar char="•"/>
            </a:lvl6pPr>
            <a:lvl7pPr lvl="6">
              <a:buClr>
                <a:srgbClr val="000000"/>
              </a:buClr>
              <a:buSzPct val="100000"/>
              <a:buFont typeface="Times New Roman" pitchFamily="18"/>
              <a:buChar char="•"/>
            </a:lvl7pPr>
            <a:lvl8pPr lvl="7">
              <a:buClr>
                <a:srgbClr val="000000"/>
              </a:buClr>
              <a:buSzPct val="100000"/>
              <a:buFont typeface="Times New Roman" pitchFamily="18"/>
              <a:buChar char="•"/>
            </a:lvl8pPr>
            <a:lvl9pPr lvl="8">
              <a:buClr>
                <a:srgbClr val="000000"/>
              </a:buClr>
              <a:buSzPct val="100000"/>
              <a:buFont typeface="Times New Roman" pitchFamily="18"/>
              <a:buChar char="•"/>
            </a:lvl9pPr>
          </a:lstStyle>
          <a:p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913735" y="4343060"/>
            <a:ext cx="5028262" cy="4115716"/>
          </a:xfrm>
        </p:spPr>
        <p:txBody>
          <a:bodyPr/>
          <a:lstStyle>
            <a:defPPr lvl="0">
              <a:buClr>
                <a:srgbClr val="000000"/>
              </a:buClr>
              <a:buSzPct val="100000"/>
              <a:buFont typeface="Times New Roman" pitchFamily="18"/>
              <a:buNone/>
            </a:defPPr>
            <a:lvl1pPr lvl="0">
              <a:buClr>
                <a:srgbClr val="000000"/>
              </a:buClr>
              <a:buSzPct val="100000"/>
              <a:buFont typeface="Times New Roman" pitchFamily="18"/>
              <a:buChar char="•"/>
            </a:lvl1pPr>
            <a:lvl2pPr lvl="1">
              <a:buClr>
                <a:srgbClr val="000000"/>
              </a:buClr>
              <a:buSzPct val="100000"/>
              <a:buFont typeface="Times New Roman" pitchFamily="18"/>
              <a:buChar char="•"/>
            </a:lvl2pPr>
            <a:lvl3pPr lvl="2">
              <a:buClr>
                <a:srgbClr val="000000"/>
              </a:buClr>
              <a:buSzPct val="100000"/>
              <a:buFont typeface="Times New Roman" pitchFamily="18"/>
              <a:buChar char="•"/>
            </a:lvl3pPr>
            <a:lvl4pPr lvl="3">
              <a:buClr>
                <a:srgbClr val="000000"/>
              </a:buClr>
              <a:buSzPct val="100000"/>
              <a:buFont typeface="Times New Roman" pitchFamily="18"/>
              <a:buChar char="•"/>
            </a:lvl4pPr>
            <a:lvl5pPr lvl="4">
              <a:buClr>
                <a:srgbClr val="000000"/>
              </a:buClr>
              <a:buSzPct val="100000"/>
              <a:buFont typeface="Times New Roman" pitchFamily="18"/>
              <a:buChar char="•"/>
            </a:lvl5pPr>
            <a:lvl6pPr lvl="5">
              <a:buClr>
                <a:srgbClr val="000000"/>
              </a:buClr>
              <a:buSzPct val="100000"/>
              <a:buFont typeface="Times New Roman" pitchFamily="18"/>
              <a:buChar char="•"/>
            </a:lvl6pPr>
            <a:lvl7pPr lvl="6">
              <a:buClr>
                <a:srgbClr val="000000"/>
              </a:buClr>
              <a:buSzPct val="100000"/>
              <a:buFont typeface="Times New Roman" pitchFamily="18"/>
              <a:buChar char="•"/>
            </a:lvl7pPr>
            <a:lvl8pPr lvl="7">
              <a:buClr>
                <a:srgbClr val="000000"/>
              </a:buClr>
              <a:buSzPct val="100000"/>
              <a:buFont typeface="Times New Roman" pitchFamily="18"/>
              <a:buChar char="•"/>
            </a:lvl8pPr>
            <a:lvl9pPr lvl="8">
              <a:buClr>
                <a:srgbClr val="000000"/>
              </a:buClr>
              <a:buSzPct val="100000"/>
              <a:buFont typeface="Times New Roman" pitchFamily="18"/>
              <a:buChar char="•"/>
            </a:lvl9pPr>
          </a:lstStyle>
          <a:p>
            <a:endParaRPr lang="en-GB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913735" y="4343060"/>
            <a:ext cx="5028262" cy="4115716"/>
          </a:xfrm>
        </p:spPr>
        <p:txBody>
          <a:bodyPr/>
          <a:lstStyle>
            <a:defPPr lvl="0">
              <a:buClr>
                <a:srgbClr val="000000"/>
              </a:buClr>
              <a:buSzPct val="100000"/>
              <a:buFont typeface="Times New Roman" pitchFamily="18"/>
              <a:buNone/>
            </a:defPPr>
            <a:lvl1pPr lvl="0">
              <a:buClr>
                <a:srgbClr val="000000"/>
              </a:buClr>
              <a:buSzPct val="100000"/>
              <a:buFont typeface="Times New Roman" pitchFamily="18"/>
              <a:buChar char="•"/>
            </a:lvl1pPr>
            <a:lvl2pPr lvl="1">
              <a:buClr>
                <a:srgbClr val="000000"/>
              </a:buClr>
              <a:buSzPct val="100000"/>
              <a:buFont typeface="Times New Roman" pitchFamily="18"/>
              <a:buChar char="•"/>
            </a:lvl2pPr>
            <a:lvl3pPr lvl="2">
              <a:buClr>
                <a:srgbClr val="000000"/>
              </a:buClr>
              <a:buSzPct val="100000"/>
              <a:buFont typeface="Times New Roman" pitchFamily="18"/>
              <a:buChar char="•"/>
            </a:lvl3pPr>
            <a:lvl4pPr lvl="3">
              <a:buClr>
                <a:srgbClr val="000000"/>
              </a:buClr>
              <a:buSzPct val="100000"/>
              <a:buFont typeface="Times New Roman" pitchFamily="18"/>
              <a:buChar char="•"/>
            </a:lvl4pPr>
            <a:lvl5pPr lvl="4">
              <a:buClr>
                <a:srgbClr val="000000"/>
              </a:buClr>
              <a:buSzPct val="100000"/>
              <a:buFont typeface="Times New Roman" pitchFamily="18"/>
              <a:buChar char="•"/>
            </a:lvl5pPr>
            <a:lvl6pPr lvl="5">
              <a:buClr>
                <a:srgbClr val="000000"/>
              </a:buClr>
              <a:buSzPct val="100000"/>
              <a:buFont typeface="Times New Roman" pitchFamily="18"/>
              <a:buChar char="•"/>
            </a:lvl6pPr>
            <a:lvl7pPr lvl="6">
              <a:buClr>
                <a:srgbClr val="000000"/>
              </a:buClr>
              <a:buSzPct val="100000"/>
              <a:buFont typeface="Times New Roman" pitchFamily="18"/>
              <a:buChar char="•"/>
            </a:lvl7pPr>
            <a:lvl8pPr lvl="7">
              <a:buClr>
                <a:srgbClr val="000000"/>
              </a:buClr>
              <a:buSzPct val="100000"/>
              <a:buFont typeface="Times New Roman" pitchFamily="18"/>
              <a:buChar char="•"/>
            </a:lvl8pPr>
            <a:lvl9pPr lvl="8">
              <a:buClr>
                <a:srgbClr val="000000"/>
              </a:buClr>
              <a:buSzPct val="100000"/>
              <a:buFont typeface="Times New Roman" pitchFamily="18"/>
              <a:buChar char="•"/>
            </a:lvl9pPr>
          </a:lstStyle>
          <a:p>
            <a:endParaRPr lang="en-GB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913735" y="4343060"/>
            <a:ext cx="5028262" cy="4115716"/>
          </a:xfrm>
        </p:spPr>
        <p:txBody>
          <a:bodyPr/>
          <a:lstStyle>
            <a:defPPr lvl="0">
              <a:buClr>
                <a:srgbClr val="000000"/>
              </a:buClr>
              <a:buSzPct val="100000"/>
              <a:buFont typeface="Times New Roman" pitchFamily="18"/>
              <a:buNone/>
            </a:defPPr>
            <a:lvl1pPr lvl="0">
              <a:buClr>
                <a:srgbClr val="000000"/>
              </a:buClr>
              <a:buSzPct val="100000"/>
              <a:buFont typeface="Times New Roman" pitchFamily="18"/>
              <a:buChar char="•"/>
            </a:lvl1pPr>
            <a:lvl2pPr lvl="1">
              <a:buClr>
                <a:srgbClr val="000000"/>
              </a:buClr>
              <a:buSzPct val="100000"/>
              <a:buFont typeface="Times New Roman" pitchFamily="18"/>
              <a:buChar char="•"/>
            </a:lvl2pPr>
            <a:lvl3pPr lvl="2">
              <a:buClr>
                <a:srgbClr val="000000"/>
              </a:buClr>
              <a:buSzPct val="100000"/>
              <a:buFont typeface="Times New Roman" pitchFamily="18"/>
              <a:buChar char="•"/>
            </a:lvl3pPr>
            <a:lvl4pPr lvl="3">
              <a:buClr>
                <a:srgbClr val="000000"/>
              </a:buClr>
              <a:buSzPct val="100000"/>
              <a:buFont typeface="Times New Roman" pitchFamily="18"/>
              <a:buChar char="•"/>
            </a:lvl4pPr>
            <a:lvl5pPr lvl="4">
              <a:buClr>
                <a:srgbClr val="000000"/>
              </a:buClr>
              <a:buSzPct val="100000"/>
              <a:buFont typeface="Times New Roman" pitchFamily="18"/>
              <a:buChar char="•"/>
            </a:lvl5pPr>
            <a:lvl6pPr lvl="5">
              <a:buClr>
                <a:srgbClr val="000000"/>
              </a:buClr>
              <a:buSzPct val="100000"/>
              <a:buFont typeface="Times New Roman" pitchFamily="18"/>
              <a:buChar char="•"/>
            </a:lvl6pPr>
            <a:lvl7pPr lvl="6">
              <a:buClr>
                <a:srgbClr val="000000"/>
              </a:buClr>
              <a:buSzPct val="100000"/>
              <a:buFont typeface="Times New Roman" pitchFamily="18"/>
              <a:buChar char="•"/>
            </a:lvl7pPr>
            <a:lvl8pPr lvl="7">
              <a:buClr>
                <a:srgbClr val="000000"/>
              </a:buClr>
              <a:buSzPct val="100000"/>
              <a:buFont typeface="Times New Roman" pitchFamily="18"/>
              <a:buChar char="•"/>
            </a:lvl8pPr>
            <a:lvl9pPr lvl="8">
              <a:buClr>
                <a:srgbClr val="000000"/>
              </a:buClr>
              <a:buSzPct val="100000"/>
              <a:buFont typeface="Times New Roman" pitchFamily="18"/>
              <a:buChar char="•"/>
            </a:lvl9pPr>
          </a:lstStyle>
          <a:p>
            <a:endParaRPr lang="en-GB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913735" y="4343060"/>
            <a:ext cx="5028262" cy="4115716"/>
          </a:xfrm>
        </p:spPr>
        <p:txBody>
          <a:bodyPr/>
          <a:lstStyle>
            <a:defPPr lvl="0">
              <a:buClr>
                <a:srgbClr val="000000"/>
              </a:buClr>
              <a:buSzPct val="100000"/>
              <a:buFont typeface="Times New Roman" pitchFamily="18"/>
              <a:buNone/>
            </a:defPPr>
            <a:lvl1pPr lvl="0">
              <a:buClr>
                <a:srgbClr val="000000"/>
              </a:buClr>
              <a:buSzPct val="100000"/>
              <a:buFont typeface="Times New Roman" pitchFamily="18"/>
              <a:buChar char="•"/>
            </a:lvl1pPr>
            <a:lvl2pPr lvl="1">
              <a:buClr>
                <a:srgbClr val="000000"/>
              </a:buClr>
              <a:buSzPct val="100000"/>
              <a:buFont typeface="Times New Roman" pitchFamily="18"/>
              <a:buChar char="•"/>
            </a:lvl2pPr>
            <a:lvl3pPr lvl="2">
              <a:buClr>
                <a:srgbClr val="000000"/>
              </a:buClr>
              <a:buSzPct val="100000"/>
              <a:buFont typeface="Times New Roman" pitchFamily="18"/>
              <a:buChar char="•"/>
            </a:lvl3pPr>
            <a:lvl4pPr lvl="3">
              <a:buClr>
                <a:srgbClr val="000000"/>
              </a:buClr>
              <a:buSzPct val="100000"/>
              <a:buFont typeface="Times New Roman" pitchFamily="18"/>
              <a:buChar char="•"/>
            </a:lvl4pPr>
            <a:lvl5pPr lvl="4">
              <a:buClr>
                <a:srgbClr val="000000"/>
              </a:buClr>
              <a:buSzPct val="100000"/>
              <a:buFont typeface="Times New Roman" pitchFamily="18"/>
              <a:buChar char="•"/>
            </a:lvl5pPr>
            <a:lvl6pPr lvl="5">
              <a:buClr>
                <a:srgbClr val="000000"/>
              </a:buClr>
              <a:buSzPct val="100000"/>
              <a:buFont typeface="Times New Roman" pitchFamily="18"/>
              <a:buChar char="•"/>
            </a:lvl6pPr>
            <a:lvl7pPr lvl="6">
              <a:buClr>
                <a:srgbClr val="000000"/>
              </a:buClr>
              <a:buSzPct val="100000"/>
              <a:buFont typeface="Times New Roman" pitchFamily="18"/>
              <a:buChar char="•"/>
            </a:lvl7pPr>
            <a:lvl8pPr lvl="7">
              <a:buClr>
                <a:srgbClr val="000000"/>
              </a:buClr>
              <a:buSzPct val="100000"/>
              <a:buFont typeface="Times New Roman" pitchFamily="18"/>
              <a:buChar char="•"/>
            </a:lvl8pPr>
            <a:lvl9pPr lvl="8">
              <a:buClr>
                <a:srgbClr val="000000"/>
              </a:buClr>
              <a:buSzPct val="100000"/>
              <a:buFont typeface="Times New Roman" pitchFamily="18"/>
              <a:buChar char="•"/>
            </a:lvl9pPr>
          </a:lstStyle>
          <a:p>
            <a:endParaRPr lang="en-GB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913735" y="4343060"/>
            <a:ext cx="5028262" cy="4115716"/>
          </a:xfrm>
        </p:spPr>
        <p:txBody>
          <a:bodyPr/>
          <a:lstStyle>
            <a:defPPr lvl="0">
              <a:buClr>
                <a:srgbClr val="000000"/>
              </a:buClr>
              <a:buSzPct val="100000"/>
              <a:buFont typeface="Times New Roman" pitchFamily="18"/>
              <a:buNone/>
            </a:defPPr>
            <a:lvl1pPr lvl="0">
              <a:buClr>
                <a:srgbClr val="000000"/>
              </a:buClr>
              <a:buSzPct val="100000"/>
              <a:buFont typeface="Times New Roman" pitchFamily="18"/>
              <a:buChar char="•"/>
            </a:lvl1pPr>
            <a:lvl2pPr lvl="1">
              <a:buClr>
                <a:srgbClr val="000000"/>
              </a:buClr>
              <a:buSzPct val="100000"/>
              <a:buFont typeface="Times New Roman" pitchFamily="18"/>
              <a:buChar char="•"/>
            </a:lvl2pPr>
            <a:lvl3pPr lvl="2">
              <a:buClr>
                <a:srgbClr val="000000"/>
              </a:buClr>
              <a:buSzPct val="100000"/>
              <a:buFont typeface="Times New Roman" pitchFamily="18"/>
              <a:buChar char="•"/>
            </a:lvl3pPr>
            <a:lvl4pPr lvl="3">
              <a:buClr>
                <a:srgbClr val="000000"/>
              </a:buClr>
              <a:buSzPct val="100000"/>
              <a:buFont typeface="Times New Roman" pitchFamily="18"/>
              <a:buChar char="•"/>
            </a:lvl4pPr>
            <a:lvl5pPr lvl="4">
              <a:buClr>
                <a:srgbClr val="000000"/>
              </a:buClr>
              <a:buSzPct val="100000"/>
              <a:buFont typeface="Times New Roman" pitchFamily="18"/>
              <a:buChar char="•"/>
            </a:lvl5pPr>
            <a:lvl6pPr lvl="5">
              <a:buClr>
                <a:srgbClr val="000000"/>
              </a:buClr>
              <a:buSzPct val="100000"/>
              <a:buFont typeface="Times New Roman" pitchFamily="18"/>
              <a:buChar char="•"/>
            </a:lvl6pPr>
            <a:lvl7pPr lvl="6">
              <a:buClr>
                <a:srgbClr val="000000"/>
              </a:buClr>
              <a:buSzPct val="100000"/>
              <a:buFont typeface="Times New Roman" pitchFamily="18"/>
              <a:buChar char="•"/>
            </a:lvl7pPr>
            <a:lvl8pPr lvl="7">
              <a:buClr>
                <a:srgbClr val="000000"/>
              </a:buClr>
              <a:buSzPct val="100000"/>
              <a:buFont typeface="Times New Roman" pitchFamily="18"/>
              <a:buChar char="•"/>
            </a:lvl8pPr>
            <a:lvl9pPr lvl="8">
              <a:buClr>
                <a:srgbClr val="000000"/>
              </a:buClr>
              <a:buSzPct val="100000"/>
              <a:buFont typeface="Times New Roman" pitchFamily="18"/>
              <a:buChar char="•"/>
            </a:lvl9pPr>
          </a:lstStyle>
          <a:p>
            <a:endParaRPr lang="en-GB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352550" y="630238"/>
            <a:ext cx="4210050" cy="3157537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922084" y="3998399"/>
            <a:ext cx="5071462" cy="3788620"/>
          </a:xfrm>
        </p:spPr>
        <p:txBody>
          <a:bodyPr/>
          <a:lstStyle>
            <a:defPPr lvl="0">
              <a:buClr>
                <a:srgbClr val="000000"/>
              </a:buClr>
              <a:buSzPct val="100000"/>
              <a:buFont typeface="Times New Roman" pitchFamily="18"/>
              <a:buNone/>
            </a:defPPr>
            <a:lvl1pPr lvl="0">
              <a:buClr>
                <a:srgbClr val="000000"/>
              </a:buClr>
              <a:buSzPct val="100000"/>
              <a:buFont typeface="Times New Roman" pitchFamily="18"/>
              <a:buChar char="•"/>
            </a:lvl1pPr>
            <a:lvl2pPr lvl="1">
              <a:buClr>
                <a:srgbClr val="000000"/>
              </a:buClr>
              <a:buSzPct val="100000"/>
              <a:buFont typeface="Times New Roman" pitchFamily="18"/>
              <a:buChar char="•"/>
            </a:lvl2pPr>
            <a:lvl3pPr lvl="2">
              <a:buClr>
                <a:srgbClr val="000000"/>
              </a:buClr>
              <a:buSzPct val="100000"/>
              <a:buFont typeface="Times New Roman" pitchFamily="18"/>
              <a:buChar char="•"/>
            </a:lvl3pPr>
            <a:lvl4pPr lvl="3">
              <a:buClr>
                <a:srgbClr val="000000"/>
              </a:buClr>
              <a:buSzPct val="100000"/>
              <a:buFont typeface="Times New Roman" pitchFamily="18"/>
              <a:buChar char="•"/>
            </a:lvl4pPr>
            <a:lvl5pPr lvl="4">
              <a:buClr>
                <a:srgbClr val="000000"/>
              </a:buClr>
              <a:buSzPct val="100000"/>
              <a:buFont typeface="Times New Roman" pitchFamily="18"/>
              <a:buChar char="•"/>
            </a:lvl5pPr>
            <a:lvl6pPr lvl="5">
              <a:buClr>
                <a:srgbClr val="000000"/>
              </a:buClr>
              <a:buSzPct val="100000"/>
              <a:buFont typeface="Times New Roman" pitchFamily="18"/>
              <a:buChar char="•"/>
            </a:lvl6pPr>
            <a:lvl7pPr lvl="6">
              <a:buClr>
                <a:srgbClr val="000000"/>
              </a:buClr>
              <a:buSzPct val="100000"/>
              <a:buFont typeface="Times New Roman" pitchFamily="18"/>
              <a:buChar char="•"/>
            </a:lvl7pPr>
            <a:lvl8pPr lvl="7">
              <a:buClr>
                <a:srgbClr val="000000"/>
              </a:buClr>
              <a:buSzPct val="100000"/>
              <a:buFont typeface="Times New Roman" pitchFamily="18"/>
              <a:buChar char="•"/>
            </a:lvl8pPr>
            <a:lvl9pPr lvl="8">
              <a:buClr>
                <a:srgbClr val="000000"/>
              </a:buClr>
              <a:buSzPct val="100000"/>
              <a:buFont typeface="Times New Roman" pitchFamily="18"/>
              <a:buChar char="•"/>
            </a:lvl9pPr>
          </a:lstStyle>
          <a:p>
            <a:endParaRPr lang="en-GB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352550" y="630238"/>
            <a:ext cx="4210050" cy="3157537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922084" y="3998399"/>
            <a:ext cx="5071462" cy="3788620"/>
          </a:xfrm>
        </p:spPr>
        <p:txBody>
          <a:bodyPr/>
          <a:lstStyle>
            <a:defPPr lvl="0">
              <a:buClr>
                <a:srgbClr val="000000"/>
              </a:buClr>
              <a:buSzPct val="100000"/>
              <a:buFont typeface="Times New Roman" pitchFamily="18"/>
              <a:buNone/>
            </a:defPPr>
            <a:lvl1pPr lvl="0">
              <a:buClr>
                <a:srgbClr val="000000"/>
              </a:buClr>
              <a:buSzPct val="100000"/>
              <a:buFont typeface="Times New Roman" pitchFamily="18"/>
              <a:buChar char="•"/>
            </a:lvl1pPr>
            <a:lvl2pPr lvl="1">
              <a:buClr>
                <a:srgbClr val="000000"/>
              </a:buClr>
              <a:buSzPct val="100000"/>
              <a:buFont typeface="Times New Roman" pitchFamily="18"/>
              <a:buChar char="•"/>
            </a:lvl2pPr>
            <a:lvl3pPr lvl="2">
              <a:buClr>
                <a:srgbClr val="000000"/>
              </a:buClr>
              <a:buSzPct val="100000"/>
              <a:buFont typeface="Times New Roman" pitchFamily="18"/>
              <a:buChar char="•"/>
            </a:lvl3pPr>
            <a:lvl4pPr lvl="3">
              <a:buClr>
                <a:srgbClr val="000000"/>
              </a:buClr>
              <a:buSzPct val="100000"/>
              <a:buFont typeface="Times New Roman" pitchFamily="18"/>
              <a:buChar char="•"/>
            </a:lvl4pPr>
            <a:lvl5pPr lvl="4">
              <a:buClr>
                <a:srgbClr val="000000"/>
              </a:buClr>
              <a:buSzPct val="100000"/>
              <a:buFont typeface="Times New Roman" pitchFamily="18"/>
              <a:buChar char="•"/>
            </a:lvl5pPr>
            <a:lvl6pPr lvl="5">
              <a:buClr>
                <a:srgbClr val="000000"/>
              </a:buClr>
              <a:buSzPct val="100000"/>
              <a:buFont typeface="Times New Roman" pitchFamily="18"/>
              <a:buChar char="•"/>
            </a:lvl6pPr>
            <a:lvl7pPr lvl="6">
              <a:buClr>
                <a:srgbClr val="000000"/>
              </a:buClr>
              <a:buSzPct val="100000"/>
              <a:buFont typeface="Times New Roman" pitchFamily="18"/>
              <a:buChar char="•"/>
            </a:lvl7pPr>
            <a:lvl8pPr lvl="7">
              <a:buClr>
                <a:srgbClr val="000000"/>
              </a:buClr>
              <a:buSzPct val="100000"/>
              <a:buFont typeface="Times New Roman" pitchFamily="18"/>
              <a:buChar char="•"/>
            </a:lvl8pPr>
            <a:lvl9pPr lvl="8">
              <a:buClr>
                <a:srgbClr val="000000"/>
              </a:buClr>
              <a:buSzPct val="100000"/>
              <a:buFont typeface="Times New Roman" pitchFamily="18"/>
              <a:buChar char="•"/>
            </a:lvl9pPr>
          </a:lstStyle>
          <a:p>
            <a:endParaRPr lang="en-GB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352550" y="630238"/>
            <a:ext cx="4210050" cy="3157537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922084" y="3998399"/>
            <a:ext cx="5071462" cy="3788620"/>
          </a:xfrm>
        </p:spPr>
        <p:txBody>
          <a:bodyPr/>
          <a:lstStyle>
            <a:defPPr lvl="0">
              <a:buClr>
                <a:srgbClr val="000000"/>
              </a:buClr>
              <a:buSzPct val="100000"/>
              <a:buFont typeface="Times New Roman" pitchFamily="18"/>
              <a:buNone/>
            </a:defPPr>
            <a:lvl1pPr lvl="0">
              <a:buClr>
                <a:srgbClr val="000000"/>
              </a:buClr>
              <a:buSzPct val="100000"/>
              <a:buFont typeface="Times New Roman" pitchFamily="18"/>
              <a:buChar char="•"/>
            </a:lvl1pPr>
            <a:lvl2pPr lvl="1">
              <a:buClr>
                <a:srgbClr val="000000"/>
              </a:buClr>
              <a:buSzPct val="100000"/>
              <a:buFont typeface="Times New Roman" pitchFamily="18"/>
              <a:buChar char="•"/>
            </a:lvl2pPr>
            <a:lvl3pPr lvl="2">
              <a:buClr>
                <a:srgbClr val="000000"/>
              </a:buClr>
              <a:buSzPct val="100000"/>
              <a:buFont typeface="Times New Roman" pitchFamily="18"/>
              <a:buChar char="•"/>
            </a:lvl3pPr>
            <a:lvl4pPr lvl="3">
              <a:buClr>
                <a:srgbClr val="000000"/>
              </a:buClr>
              <a:buSzPct val="100000"/>
              <a:buFont typeface="Times New Roman" pitchFamily="18"/>
              <a:buChar char="•"/>
            </a:lvl4pPr>
            <a:lvl5pPr lvl="4">
              <a:buClr>
                <a:srgbClr val="000000"/>
              </a:buClr>
              <a:buSzPct val="100000"/>
              <a:buFont typeface="Times New Roman" pitchFamily="18"/>
              <a:buChar char="•"/>
            </a:lvl5pPr>
            <a:lvl6pPr lvl="5">
              <a:buClr>
                <a:srgbClr val="000000"/>
              </a:buClr>
              <a:buSzPct val="100000"/>
              <a:buFont typeface="Times New Roman" pitchFamily="18"/>
              <a:buChar char="•"/>
            </a:lvl6pPr>
            <a:lvl7pPr lvl="6">
              <a:buClr>
                <a:srgbClr val="000000"/>
              </a:buClr>
              <a:buSzPct val="100000"/>
              <a:buFont typeface="Times New Roman" pitchFamily="18"/>
              <a:buChar char="•"/>
            </a:lvl7pPr>
            <a:lvl8pPr lvl="7">
              <a:buClr>
                <a:srgbClr val="000000"/>
              </a:buClr>
              <a:buSzPct val="100000"/>
              <a:buFont typeface="Times New Roman" pitchFamily="18"/>
              <a:buChar char="•"/>
            </a:lvl8pPr>
            <a:lvl9pPr lvl="8">
              <a:buClr>
                <a:srgbClr val="000000"/>
              </a:buClr>
              <a:buSzPct val="100000"/>
              <a:buFont typeface="Times New Roman" pitchFamily="18"/>
              <a:buChar char="•"/>
            </a:lvl9pPr>
          </a:lstStyle>
          <a:p>
            <a:endParaRPr lang="en-GB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352550" y="630238"/>
            <a:ext cx="4210050" cy="3157537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922084" y="3998399"/>
            <a:ext cx="5071462" cy="3788620"/>
          </a:xfrm>
        </p:spPr>
        <p:txBody>
          <a:bodyPr/>
          <a:lstStyle>
            <a:defPPr lvl="0">
              <a:buClr>
                <a:srgbClr val="000000"/>
              </a:buClr>
              <a:buSzPct val="100000"/>
              <a:buFont typeface="Times New Roman" pitchFamily="18"/>
              <a:buNone/>
            </a:defPPr>
            <a:lvl1pPr lvl="0">
              <a:buClr>
                <a:srgbClr val="000000"/>
              </a:buClr>
              <a:buSzPct val="100000"/>
              <a:buFont typeface="Times New Roman" pitchFamily="18"/>
              <a:buChar char="•"/>
            </a:lvl1pPr>
            <a:lvl2pPr lvl="1">
              <a:buClr>
                <a:srgbClr val="000000"/>
              </a:buClr>
              <a:buSzPct val="100000"/>
              <a:buFont typeface="Times New Roman" pitchFamily="18"/>
              <a:buChar char="•"/>
            </a:lvl2pPr>
            <a:lvl3pPr lvl="2">
              <a:buClr>
                <a:srgbClr val="000000"/>
              </a:buClr>
              <a:buSzPct val="100000"/>
              <a:buFont typeface="Times New Roman" pitchFamily="18"/>
              <a:buChar char="•"/>
            </a:lvl3pPr>
            <a:lvl4pPr lvl="3">
              <a:buClr>
                <a:srgbClr val="000000"/>
              </a:buClr>
              <a:buSzPct val="100000"/>
              <a:buFont typeface="Times New Roman" pitchFamily="18"/>
              <a:buChar char="•"/>
            </a:lvl4pPr>
            <a:lvl5pPr lvl="4">
              <a:buClr>
                <a:srgbClr val="000000"/>
              </a:buClr>
              <a:buSzPct val="100000"/>
              <a:buFont typeface="Times New Roman" pitchFamily="18"/>
              <a:buChar char="•"/>
            </a:lvl5pPr>
            <a:lvl6pPr lvl="5">
              <a:buClr>
                <a:srgbClr val="000000"/>
              </a:buClr>
              <a:buSzPct val="100000"/>
              <a:buFont typeface="Times New Roman" pitchFamily="18"/>
              <a:buChar char="•"/>
            </a:lvl6pPr>
            <a:lvl7pPr lvl="6">
              <a:buClr>
                <a:srgbClr val="000000"/>
              </a:buClr>
              <a:buSzPct val="100000"/>
              <a:buFont typeface="Times New Roman" pitchFamily="18"/>
              <a:buChar char="•"/>
            </a:lvl7pPr>
            <a:lvl8pPr lvl="7">
              <a:buClr>
                <a:srgbClr val="000000"/>
              </a:buClr>
              <a:buSzPct val="100000"/>
              <a:buFont typeface="Times New Roman" pitchFamily="18"/>
              <a:buChar char="•"/>
            </a:lvl8pPr>
            <a:lvl9pPr lvl="8">
              <a:buClr>
                <a:srgbClr val="000000"/>
              </a:buClr>
              <a:buSzPct val="100000"/>
              <a:buFont typeface="Times New Roman" pitchFamily="18"/>
              <a:buChar char="•"/>
            </a:lvl9pPr>
          </a:lstStyle>
          <a:p>
            <a:endParaRPr lang="en-GB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352550" y="630238"/>
            <a:ext cx="4210050" cy="3157537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922084" y="3998399"/>
            <a:ext cx="5071462" cy="3788620"/>
          </a:xfrm>
        </p:spPr>
        <p:txBody>
          <a:bodyPr/>
          <a:lstStyle>
            <a:defPPr lvl="0">
              <a:buClr>
                <a:srgbClr val="000000"/>
              </a:buClr>
              <a:buSzPct val="100000"/>
              <a:buFont typeface="Times New Roman" pitchFamily="18"/>
              <a:buNone/>
            </a:defPPr>
            <a:lvl1pPr lvl="0">
              <a:buClr>
                <a:srgbClr val="000000"/>
              </a:buClr>
              <a:buSzPct val="100000"/>
              <a:buFont typeface="Times New Roman" pitchFamily="18"/>
              <a:buChar char="•"/>
            </a:lvl1pPr>
            <a:lvl2pPr lvl="1">
              <a:buClr>
                <a:srgbClr val="000000"/>
              </a:buClr>
              <a:buSzPct val="100000"/>
              <a:buFont typeface="Times New Roman" pitchFamily="18"/>
              <a:buChar char="•"/>
            </a:lvl2pPr>
            <a:lvl3pPr lvl="2">
              <a:buClr>
                <a:srgbClr val="000000"/>
              </a:buClr>
              <a:buSzPct val="100000"/>
              <a:buFont typeface="Times New Roman" pitchFamily="18"/>
              <a:buChar char="•"/>
            </a:lvl3pPr>
            <a:lvl4pPr lvl="3">
              <a:buClr>
                <a:srgbClr val="000000"/>
              </a:buClr>
              <a:buSzPct val="100000"/>
              <a:buFont typeface="Times New Roman" pitchFamily="18"/>
              <a:buChar char="•"/>
            </a:lvl4pPr>
            <a:lvl5pPr lvl="4">
              <a:buClr>
                <a:srgbClr val="000000"/>
              </a:buClr>
              <a:buSzPct val="100000"/>
              <a:buFont typeface="Times New Roman" pitchFamily="18"/>
              <a:buChar char="•"/>
            </a:lvl5pPr>
            <a:lvl6pPr lvl="5">
              <a:buClr>
                <a:srgbClr val="000000"/>
              </a:buClr>
              <a:buSzPct val="100000"/>
              <a:buFont typeface="Times New Roman" pitchFamily="18"/>
              <a:buChar char="•"/>
            </a:lvl6pPr>
            <a:lvl7pPr lvl="6">
              <a:buClr>
                <a:srgbClr val="000000"/>
              </a:buClr>
              <a:buSzPct val="100000"/>
              <a:buFont typeface="Times New Roman" pitchFamily="18"/>
              <a:buChar char="•"/>
            </a:lvl7pPr>
            <a:lvl8pPr lvl="7">
              <a:buClr>
                <a:srgbClr val="000000"/>
              </a:buClr>
              <a:buSzPct val="100000"/>
              <a:buFont typeface="Times New Roman" pitchFamily="18"/>
              <a:buChar char="•"/>
            </a:lvl8pPr>
            <a:lvl9pPr lvl="8">
              <a:buClr>
                <a:srgbClr val="000000"/>
              </a:buClr>
              <a:buSzPct val="100000"/>
              <a:buFont typeface="Times New Roman" pitchFamily="18"/>
              <a:buChar char="•"/>
            </a:lvl9pPr>
          </a:lstStyle>
          <a:p>
            <a:endParaRPr lang="en-GB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352550" y="630238"/>
            <a:ext cx="4210050" cy="3157537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922084" y="3998399"/>
            <a:ext cx="5071462" cy="3788620"/>
          </a:xfrm>
        </p:spPr>
        <p:txBody>
          <a:bodyPr/>
          <a:lstStyle>
            <a:defPPr lvl="0">
              <a:buClr>
                <a:srgbClr val="000000"/>
              </a:buClr>
              <a:buSzPct val="100000"/>
              <a:buFont typeface="Times New Roman" pitchFamily="18"/>
              <a:buNone/>
            </a:defPPr>
            <a:lvl1pPr lvl="0">
              <a:buClr>
                <a:srgbClr val="000000"/>
              </a:buClr>
              <a:buSzPct val="100000"/>
              <a:buFont typeface="Times New Roman" pitchFamily="18"/>
              <a:buChar char="•"/>
            </a:lvl1pPr>
            <a:lvl2pPr lvl="1">
              <a:buClr>
                <a:srgbClr val="000000"/>
              </a:buClr>
              <a:buSzPct val="100000"/>
              <a:buFont typeface="Times New Roman" pitchFamily="18"/>
              <a:buChar char="•"/>
            </a:lvl2pPr>
            <a:lvl3pPr lvl="2">
              <a:buClr>
                <a:srgbClr val="000000"/>
              </a:buClr>
              <a:buSzPct val="100000"/>
              <a:buFont typeface="Times New Roman" pitchFamily="18"/>
              <a:buChar char="•"/>
            </a:lvl3pPr>
            <a:lvl4pPr lvl="3">
              <a:buClr>
                <a:srgbClr val="000000"/>
              </a:buClr>
              <a:buSzPct val="100000"/>
              <a:buFont typeface="Times New Roman" pitchFamily="18"/>
              <a:buChar char="•"/>
            </a:lvl4pPr>
            <a:lvl5pPr lvl="4">
              <a:buClr>
                <a:srgbClr val="000000"/>
              </a:buClr>
              <a:buSzPct val="100000"/>
              <a:buFont typeface="Times New Roman" pitchFamily="18"/>
              <a:buChar char="•"/>
            </a:lvl5pPr>
            <a:lvl6pPr lvl="5">
              <a:buClr>
                <a:srgbClr val="000000"/>
              </a:buClr>
              <a:buSzPct val="100000"/>
              <a:buFont typeface="Times New Roman" pitchFamily="18"/>
              <a:buChar char="•"/>
            </a:lvl6pPr>
            <a:lvl7pPr lvl="6">
              <a:buClr>
                <a:srgbClr val="000000"/>
              </a:buClr>
              <a:buSzPct val="100000"/>
              <a:buFont typeface="Times New Roman" pitchFamily="18"/>
              <a:buChar char="•"/>
            </a:lvl7pPr>
            <a:lvl8pPr lvl="7">
              <a:buClr>
                <a:srgbClr val="000000"/>
              </a:buClr>
              <a:buSzPct val="100000"/>
              <a:buFont typeface="Times New Roman" pitchFamily="18"/>
              <a:buChar char="•"/>
            </a:lvl8pPr>
            <a:lvl9pPr lvl="8">
              <a:buClr>
                <a:srgbClr val="000000"/>
              </a:buClr>
              <a:buSzPct val="100000"/>
              <a:buFont typeface="Times New Roman" pitchFamily="18"/>
              <a:buChar char="•"/>
            </a:lvl9pPr>
          </a:lstStyle>
          <a:p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87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057400" y="1828800"/>
            <a:ext cx="7086600" cy="2209800"/>
          </a:xfrm>
        </p:spPr>
        <p:txBody>
          <a:bodyPr/>
          <a:lstStyle>
            <a:lvl1pPr>
              <a:defRPr sz="3800"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8388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charset="2"/>
              <a:buNone/>
              <a:defRPr sz="1800"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5259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A283B06-93A5-4CF1-9190-ED206EC2E27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207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2338C72-4999-48C0-AB5B-0D7ECB3C10D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846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196752"/>
            <a:ext cx="4038600" cy="566124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196752"/>
            <a:ext cx="4038600" cy="566124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1ED23FA-38C4-4877-A4F3-44A89ABE850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388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22527F1-B930-4B63-9751-0E1C12DD33D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807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96A5372-FD79-43E8-868A-53EB5C71284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416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694564C-648C-4C79-8A0A-58EFF40D434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20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AACFEB2-3EF9-4169-AEFD-8D3EDB732A4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601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52F739C-A2E5-404F-8652-069D8BE5199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162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669A765-E141-4034-AAEC-8EF37306746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514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0350" y="457200"/>
            <a:ext cx="2076450" cy="6400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457200"/>
            <a:ext cx="6076950" cy="6400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1846CEF-3FB6-4A78-9CED-103A4F5F09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2679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2400"/>
            <a:ext cx="7772400" cy="1066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368111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2400"/>
            <a:ext cx="7772400" cy="1066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47880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58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323528" y="457200"/>
            <a:ext cx="8496944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7359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3528" y="1124744"/>
            <a:ext cx="8496944" cy="5472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736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381750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C9906D71-DEEB-4B05-8855-1B496596C50E}" type="slidenum">
              <a:rPr lang="en-US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9144000" cy="38099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charset="2"/>
        <a:buChar char="l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charset="2"/>
        <a:buChar char=""/>
        <a:defRPr sz="20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charset="2"/>
        <a:buChar char=""/>
        <a:defRPr sz="20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charset="2"/>
        <a:buChar char="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charset="2"/>
        <a:buChar char="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charset="2"/>
        <a:buChar char="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charset="2"/>
        <a:buChar char="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charset="2"/>
        <a:buChar char="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charset="2"/>
        <a:buChar char="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oleObject" Target="../embeddings/oleObject1.bin"/><Relationship Id="rId7" Type="http://schemas.openxmlformats.org/officeDocument/2006/relationships/customXml" Target="../ink/ink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6.wmf"/><Relationship Id="rId4" Type="http://schemas.openxmlformats.org/officeDocument/2006/relationships/oleObject" Target="../embeddings/oleObject3.bin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12.png"/><Relationship Id="rId5" Type="http://schemas.openxmlformats.org/officeDocument/2006/relationships/image" Target="../media/image9.wmf"/><Relationship Id="rId10" Type="http://schemas.openxmlformats.org/officeDocument/2006/relationships/customXml" Target="../ink/ink3.xml"/><Relationship Id="rId4" Type="http://schemas.openxmlformats.org/officeDocument/2006/relationships/oleObject" Target="../embeddings/oleObject5.bin"/><Relationship Id="rId9" Type="http://schemas.openxmlformats.org/officeDocument/2006/relationships/image" Target="../media/image11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13" Type="http://schemas.openxmlformats.org/officeDocument/2006/relationships/oleObject" Target="../embeddings/oleObject12.bin"/><Relationship Id="rId3" Type="http://schemas.openxmlformats.org/officeDocument/2006/relationships/notesSlide" Target="../notesSlides/notesSlide4.xml"/><Relationship Id="rId7" Type="http://schemas.openxmlformats.org/officeDocument/2006/relationships/oleObject" Target="../embeddings/oleObject9.bin"/><Relationship Id="rId12" Type="http://schemas.openxmlformats.org/officeDocument/2006/relationships/image" Target="../media/image17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0.png"/><Relationship Id="rId1" Type="http://schemas.openxmlformats.org/officeDocument/2006/relationships/vmlDrawing" Target="../drawings/vmlDrawing4.vml"/><Relationship Id="rId6" Type="http://schemas.openxmlformats.org/officeDocument/2006/relationships/image" Target="../media/image14.wmf"/><Relationship Id="rId11" Type="http://schemas.openxmlformats.org/officeDocument/2006/relationships/oleObject" Target="../embeddings/oleObject11.bin"/><Relationship Id="rId5" Type="http://schemas.openxmlformats.org/officeDocument/2006/relationships/oleObject" Target="../embeddings/oleObject8.bin"/><Relationship Id="rId15" Type="http://schemas.openxmlformats.org/officeDocument/2006/relationships/customXml" Target="../ink/ink5.xml"/><Relationship Id="rId10" Type="http://schemas.openxmlformats.org/officeDocument/2006/relationships/image" Target="../media/image16.wmf"/><Relationship Id="rId4" Type="http://schemas.openxmlformats.org/officeDocument/2006/relationships/image" Target="../media/image19.png"/><Relationship Id="rId9" Type="http://schemas.openxmlformats.org/officeDocument/2006/relationships/oleObject" Target="../embeddings/oleObject10.bin"/><Relationship Id="rId14" Type="http://schemas.openxmlformats.org/officeDocument/2006/relationships/image" Target="../media/image18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7" Type="http://schemas.openxmlformats.org/officeDocument/2006/relationships/image" Target="../media/image22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customXml" Target="../ink/ink6.xml"/><Relationship Id="rId5" Type="http://schemas.openxmlformats.org/officeDocument/2006/relationships/image" Target="../media/image21.wmf"/><Relationship Id="rId4" Type="http://schemas.openxmlformats.org/officeDocument/2006/relationships/oleObject" Target="../embeddings/oleObject13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notesSlide" Target="../notesSlides/notesSlide6.xml"/><Relationship Id="rId7" Type="http://schemas.openxmlformats.org/officeDocument/2006/relationships/oleObject" Target="../embeddings/oleObject1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14.bin"/><Relationship Id="rId10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customXml" Target="../ink/ink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3" Type="http://schemas.openxmlformats.org/officeDocument/2006/relationships/notesSlide" Target="../notesSlides/notesSlide7.xml"/><Relationship Id="rId7" Type="http://schemas.openxmlformats.org/officeDocument/2006/relationships/oleObject" Target="../embeddings/oleObject1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7.wmf"/><Relationship Id="rId5" Type="http://schemas.openxmlformats.org/officeDocument/2006/relationships/oleObject" Target="../embeddings/oleObject16.bin"/><Relationship Id="rId10" Type="http://schemas.openxmlformats.org/officeDocument/2006/relationships/image" Target="../media/image30.png"/><Relationship Id="rId4" Type="http://schemas.openxmlformats.org/officeDocument/2006/relationships/image" Target="../media/image29.png"/><Relationship Id="rId9" Type="http://schemas.openxmlformats.org/officeDocument/2006/relationships/customXml" Target="../ink/ink8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13" Type="http://schemas.openxmlformats.org/officeDocument/2006/relationships/oleObject" Target="../embeddings/oleObject23.bin"/><Relationship Id="rId18" Type="http://schemas.openxmlformats.org/officeDocument/2006/relationships/image" Target="../media/image38.wmf"/><Relationship Id="rId3" Type="http://schemas.openxmlformats.org/officeDocument/2006/relationships/oleObject" Target="../embeddings/oleObject18.bin"/><Relationship Id="rId21" Type="http://schemas.openxmlformats.org/officeDocument/2006/relationships/customXml" Target="../ink/ink9.xml"/><Relationship Id="rId7" Type="http://schemas.openxmlformats.org/officeDocument/2006/relationships/oleObject" Target="../embeddings/oleObject20.bin"/><Relationship Id="rId12" Type="http://schemas.openxmlformats.org/officeDocument/2006/relationships/image" Target="../media/image35.wmf"/><Relationship Id="rId17" Type="http://schemas.openxmlformats.org/officeDocument/2006/relationships/oleObject" Target="../embeddings/oleObject25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7.wmf"/><Relationship Id="rId20" Type="http://schemas.openxmlformats.org/officeDocument/2006/relationships/image" Target="../media/image39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32.wmf"/><Relationship Id="rId11" Type="http://schemas.openxmlformats.org/officeDocument/2006/relationships/oleObject" Target="../embeddings/oleObject22.bin"/><Relationship Id="rId5" Type="http://schemas.openxmlformats.org/officeDocument/2006/relationships/oleObject" Target="../embeddings/oleObject19.bin"/><Relationship Id="rId15" Type="http://schemas.openxmlformats.org/officeDocument/2006/relationships/oleObject" Target="../embeddings/oleObject24.bin"/><Relationship Id="rId10" Type="http://schemas.openxmlformats.org/officeDocument/2006/relationships/image" Target="../media/image34.wmf"/><Relationship Id="rId19" Type="http://schemas.openxmlformats.org/officeDocument/2006/relationships/oleObject" Target="../embeddings/oleObject26.bin"/><Relationship Id="rId4" Type="http://schemas.openxmlformats.org/officeDocument/2006/relationships/image" Target="../media/image31.wmf"/><Relationship Id="rId9" Type="http://schemas.openxmlformats.org/officeDocument/2006/relationships/oleObject" Target="../embeddings/oleObject21.bin"/><Relationship Id="rId14" Type="http://schemas.openxmlformats.org/officeDocument/2006/relationships/image" Target="../media/image36.wmf"/><Relationship Id="rId22" Type="http://schemas.openxmlformats.org/officeDocument/2006/relationships/image" Target="../media/image4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13" Type="http://schemas.openxmlformats.org/officeDocument/2006/relationships/oleObject" Target="../embeddings/oleObject32.bin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29.bin"/><Relationship Id="rId12" Type="http://schemas.openxmlformats.org/officeDocument/2006/relationships/image" Target="../media/image38.wmf"/><Relationship Id="rId17" Type="http://schemas.openxmlformats.org/officeDocument/2006/relationships/image" Target="../media/image42.png"/><Relationship Id="rId2" Type="http://schemas.openxmlformats.org/officeDocument/2006/relationships/slideLayout" Target="../slideLayouts/slideLayout2.xml"/><Relationship Id="rId16" Type="http://schemas.openxmlformats.org/officeDocument/2006/relationships/customXml" Target="../ink/ink10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35.wmf"/><Relationship Id="rId11" Type="http://schemas.openxmlformats.org/officeDocument/2006/relationships/oleObject" Target="../embeddings/oleObject31.bin"/><Relationship Id="rId5" Type="http://schemas.openxmlformats.org/officeDocument/2006/relationships/oleObject" Target="../embeddings/oleObject28.bin"/><Relationship Id="rId15" Type="http://schemas.openxmlformats.org/officeDocument/2006/relationships/image" Target="../media/image33.png"/><Relationship Id="rId10" Type="http://schemas.openxmlformats.org/officeDocument/2006/relationships/image" Target="../media/image37.wmf"/><Relationship Id="rId4" Type="http://schemas.openxmlformats.org/officeDocument/2006/relationships/image" Target="../media/image34.wmf"/><Relationship Id="rId9" Type="http://schemas.openxmlformats.org/officeDocument/2006/relationships/oleObject" Target="../embeddings/oleObject30.bin"/><Relationship Id="rId14" Type="http://schemas.openxmlformats.org/officeDocument/2006/relationships/image" Target="../media/image39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wmf"/><Relationship Id="rId13" Type="http://schemas.openxmlformats.org/officeDocument/2006/relationships/customXml" Target="../ink/ink11.xml"/><Relationship Id="rId3" Type="http://schemas.openxmlformats.org/officeDocument/2006/relationships/oleObject" Target="../embeddings/oleObject33.bin"/><Relationship Id="rId7" Type="http://schemas.openxmlformats.org/officeDocument/2006/relationships/oleObject" Target="../embeddings/oleObject35.bin"/><Relationship Id="rId12" Type="http://schemas.openxmlformats.org/officeDocument/2006/relationships/image" Target="../media/image47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44.wmf"/><Relationship Id="rId11" Type="http://schemas.openxmlformats.org/officeDocument/2006/relationships/oleObject" Target="../embeddings/oleObject37.bin"/><Relationship Id="rId5" Type="http://schemas.openxmlformats.org/officeDocument/2006/relationships/oleObject" Target="../embeddings/oleObject34.bin"/><Relationship Id="rId10" Type="http://schemas.openxmlformats.org/officeDocument/2006/relationships/image" Target="../media/image46.wmf"/><Relationship Id="rId4" Type="http://schemas.openxmlformats.org/officeDocument/2006/relationships/image" Target="../media/image43.wmf"/><Relationship Id="rId9" Type="http://schemas.openxmlformats.org/officeDocument/2006/relationships/oleObject" Target="../embeddings/oleObject36.bin"/><Relationship Id="rId14" Type="http://schemas.openxmlformats.org/officeDocument/2006/relationships/image" Target="../media/image4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1.png"/><Relationship Id="rId4" Type="http://schemas.openxmlformats.org/officeDocument/2006/relationships/customXml" Target="../ink/ink1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wmf"/><Relationship Id="rId3" Type="http://schemas.openxmlformats.org/officeDocument/2006/relationships/oleObject" Target="../embeddings/oleObject38.bin"/><Relationship Id="rId7" Type="http://schemas.openxmlformats.org/officeDocument/2006/relationships/oleObject" Target="../embeddings/oleObject40.bin"/><Relationship Id="rId12" Type="http://schemas.openxmlformats.org/officeDocument/2006/relationships/image" Target="../media/image56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53.wmf"/><Relationship Id="rId11" Type="http://schemas.openxmlformats.org/officeDocument/2006/relationships/customXml" Target="../ink/ink13.xml"/><Relationship Id="rId5" Type="http://schemas.openxmlformats.org/officeDocument/2006/relationships/oleObject" Target="../embeddings/oleObject39.bin"/><Relationship Id="rId10" Type="http://schemas.openxmlformats.org/officeDocument/2006/relationships/image" Target="../media/image55.wmf"/><Relationship Id="rId4" Type="http://schemas.openxmlformats.org/officeDocument/2006/relationships/image" Target="../media/image52.wmf"/><Relationship Id="rId9" Type="http://schemas.openxmlformats.org/officeDocument/2006/relationships/oleObject" Target="../embeddings/oleObject41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4.bin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5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43.bin"/><Relationship Id="rId5" Type="http://schemas.openxmlformats.org/officeDocument/2006/relationships/image" Target="../media/image57.wmf"/><Relationship Id="rId4" Type="http://schemas.openxmlformats.org/officeDocument/2006/relationships/oleObject" Target="../embeddings/oleObject42.bin"/><Relationship Id="rId9" Type="http://schemas.openxmlformats.org/officeDocument/2006/relationships/image" Target="../media/image59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7.bin"/><Relationship Id="rId13" Type="http://schemas.openxmlformats.org/officeDocument/2006/relationships/image" Target="../media/image64.png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61.wmf"/><Relationship Id="rId12" Type="http://schemas.openxmlformats.org/officeDocument/2006/relationships/customXml" Target="../ink/ink14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46.bin"/><Relationship Id="rId11" Type="http://schemas.openxmlformats.org/officeDocument/2006/relationships/image" Target="../media/image63.wmf"/><Relationship Id="rId5" Type="http://schemas.openxmlformats.org/officeDocument/2006/relationships/image" Target="../media/image60.wmf"/><Relationship Id="rId10" Type="http://schemas.openxmlformats.org/officeDocument/2006/relationships/oleObject" Target="../embeddings/oleObject48.bin"/><Relationship Id="rId4" Type="http://schemas.openxmlformats.org/officeDocument/2006/relationships/oleObject" Target="../embeddings/oleObject45.bin"/><Relationship Id="rId9" Type="http://schemas.openxmlformats.org/officeDocument/2006/relationships/image" Target="../media/image62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1.bin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6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50.bin"/><Relationship Id="rId5" Type="http://schemas.openxmlformats.org/officeDocument/2006/relationships/image" Target="../media/image65.wmf"/><Relationship Id="rId10" Type="http://schemas.openxmlformats.org/officeDocument/2006/relationships/image" Target="../media/image68.png"/><Relationship Id="rId4" Type="http://schemas.openxmlformats.org/officeDocument/2006/relationships/oleObject" Target="../embeddings/oleObject49.bin"/><Relationship Id="rId9" Type="http://schemas.openxmlformats.org/officeDocument/2006/relationships/image" Target="../media/image67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4.bin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7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53.bin"/><Relationship Id="rId11" Type="http://schemas.openxmlformats.org/officeDocument/2006/relationships/image" Target="../media/image72.png"/><Relationship Id="rId5" Type="http://schemas.openxmlformats.org/officeDocument/2006/relationships/image" Target="../media/image69.wmf"/><Relationship Id="rId10" Type="http://schemas.openxmlformats.org/officeDocument/2006/relationships/customXml" Target="../ink/ink15.xml"/><Relationship Id="rId4" Type="http://schemas.openxmlformats.org/officeDocument/2006/relationships/oleObject" Target="../embeddings/oleObject52.bin"/><Relationship Id="rId9" Type="http://schemas.openxmlformats.org/officeDocument/2006/relationships/image" Target="../media/image71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7.bin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7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56.bin"/><Relationship Id="rId11" Type="http://schemas.openxmlformats.org/officeDocument/2006/relationships/image" Target="../media/image76.png"/><Relationship Id="rId5" Type="http://schemas.openxmlformats.org/officeDocument/2006/relationships/image" Target="../media/image73.wmf"/><Relationship Id="rId10" Type="http://schemas.openxmlformats.org/officeDocument/2006/relationships/customXml" Target="../ink/ink16.xml"/><Relationship Id="rId4" Type="http://schemas.openxmlformats.org/officeDocument/2006/relationships/oleObject" Target="../embeddings/oleObject55.bin"/><Relationship Id="rId9" Type="http://schemas.openxmlformats.org/officeDocument/2006/relationships/image" Target="../media/image75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0.bin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78.wmf"/><Relationship Id="rId12" Type="http://schemas.openxmlformats.org/officeDocument/2006/relationships/image" Target="../media/image81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59.bin"/><Relationship Id="rId11" Type="http://schemas.openxmlformats.org/officeDocument/2006/relationships/customXml" Target="../ink/ink17.xml"/><Relationship Id="rId5" Type="http://schemas.openxmlformats.org/officeDocument/2006/relationships/image" Target="../media/image77.wmf"/><Relationship Id="rId10" Type="http://schemas.openxmlformats.org/officeDocument/2006/relationships/image" Target="../media/image80.png"/><Relationship Id="rId4" Type="http://schemas.openxmlformats.org/officeDocument/2006/relationships/oleObject" Target="../embeddings/oleObject58.bin"/><Relationship Id="rId9" Type="http://schemas.openxmlformats.org/officeDocument/2006/relationships/image" Target="../media/image79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DSP: Z Transform</a:t>
            </a:r>
          </a:p>
        </p:txBody>
      </p:sp>
      <p:sp>
        <p:nvSpPr>
          <p:cNvPr id="40550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114800" y="4267200"/>
            <a:ext cx="4876800" cy="2209800"/>
          </a:xfrm>
        </p:spPr>
        <p:txBody>
          <a:bodyPr/>
          <a:lstStyle/>
          <a:p>
            <a:r>
              <a:rPr lang="en-US" dirty="0"/>
              <a:t>Irwan Prasetya Gunawan</a:t>
            </a:r>
          </a:p>
          <a:p>
            <a:r>
              <a:rPr lang="en-US" dirty="0"/>
              <a:t>Informatics Engineering</a:t>
            </a:r>
          </a:p>
          <a:p>
            <a:r>
              <a:rPr lang="en-US" dirty="0"/>
              <a:t>irwan.gunawan@bakrie.ac.id</a:t>
            </a:r>
          </a:p>
          <a:p>
            <a:endParaRPr lang="en-US" dirty="0"/>
          </a:p>
          <a:p>
            <a:r>
              <a:rPr lang="en-US" dirty="0"/>
              <a:t>Last Updated: </a:t>
            </a:r>
            <a:fld id="{772AABE6-8D9C-4B6C-83F0-DC7E24128615}" type="datetime1">
              <a:rPr lang="en-US" smtClean="0"/>
              <a:t>6/29/21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3696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Reminder: A peek at the z-Transform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Generalization of the Fourier Transform</a:t>
            </a:r>
          </a:p>
          <a:p>
            <a:pPr lvl="1"/>
            <a:r>
              <a:rPr lang="en-US" dirty="0"/>
              <a:t>Fourier Transform does not exist for all signals</a:t>
            </a:r>
          </a:p>
          <a:p>
            <a:r>
              <a:rPr lang="en-US" dirty="0"/>
              <a:t>The z-Transform is often time more convenient to use</a:t>
            </a:r>
          </a:p>
          <a:p>
            <a:r>
              <a:rPr lang="en-US" dirty="0"/>
              <a:t>Definition: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Compare to DTFT definition: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z is a complex variable that can be represented as z=r </a:t>
            </a:r>
            <a:r>
              <a:rPr lang="en-US" dirty="0" err="1"/>
              <a:t>e</a:t>
            </a:r>
            <a:r>
              <a:rPr lang="en-US" baseline="30000" dirty="0" err="1"/>
              <a:t>j</a:t>
            </a:r>
            <a:r>
              <a:rPr lang="en-US" baseline="30000" dirty="0">
                <a:sym typeface="Symbol" pitchFamily="18" charset="2"/>
              </a:rPr>
              <a:t></a:t>
            </a:r>
          </a:p>
          <a:p>
            <a:r>
              <a:rPr lang="en-US" dirty="0">
                <a:sym typeface="Symbol" pitchFamily="18" charset="2"/>
              </a:rPr>
              <a:t>Substituting </a:t>
            </a:r>
            <a:r>
              <a:rPr lang="en-US" dirty="0"/>
              <a:t>z=</a:t>
            </a:r>
            <a:r>
              <a:rPr lang="en-US" dirty="0" err="1"/>
              <a:t>e</a:t>
            </a:r>
            <a:r>
              <a:rPr lang="en-US" baseline="30000" dirty="0" err="1"/>
              <a:t>j</a:t>
            </a:r>
            <a:r>
              <a:rPr lang="en-US" baseline="30000" dirty="0">
                <a:sym typeface="Symbol" pitchFamily="18" charset="2"/>
              </a:rPr>
              <a:t> </a:t>
            </a:r>
            <a:r>
              <a:rPr lang="en-US" dirty="0">
                <a:sym typeface="Symbol" pitchFamily="18" charset="2"/>
              </a:rPr>
              <a:t>will reduce the z-transform to DTFT</a:t>
            </a:r>
          </a:p>
          <a:p>
            <a:pPr marL="0" indent="0">
              <a:buNone/>
            </a:pPr>
            <a:endParaRPr lang="en-US" dirty="0">
              <a:sym typeface="Symbol" pitchFamily="18" charset="2"/>
            </a:endParaRPr>
          </a:p>
        </p:txBody>
      </p:sp>
      <p:graphicFrame>
        <p:nvGraphicFramePr>
          <p:cNvPr id="60420" name="Object 4"/>
          <p:cNvGraphicFramePr>
            <a:graphicFrameLocks noChangeAspect="1"/>
          </p:cNvGraphicFramePr>
          <p:nvPr/>
        </p:nvGraphicFramePr>
        <p:xfrm>
          <a:off x="3302000" y="2506663"/>
          <a:ext cx="2124075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94" name="Equation" r:id="rId3" imgW="1218960" imgH="431640" progId="Equation.3">
                  <p:embed/>
                </p:oleObj>
              </mc:Choice>
              <mc:Fallback>
                <p:oleObj name="Equation" r:id="rId3" imgW="121896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2000" y="2506663"/>
                        <a:ext cx="2124075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2" name="Object 6"/>
          <p:cNvGraphicFramePr>
            <a:graphicFrameLocks noChangeAspect="1"/>
          </p:cNvGraphicFramePr>
          <p:nvPr/>
        </p:nvGraphicFramePr>
        <p:xfrm>
          <a:off x="3195638" y="4070350"/>
          <a:ext cx="2530475" cy="76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95" name="Equation" r:id="rId5" imgW="1434960" imgH="431640" progId="Equation.3">
                  <p:embed/>
                </p:oleObj>
              </mc:Choice>
              <mc:Fallback>
                <p:oleObj name="Equation" r:id="rId5" imgW="143496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5638" y="4070350"/>
                        <a:ext cx="2530475" cy="760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283B06-93A5-4CF1-9190-ED206EC2E275}" type="slidenum">
              <a:rPr lang="en-US" smtClean="0"/>
              <a:pPr/>
              <a:t>2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E496530-7810-A845-B16D-BC6ED9032469}"/>
                  </a:ext>
                </a:extLst>
              </p14:cNvPr>
              <p14:cNvContentPartPr/>
              <p14:nvPr/>
            </p14:nvContentPartPr>
            <p14:xfrm>
              <a:off x="878400" y="497160"/>
              <a:ext cx="8143920" cy="50886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E496530-7810-A845-B16D-BC6ED903246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69040" y="487800"/>
                <a:ext cx="8162640" cy="5107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19329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283960" y="6499440"/>
            <a:ext cx="644040" cy="232560"/>
          </a:xfrm>
          <a:prstGeom prst="rect">
            <a:avLst/>
          </a:prstGeom>
        </p:spPr>
        <p:txBody>
          <a:bodyPr/>
          <a:lstStyle/>
          <a:p>
            <a:pPr lvl="0"/>
            <a:fld id="{B170C85B-5AC7-43C5-A0E1-011293F8A013}" type="slidenum">
              <a:t>3</a:t>
            </a:fld>
            <a:endParaRPr lang="en-GB"/>
          </a:p>
        </p:txBody>
      </p:sp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wrap="square" lIns="90000" tIns="46800" rIns="90000" bIns="46800" anchorCtr="0">
            <a:spAutoFit/>
          </a:bodyPr>
          <a:lstStyle>
            <a:defPPr lvl="0">
              <a:buClr>
                <a:srgbClr val="000000"/>
              </a:buClr>
              <a:buSzPct val="100000"/>
              <a:buFont typeface="Arial" pitchFamily="34"/>
              <a:buNone/>
            </a:defPPr>
            <a:lvl1pPr lvl="0">
              <a:buClr>
                <a:srgbClr val="000000"/>
              </a:buClr>
              <a:buSzPct val="100000"/>
              <a:buFont typeface="Arial" pitchFamily="34"/>
              <a:buChar char="•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en-GB"/>
              <a:t>Discrete Time EigenFunctions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369719" y="942839"/>
            <a:ext cx="8404560" cy="5886869"/>
          </a:xfrm>
        </p:spPr>
        <p:txBody>
          <a:bodyPr wrap="square" lIns="90000" tIns="46800" rIns="90000" bIns="46800" anchor="t" anchorCtr="0">
            <a:spAutoFit/>
          </a:bodyPr>
          <a:lstStyle>
            <a:defPPr marL="342720" marR="0" lvl="0" indent="-342720" algn="l" hangingPunct="1">
              <a:lnSpc>
                <a:spcPct val="100000"/>
              </a:lnSpc>
              <a:spcBef>
                <a:spcPts val="598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None/>
              <a:tabLst>
                <a:tab pos="342720" algn="l"/>
                <a:tab pos="914040" algn="l"/>
                <a:tab pos="1828439" algn="l"/>
                <a:tab pos="2742839" algn="l"/>
                <a:tab pos="3657239" algn="l"/>
                <a:tab pos="4571639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  <a:defRPr lang="en-GB" sz="24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defPPr>
            <a:lvl1pPr marL="342720" marR="0" lvl="0" indent="-342720" algn="l" hangingPunct="1">
              <a:lnSpc>
                <a:spcPct val="100000"/>
              </a:lnSpc>
              <a:spcBef>
                <a:spcPts val="598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•"/>
              <a:tabLst>
                <a:tab pos="342720" algn="l"/>
                <a:tab pos="914040" algn="l"/>
                <a:tab pos="1828439" algn="l"/>
                <a:tab pos="2742839" algn="l"/>
                <a:tab pos="3657239" algn="l"/>
                <a:tab pos="4571639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  <a:defRPr lang="en-GB" sz="24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1pPr>
            <a:lvl2pPr marL="742680" marR="0" lvl="1" indent="-285480" algn="l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–"/>
              <a:tabLst>
                <a:tab pos="742680" algn="l"/>
                <a:tab pos="914040" algn="l"/>
                <a:tab pos="1828439" algn="l"/>
                <a:tab pos="2742840" algn="l"/>
                <a:tab pos="3657240" algn="l"/>
                <a:tab pos="4571639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  <a:defRPr lang="en-GB" sz="22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2pPr>
            <a:lvl3pPr marL="1143000" marR="0" lvl="2" indent="-228600" algn="l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•"/>
              <a:tabLst>
                <a:tab pos="1143000" algn="l"/>
                <a:tab pos="1828799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3999" algn="l"/>
                <a:tab pos="10058399" algn="l"/>
              </a:tabLst>
              <a:defRPr lang="en-GB" sz="22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3pPr>
            <a:lvl4pPr marL="1600199" marR="0" lvl="3" indent="-228600" algn="l" hangingPunct="1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–"/>
              <a:tabLst>
                <a:tab pos="16002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3999" algn="l"/>
                <a:tab pos="10058400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4pPr>
            <a:lvl5pPr marL="2057400" marR="0" lvl="4" indent="-228600" algn="l" hangingPunct="1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»"/>
              <a:tabLst>
                <a:tab pos="2057400" algn="l"/>
                <a:tab pos="2743199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5pPr>
            <a:lvl6pPr marL="2057400" marR="0" lvl="5" indent="-228600" algn="l" hangingPunct="1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»"/>
              <a:tabLst>
                <a:tab pos="2057400" algn="l"/>
                <a:tab pos="2743199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6pPr>
            <a:lvl7pPr marL="2057400" marR="0" lvl="6" indent="-228600" algn="l" hangingPunct="1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»"/>
              <a:tabLst>
                <a:tab pos="2057400" algn="l"/>
                <a:tab pos="2743199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7pPr>
            <a:lvl8pPr marL="2057400" marR="0" lvl="7" indent="-228600" algn="l" hangingPunct="1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»"/>
              <a:tabLst>
                <a:tab pos="2057400" algn="l"/>
                <a:tab pos="2743199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8pPr>
            <a:lvl9pPr marL="1944000" marR="0" lvl="8" indent="-216000" algn="l" hangingPunct="1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SzPct val="45000"/>
              <a:buFont typeface="StarSymbol"/>
              <a:buChar char="●"/>
              <a:tabLst>
                <a:tab pos="2057400" algn="l"/>
                <a:tab pos="2743199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9pPr>
          </a:lstStyle>
          <a:p>
            <a:pPr lvl="0">
              <a:lnSpc>
                <a:spcPct val="90000"/>
              </a:lnSpc>
              <a:spcBef>
                <a:spcPts val="550"/>
              </a:spcBef>
              <a:buNone/>
            </a:pPr>
            <a:r>
              <a:rPr lang="en-GB" sz="2200" dirty="0"/>
              <a:t>Consider a discrete-time input sequence (</a:t>
            </a:r>
            <a:r>
              <a:rPr lang="en-GB" sz="2200" i="1" dirty="0"/>
              <a:t>z</a:t>
            </a:r>
            <a:r>
              <a:rPr lang="en-GB" sz="2200" dirty="0"/>
              <a:t> is a complex number):</a:t>
            </a:r>
          </a:p>
          <a:p>
            <a:pPr lvl="0">
              <a:lnSpc>
                <a:spcPct val="90000"/>
              </a:lnSpc>
              <a:spcBef>
                <a:spcPts val="550"/>
              </a:spcBef>
              <a:buNone/>
            </a:pPr>
            <a:r>
              <a:rPr lang="en-GB" sz="2200" dirty="0"/>
              <a:t>	</a:t>
            </a:r>
            <a:r>
              <a:rPr lang="en-GB" sz="2200" i="1" dirty="0"/>
              <a:t>x</a:t>
            </a:r>
            <a:r>
              <a:rPr lang="en-GB" sz="2200" dirty="0"/>
              <a:t>[</a:t>
            </a:r>
            <a:r>
              <a:rPr lang="en-GB" sz="2200" i="1" dirty="0"/>
              <a:t>n</a:t>
            </a:r>
            <a:r>
              <a:rPr lang="en-GB" sz="2200" dirty="0"/>
              <a:t>] = </a:t>
            </a:r>
            <a:r>
              <a:rPr lang="en-GB" sz="2200" i="1" dirty="0" err="1"/>
              <a:t>z</a:t>
            </a:r>
            <a:r>
              <a:rPr lang="en-GB" sz="2200" i="1" baseline="30000" dirty="0" err="1"/>
              <a:t>n</a:t>
            </a:r>
            <a:endParaRPr lang="en-GB" sz="2200" i="1" baseline="30000" dirty="0"/>
          </a:p>
          <a:p>
            <a:pPr lvl="0">
              <a:lnSpc>
                <a:spcPct val="90000"/>
              </a:lnSpc>
              <a:spcBef>
                <a:spcPts val="550"/>
              </a:spcBef>
              <a:buNone/>
            </a:pPr>
            <a:r>
              <a:rPr lang="en-GB" sz="2200" dirty="0"/>
              <a:t>Then using discrete-time convolution for an LTI system:</a:t>
            </a:r>
          </a:p>
          <a:p>
            <a:pPr lvl="0">
              <a:lnSpc>
                <a:spcPct val="90000"/>
              </a:lnSpc>
              <a:spcBef>
                <a:spcPts val="550"/>
              </a:spcBef>
              <a:buNone/>
            </a:pPr>
            <a:endParaRPr lang="en-GB" sz="2200" dirty="0"/>
          </a:p>
          <a:p>
            <a:pPr lvl="0">
              <a:lnSpc>
                <a:spcPct val="90000"/>
              </a:lnSpc>
              <a:spcBef>
                <a:spcPts val="550"/>
              </a:spcBef>
              <a:buNone/>
            </a:pPr>
            <a:endParaRPr lang="en-GB" sz="2200" dirty="0"/>
          </a:p>
          <a:p>
            <a:pPr lvl="0">
              <a:lnSpc>
                <a:spcPct val="90000"/>
              </a:lnSpc>
              <a:buNone/>
            </a:pPr>
            <a:endParaRPr lang="en-GB" dirty="0"/>
          </a:p>
          <a:p>
            <a:pPr lvl="0">
              <a:lnSpc>
                <a:spcPct val="90000"/>
              </a:lnSpc>
              <a:buNone/>
            </a:pPr>
            <a:endParaRPr lang="en-GB" dirty="0"/>
          </a:p>
          <a:p>
            <a:pPr lvl="0">
              <a:lnSpc>
                <a:spcPct val="90000"/>
              </a:lnSpc>
              <a:buNone/>
            </a:pPr>
            <a:endParaRPr lang="en-GB" dirty="0"/>
          </a:p>
          <a:p>
            <a:pPr lvl="0">
              <a:lnSpc>
                <a:spcPct val="90000"/>
              </a:lnSpc>
              <a:buNone/>
            </a:pPr>
            <a:endParaRPr lang="en-GB" dirty="0"/>
          </a:p>
          <a:p>
            <a:pPr lvl="0">
              <a:lnSpc>
                <a:spcPct val="90000"/>
              </a:lnSpc>
              <a:buNone/>
            </a:pPr>
            <a:endParaRPr lang="en-GB" dirty="0"/>
          </a:p>
          <a:p>
            <a:pPr lvl="0">
              <a:lnSpc>
                <a:spcPct val="90000"/>
              </a:lnSpc>
              <a:buNone/>
            </a:pPr>
            <a:endParaRPr lang="en-GB" dirty="0"/>
          </a:p>
          <a:p>
            <a:pPr lvl="0">
              <a:lnSpc>
                <a:spcPct val="90000"/>
              </a:lnSpc>
              <a:buNone/>
            </a:pPr>
            <a:endParaRPr lang="en-GB" dirty="0"/>
          </a:p>
          <a:p>
            <a:pPr lvl="0">
              <a:lnSpc>
                <a:spcPct val="90000"/>
              </a:lnSpc>
              <a:spcBef>
                <a:spcPts val="550"/>
              </a:spcBef>
              <a:buNone/>
            </a:pPr>
            <a:r>
              <a:rPr lang="en-GB" sz="2200" dirty="0"/>
              <a:t>But this is just the input signal multiplied by </a:t>
            </a:r>
            <a:r>
              <a:rPr lang="en-GB" sz="2200" i="1" dirty="0"/>
              <a:t>H</a:t>
            </a:r>
            <a:r>
              <a:rPr lang="en-GB" sz="2200" dirty="0"/>
              <a:t>(</a:t>
            </a:r>
            <a:r>
              <a:rPr lang="en-GB" sz="2200" i="1" dirty="0"/>
              <a:t>z</a:t>
            </a:r>
            <a:r>
              <a:rPr lang="en-GB" sz="2200" dirty="0"/>
              <a:t>), the </a:t>
            </a:r>
            <a:r>
              <a:rPr lang="en-GB" sz="2200" b="1" dirty="0"/>
              <a:t>z-transform of the impulse response,</a:t>
            </a:r>
            <a:r>
              <a:rPr lang="en-GB" sz="2200" dirty="0"/>
              <a:t> which is a complex function of </a:t>
            </a:r>
            <a:r>
              <a:rPr lang="en-GB" sz="2200" i="1" dirty="0"/>
              <a:t>z</a:t>
            </a:r>
            <a:r>
              <a:rPr lang="en-GB" sz="2200" dirty="0"/>
              <a:t>.</a:t>
            </a:r>
          </a:p>
          <a:p>
            <a:pPr lvl="0">
              <a:lnSpc>
                <a:spcPct val="90000"/>
              </a:lnSpc>
              <a:buNone/>
            </a:pPr>
            <a:r>
              <a:rPr lang="en-GB" i="1" dirty="0" err="1"/>
              <a:t>z</a:t>
            </a:r>
            <a:r>
              <a:rPr lang="en-GB" i="1" baseline="30000" dirty="0" err="1"/>
              <a:t>n</a:t>
            </a:r>
            <a:r>
              <a:rPr lang="en-GB" dirty="0"/>
              <a:t> is an </a:t>
            </a:r>
            <a:r>
              <a:rPr lang="en-GB" b="1" dirty="0" err="1"/>
              <a:t>eigenfunction</a:t>
            </a:r>
            <a:r>
              <a:rPr lang="en-GB" b="1" dirty="0"/>
              <a:t> of a DT LTI</a:t>
            </a:r>
            <a:r>
              <a:rPr lang="en-GB" dirty="0"/>
              <a:t> system</a:t>
            </a:r>
          </a:p>
        </p:txBody>
      </p:sp>
      <p:graphicFrame>
        <p:nvGraphicFramePr>
          <p:cNvPr id="4" name="Object 3"/>
          <p:cNvGraphicFramePr/>
          <p:nvPr>
            <p:extLst>
              <p:ext uri="{D42A27DB-BD31-4B8C-83A1-F6EECF244321}">
                <p14:modId xmlns:p14="http://schemas.microsoft.com/office/powerpoint/2010/main" val="1963274680"/>
              </p:ext>
            </p:extLst>
          </p:nvPr>
        </p:nvGraphicFramePr>
        <p:xfrm>
          <a:off x="1079639" y="2078848"/>
          <a:ext cx="3352680" cy="3222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2" name="Equation" r:id="rId4" imgW="52425600" imgH="50393600" progId="Equation.3">
                  <p:embed/>
                </p:oleObj>
              </mc:Choice>
              <mc:Fallback>
                <p:oleObj name="Equation" r:id="rId4" imgW="52425600" imgH="503936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79639" y="2078848"/>
                        <a:ext cx="3352680" cy="3222360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 w="0">
                        <a:solidFill>
                          <a:srgbClr val="000000"/>
                        </a:solidFill>
                        <a:prstDash val="soli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/>
          <p:nvPr/>
        </p:nvGraphicFramePr>
        <p:xfrm>
          <a:off x="5835600" y="3911760"/>
          <a:ext cx="2378160" cy="8888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3" name="Equation" r:id="rId6" imgW="36982400" imgH="13817600" progId="Equation.3">
                  <p:embed/>
                </p:oleObj>
              </mc:Choice>
              <mc:Fallback>
                <p:oleObj name="Equation" r:id="rId6" imgW="36982400" imgH="138176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835600" y="3911760"/>
                        <a:ext cx="2378160" cy="888840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 w="0">
                        <a:solidFill>
                          <a:srgbClr val="000000"/>
                        </a:solidFill>
                        <a:prstDash val="soli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851080" y="3301560"/>
            <a:ext cx="3063959" cy="646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anchor="t" anchorCtr="0" compatLnSpc="0">
            <a:sp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0" i="1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rPr>
              <a:t>Z-transform of the impulse response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A1A9C31-31E0-864B-AB8D-BD791526D6E6}"/>
                  </a:ext>
                </a:extLst>
              </p14:cNvPr>
              <p14:cNvContentPartPr/>
              <p14:nvPr/>
            </p14:nvContentPartPr>
            <p14:xfrm>
              <a:off x="-360" y="821160"/>
              <a:ext cx="9071280" cy="59493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A1A9C31-31E0-864B-AB8D-BD791526D6E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-9720" y="811800"/>
                <a:ext cx="9090000" cy="5968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25292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283960" y="6499440"/>
            <a:ext cx="644040" cy="232560"/>
          </a:xfrm>
          <a:prstGeom prst="rect">
            <a:avLst/>
          </a:prstGeom>
        </p:spPr>
        <p:txBody>
          <a:bodyPr/>
          <a:lstStyle/>
          <a:p>
            <a:pPr lvl="0"/>
            <a:fld id="{09CB4B6D-B4BF-4B81-81A4-97E4F4BC75D1}" type="slidenum">
              <a:t>4</a:t>
            </a:fld>
            <a:endParaRPr lang="en-GB"/>
          </a:p>
        </p:txBody>
      </p:sp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323528" y="430422"/>
            <a:ext cx="8496944" cy="586957"/>
          </a:xfrm>
        </p:spPr>
        <p:txBody>
          <a:bodyPr wrap="square" lIns="90000" tIns="46800" rIns="90000" bIns="46800" anchorCtr="0">
            <a:spAutoFit/>
          </a:bodyPr>
          <a:lstStyle>
            <a:defPPr lvl="0">
              <a:buClr>
                <a:srgbClr val="000000"/>
              </a:buClr>
              <a:buSzPct val="100000"/>
              <a:buFont typeface="Arial" pitchFamily="34"/>
              <a:buNone/>
            </a:defPPr>
            <a:lvl1pPr lvl="0">
              <a:buClr>
                <a:srgbClr val="000000"/>
              </a:buClr>
              <a:buSzPct val="100000"/>
              <a:buFont typeface="Arial" pitchFamily="34"/>
              <a:buChar char="•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en-GB" dirty="0"/>
              <a:t>z-Transform </a:t>
            </a:r>
            <a:r>
              <a:rPr lang="en-GB" dirty="0" err="1"/>
              <a:t>vs</a:t>
            </a:r>
            <a:r>
              <a:rPr lang="en-GB" dirty="0"/>
              <a:t> DTFT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428400" y="1273831"/>
            <a:ext cx="8334360" cy="4603441"/>
          </a:xfrm>
        </p:spPr>
        <p:txBody>
          <a:bodyPr wrap="square" lIns="90000" tIns="46800" rIns="90000" bIns="46800" anchor="t" anchorCtr="0">
            <a:spAutoFit/>
          </a:bodyPr>
          <a:lstStyle>
            <a:defPPr marL="342720" marR="0" lvl="0" indent="-342720" algn="l" hangingPunct="1">
              <a:lnSpc>
                <a:spcPct val="100000"/>
              </a:lnSpc>
              <a:spcBef>
                <a:spcPts val="598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None/>
              <a:tabLst>
                <a:tab pos="342720" algn="l"/>
                <a:tab pos="914040" algn="l"/>
                <a:tab pos="1828439" algn="l"/>
                <a:tab pos="2742839" algn="l"/>
                <a:tab pos="3657239" algn="l"/>
                <a:tab pos="4571639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  <a:defRPr lang="en-GB" sz="24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defPPr>
            <a:lvl1pPr marL="342720" marR="0" lvl="0" indent="-342720" algn="l" hangingPunct="1">
              <a:lnSpc>
                <a:spcPct val="100000"/>
              </a:lnSpc>
              <a:spcBef>
                <a:spcPts val="598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•"/>
              <a:tabLst>
                <a:tab pos="342720" algn="l"/>
                <a:tab pos="914040" algn="l"/>
                <a:tab pos="1828439" algn="l"/>
                <a:tab pos="2742839" algn="l"/>
                <a:tab pos="3657239" algn="l"/>
                <a:tab pos="4571639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  <a:defRPr lang="en-GB" sz="24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1pPr>
            <a:lvl2pPr marL="742680" marR="0" lvl="1" indent="-285480" algn="l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–"/>
              <a:tabLst>
                <a:tab pos="742680" algn="l"/>
                <a:tab pos="914040" algn="l"/>
                <a:tab pos="1828439" algn="l"/>
                <a:tab pos="2742840" algn="l"/>
                <a:tab pos="3657240" algn="l"/>
                <a:tab pos="4571639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  <a:defRPr lang="en-GB" sz="22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2pPr>
            <a:lvl3pPr marL="1143000" marR="0" lvl="2" indent="-228600" algn="l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•"/>
              <a:tabLst>
                <a:tab pos="1143000" algn="l"/>
                <a:tab pos="1828799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3999" algn="l"/>
                <a:tab pos="10058399" algn="l"/>
              </a:tabLst>
              <a:defRPr lang="en-GB" sz="22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3pPr>
            <a:lvl4pPr marL="1600199" marR="0" lvl="3" indent="-228600" algn="l" hangingPunct="1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–"/>
              <a:tabLst>
                <a:tab pos="16002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3999" algn="l"/>
                <a:tab pos="10058400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4pPr>
            <a:lvl5pPr marL="2057400" marR="0" lvl="4" indent="-228600" algn="l" hangingPunct="1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»"/>
              <a:tabLst>
                <a:tab pos="2057400" algn="l"/>
                <a:tab pos="2743199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5pPr>
            <a:lvl6pPr marL="2057400" marR="0" lvl="5" indent="-228600" algn="l" hangingPunct="1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»"/>
              <a:tabLst>
                <a:tab pos="2057400" algn="l"/>
                <a:tab pos="2743199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6pPr>
            <a:lvl7pPr marL="2057400" marR="0" lvl="6" indent="-228600" algn="l" hangingPunct="1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»"/>
              <a:tabLst>
                <a:tab pos="2057400" algn="l"/>
                <a:tab pos="2743199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7pPr>
            <a:lvl8pPr marL="2057400" marR="0" lvl="7" indent="-228600" algn="l" hangingPunct="1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»"/>
              <a:tabLst>
                <a:tab pos="2057400" algn="l"/>
                <a:tab pos="2743199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8pPr>
            <a:lvl9pPr marL="1944000" marR="0" lvl="8" indent="-216000" algn="l" hangingPunct="1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SzPct val="45000"/>
              <a:buFont typeface="StarSymbol"/>
              <a:buChar char="●"/>
              <a:tabLst>
                <a:tab pos="2057400" algn="l"/>
                <a:tab pos="2743199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9pPr>
          </a:lstStyle>
          <a:p>
            <a:pPr lvl="0">
              <a:spcBef>
                <a:spcPts val="550"/>
              </a:spcBef>
              <a:buNone/>
            </a:pPr>
            <a:r>
              <a:rPr lang="en-GB" sz="2200" dirty="0"/>
              <a:t>The </a:t>
            </a:r>
            <a:r>
              <a:rPr lang="en-GB" sz="2200" b="1" dirty="0"/>
              <a:t>z-transform</a:t>
            </a:r>
            <a:r>
              <a:rPr lang="en-GB" sz="2200" dirty="0"/>
              <a:t> of a discrete time signal is defined as:</a:t>
            </a:r>
          </a:p>
          <a:p>
            <a:pPr lvl="0">
              <a:spcBef>
                <a:spcPts val="899"/>
              </a:spcBef>
              <a:buNone/>
            </a:pPr>
            <a:endParaRPr lang="en-GB" sz="3600" dirty="0"/>
          </a:p>
          <a:p>
            <a:pPr lvl="0">
              <a:spcBef>
                <a:spcPts val="899"/>
              </a:spcBef>
              <a:buNone/>
            </a:pPr>
            <a:endParaRPr lang="en-GB" sz="3600" dirty="0"/>
          </a:p>
          <a:p>
            <a:pPr lvl="0">
              <a:spcBef>
                <a:spcPts val="550"/>
              </a:spcBef>
              <a:buNone/>
            </a:pPr>
            <a:r>
              <a:rPr lang="en-GB" sz="2200" dirty="0"/>
              <a:t>To understand this relationship, put </a:t>
            </a:r>
            <a:r>
              <a:rPr lang="en-GB" sz="2200" i="1" dirty="0"/>
              <a:t>z</a:t>
            </a:r>
            <a:r>
              <a:rPr lang="en-GB" sz="2200" dirty="0"/>
              <a:t> in </a:t>
            </a:r>
            <a:r>
              <a:rPr lang="en-GB" sz="2200" b="1" dirty="0"/>
              <a:t>polar coordinate</a:t>
            </a:r>
            <a:r>
              <a:rPr lang="en-GB" sz="2200" dirty="0"/>
              <a:t>, i.e. </a:t>
            </a:r>
            <a:r>
              <a:rPr lang="en-GB" sz="2200" i="1" dirty="0"/>
              <a:t>z</a:t>
            </a:r>
            <a:r>
              <a:rPr lang="en-GB" sz="2200" dirty="0"/>
              <a:t>=</a:t>
            </a:r>
            <a:r>
              <a:rPr lang="en-GB" sz="2200" i="1" dirty="0" err="1"/>
              <a:t>re</a:t>
            </a:r>
            <a:r>
              <a:rPr lang="en-GB" sz="2200" i="1" baseline="30000" dirty="0" err="1"/>
              <a:t>j</a:t>
            </a:r>
            <a:r>
              <a:rPr lang="en-GB" sz="2200" i="1" baseline="30000" dirty="0">
                <a:latin typeface="Symbol" pitchFamily="18"/>
              </a:rPr>
              <a:t></a:t>
            </a:r>
          </a:p>
          <a:p>
            <a:pPr lvl="0">
              <a:spcBef>
                <a:spcPts val="550"/>
              </a:spcBef>
              <a:buNone/>
            </a:pPr>
            <a:endParaRPr lang="en-GB" sz="2200" dirty="0"/>
          </a:p>
          <a:p>
            <a:pPr lvl="0">
              <a:spcBef>
                <a:spcPts val="550"/>
              </a:spcBef>
              <a:buNone/>
            </a:pPr>
            <a:endParaRPr lang="en-GB" sz="2200" dirty="0"/>
          </a:p>
          <a:p>
            <a:pPr lvl="0">
              <a:spcBef>
                <a:spcPts val="550"/>
              </a:spcBef>
              <a:buNone/>
            </a:pPr>
            <a:endParaRPr lang="en-GB" sz="2200" dirty="0"/>
          </a:p>
          <a:p>
            <a:pPr lvl="0">
              <a:spcBef>
                <a:spcPts val="550"/>
              </a:spcBef>
              <a:buNone/>
            </a:pPr>
            <a:endParaRPr lang="en-GB" sz="2200" dirty="0"/>
          </a:p>
          <a:p>
            <a:pPr lvl="0">
              <a:spcBef>
                <a:spcPts val="550"/>
              </a:spcBef>
              <a:buNone/>
            </a:pPr>
            <a:r>
              <a:rPr lang="en-GB" sz="2200" dirty="0"/>
              <a:t>Therefore, this is just equivalent to the scaled </a:t>
            </a:r>
            <a:r>
              <a:rPr lang="en-GB" sz="2200" b="1" dirty="0"/>
              <a:t>DT Fourier Series</a:t>
            </a:r>
            <a:r>
              <a:rPr lang="en-GB" sz="2200" dirty="0"/>
              <a:t>:</a:t>
            </a:r>
          </a:p>
        </p:txBody>
      </p:sp>
      <p:graphicFrame>
        <p:nvGraphicFramePr>
          <p:cNvPr id="4" name="Object 3"/>
          <p:cNvGraphicFramePr/>
          <p:nvPr>
            <p:extLst>
              <p:ext uri="{D42A27DB-BD31-4B8C-83A1-F6EECF244321}">
                <p14:modId xmlns:p14="http://schemas.microsoft.com/office/powerpoint/2010/main" val="4055855143"/>
              </p:ext>
            </p:extLst>
          </p:nvPr>
        </p:nvGraphicFramePr>
        <p:xfrm>
          <a:off x="2057400" y="1792353"/>
          <a:ext cx="2235240" cy="8445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24" name="Equation" r:id="rId4" imgW="36576000" imgH="13817600" progId="Equation.3">
                  <p:embed/>
                </p:oleObj>
              </mc:Choice>
              <mc:Fallback>
                <p:oleObj name="Equation" r:id="rId4" imgW="36576000" imgH="138176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057400" y="1792353"/>
                        <a:ext cx="2235240" cy="844559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 w="0">
                        <a:solidFill>
                          <a:srgbClr val="000000"/>
                        </a:solidFill>
                        <a:prstDash val="soli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/>
          <p:nvPr>
            <p:extLst>
              <p:ext uri="{D42A27DB-BD31-4B8C-83A1-F6EECF244321}">
                <p14:modId xmlns:p14="http://schemas.microsoft.com/office/powerpoint/2010/main" val="1877874452"/>
              </p:ext>
            </p:extLst>
          </p:nvPr>
        </p:nvGraphicFramePr>
        <p:xfrm>
          <a:off x="2057400" y="3444680"/>
          <a:ext cx="3441600" cy="1784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25" name="Equation" r:id="rId6" imgW="54864000" imgH="28448000" progId="Equation.3">
                  <p:embed/>
                </p:oleObj>
              </mc:Choice>
              <mc:Fallback>
                <p:oleObj name="Equation" r:id="rId6" imgW="54864000" imgH="284480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057400" y="3444680"/>
                        <a:ext cx="3441600" cy="1784520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 w="0">
                        <a:solidFill>
                          <a:srgbClr val="000000"/>
                        </a:solidFill>
                        <a:prstDash val="soli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/>
          <p:nvPr>
            <p:extLst>
              <p:ext uri="{D42A27DB-BD31-4B8C-83A1-F6EECF244321}">
                <p14:modId xmlns:p14="http://schemas.microsoft.com/office/powerpoint/2010/main" val="589568157"/>
              </p:ext>
            </p:extLst>
          </p:nvPr>
        </p:nvGraphicFramePr>
        <p:xfrm>
          <a:off x="2057400" y="5877272"/>
          <a:ext cx="2752560" cy="4589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26" name="Equation" r:id="rId8" imgW="43891200" imgH="7315200" progId="Equation.3">
                  <p:embed/>
                </p:oleObj>
              </mc:Choice>
              <mc:Fallback>
                <p:oleObj name="Equation" r:id="rId8" imgW="43891200" imgH="73152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057400" y="5877272"/>
                        <a:ext cx="2752560" cy="458999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 w="0">
                        <a:solidFill>
                          <a:srgbClr val="000000"/>
                        </a:solidFill>
                        <a:prstDash val="solid"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27A4963-7B6A-3843-A141-F73827236019}"/>
                  </a:ext>
                </a:extLst>
              </p14:cNvPr>
              <p14:cNvContentPartPr/>
              <p14:nvPr/>
            </p14:nvContentPartPr>
            <p14:xfrm>
              <a:off x="784440" y="1624680"/>
              <a:ext cx="8022600" cy="48142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27A4963-7B6A-3843-A141-F7382723601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75080" y="1615320"/>
                <a:ext cx="8041320" cy="4833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67820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283960" y="6499440"/>
            <a:ext cx="644040" cy="232560"/>
          </a:xfrm>
          <a:prstGeom prst="rect">
            <a:avLst/>
          </a:prstGeom>
        </p:spPr>
        <p:txBody>
          <a:bodyPr/>
          <a:lstStyle/>
          <a:p>
            <a:pPr lvl="0"/>
            <a:fld id="{66D8F5A1-156B-4013-807A-CC2FC857619E}" type="slidenum">
              <a:t>5</a:t>
            </a:fld>
            <a:endParaRPr lang="en-GB"/>
          </a:p>
        </p:txBody>
      </p:sp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179512" y="294568"/>
            <a:ext cx="8375759" cy="686160"/>
          </a:xfrm>
        </p:spPr>
        <p:txBody>
          <a:bodyPr wrap="square" lIns="90000" tIns="46800" rIns="90000" bIns="46800" anchorCtr="0">
            <a:spAutoFit/>
          </a:bodyPr>
          <a:lstStyle>
            <a:defPPr lvl="0">
              <a:buClr>
                <a:srgbClr val="000000"/>
              </a:buClr>
              <a:buSzPct val="100000"/>
              <a:buFont typeface="Arial" pitchFamily="34"/>
              <a:buNone/>
            </a:defPPr>
            <a:lvl1pPr lvl="0">
              <a:buClr>
                <a:srgbClr val="000000"/>
              </a:buClr>
              <a:buSzPct val="100000"/>
              <a:buFont typeface="Arial" pitchFamily="34"/>
              <a:buChar char="•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en-GB" dirty="0"/>
              <a:t>Geometric Interpretation &amp; Convergence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151920" y="914400"/>
            <a:ext cx="6705720" cy="5582170"/>
          </a:xfrm>
        </p:spPr>
        <p:txBody>
          <a:bodyPr wrap="square" lIns="90000" tIns="46800" rIns="90000" bIns="46800" anchor="t" anchorCtr="0">
            <a:spAutoFit/>
          </a:bodyPr>
          <a:lstStyle>
            <a:defPPr marL="342720" marR="0" lvl="0" indent="-342720" algn="l" hangingPunct="1">
              <a:lnSpc>
                <a:spcPct val="100000"/>
              </a:lnSpc>
              <a:spcBef>
                <a:spcPts val="598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None/>
              <a:tabLst>
                <a:tab pos="342720" algn="l"/>
                <a:tab pos="914040" algn="l"/>
                <a:tab pos="1828439" algn="l"/>
                <a:tab pos="2742839" algn="l"/>
                <a:tab pos="3657239" algn="l"/>
                <a:tab pos="4571639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  <a:defRPr lang="en-GB" sz="24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defPPr>
            <a:lvl1pPr marL="342720" marR="0" lvl="0" indent="-342720" algn="l" hangingPunct="1">
              <a:lnSpc>
                <a:spcPct val="100000"/>
              </a:lnSpc>
              <a:spcBef>
                <a:spcPts val="598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•"/>
              <a:tabLst>
                <a:tab pos="342720" algn="l"/>
                <a:tab pos="914040" algn="l"/>
                <a:tab pos="1828439" algn="l"/>
                <a:tab pos="2742839" algn="l"/>
                <a:tab pos="3657239" algn="l"/>
                <a:tab pos="4571639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  <a:defRPr lang="en-GB" sz="24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1pPr>
            <a:lvl2pPr marL="742680" marR="0" lvl="1" indent="-285480" algn="l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–"/>
              <a:tabLst>
                <a:tab pos="742680" algn="l"/>
                <a:tab pos="914040" algn="l"/>
                <a:tab pos="1828439" algn="l"/>
                <a:tab pos="2742840" algn="l"/>
                <a:tab pos="3657240" algn="l"/>
                <a:tab pos="4571639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  <a:defRPr lang="en-GB" sz="22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2pPr>
            <a:lvl3pPr marL="1143000" marR="0" lvl="2" indent="-228600" algn="l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•"/>
              <a:tabLst>
                <a:tab pos="1143000" algn="l"/>
                <a:tab pos="1828799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3999" algn="l"/>
                <a:tab pos="10058399" algn="l"/>
              </a:tabLst>
              <a:defRPr lang="en-GB" sz="22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3pPr>
            <a:lvl4pPr marL="1600199" marR="0" lvl="3" indent="-228600" algn="l" hangingPunct="1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–"/>
              <a:tabLst>
                <a:tab pos="16002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3999" algn="l"/>
                <a:tab pos="10058400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4pPr>
            <a:lvl5pPr marL="2057400" marR="0" lvl="4" indent="-228600" algn="l" hangingPunct="1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»"/>
              <a:tabLst>
                <a:tab pos="2057400" algn="l"/>
                <a:tab pos="2743199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5pPr>
            <a:lvl6pPr marL="2057400" marR="0" lvl="5" indent="-228600" algn="l" hangingPunct="1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»"/>
              <a:tabLst>
                <a:tab pos="2057400" algn="l"/>
                <a:tab pos="2743199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6pPr>
            <a:lvl7pPr marL="2057400" marR="0" lvl="6" indent="-228600" algn="l" hangingPunct="1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»"/>
              <a:tabLst>
                <a:tab pos="2057400" algn="l"/>
                <a:tab pos="2743199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7pPr>
            <a:lvl8pPr marL="2057400" marR="0" lvl="7" indent="-228600" algn="l" hangingPunct="1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»"/>
              <a:tabLst>
                <a:tab pos="2057400" algn="l"/>
                <a:tab pos="2743199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8pPr>
            <a:lvl9pPr marL="1944000" marR="0" lvl="8" indent="-216000" algn="l" hangingPunct="1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SzPct val="45000"/>
              <a:buFont typeface="StarSymbol"/>
              <a:buChar char="●"/>
              <a:tabLst>
                <a:tab pos="2057400" algn="l"/>
                <a:tab pos="2743199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9pPr>
          </a:lstStyle>
          <a:p>
            <a:pPr lvl="0">
              <a:lnSpc>
                <a:spcPct val="90000"/>
              </a:lnSpc>
              <a:spcBef>
                <a:spcPts val="550"/>
              </a:spcBef>
              <a:buNone/>
            </a:pPr>
            <a:r>
              <a:rPr lang="en-GB" sz="2200" dirty="0"/>
              <a:t>The relationship between the </a:t>
            </a:r>
            <a:r>
              <a:rPr lang="en-GB" sz="2200" i="1" dirty="0"/>
              <a:t>z</a:t>
            </a:r>
            <a:r>
              <a:rPr lang="en-GB" sz="2200" dirty="0"/>
              <a:t>-transform and Fourier transform for DT signals, closely parallels the discussion for CT signals</a:t>
            </a:r>
          </a:p>
          <a:p>
            <a:pPr lvl="0">
              <a:lnSpc>
                <a:spcPct val="90000"/>
              </a:lnSpc>
              <a:spcBef>
                <a:spcPts val="550"/>
              </a:spcBef>
              <a:buNone/>
            </a:pPr>
            <a:r>
              <a:rPr lang="en-GB" sz="2200" dirty="0"/>
              <a:t>The </a:t>
            </a:r>
            <a:r>
              <a:rPr lang="en-GB" sz="2200" i="1" dirty="0"/>
              <a:t>z</a:t>
            </a:r>
            <a:r>
              <a:rPr lang="en-GB" sz="2200" dirty="0"/>
              <a:t>-transform reduces to the DT Fourier transform when the magnitude is unity </a:t>
            </a:r>
            <a:r>
              <a:rPr lang="en-GB" sz="2200" i="1" dirty="0"/>
              <a:t>r</a:t>
            </a:r>
            <a:r>
              <a:rPr lang="en-GB" sz="2200" dirty="0"/>
              <a:t>=1 (rather than </a:t>
            </a:r>
            <a:r>
              <a:rPr lang="en-GB" sz="2200" i="1" dirty="0"/>
              <a:t>Re</a:t>
            </a:r>
            <a:r>
              <a:rPr lang="en-GB" sz="2200" dirty="0"/>
              <a:t>{</a:t>
            </a:r>
            <a:r>
              <a:rPr lang="en-GB" sz="2200" i="1" dirty="0"/>
              <a:t>s</a:t>
            </a:r>
            <a:r>
              <a:rPr lang="en-GB" sz="2200" dirty="0"/>
              <a:t>}=0 or purely imaginary for the CT Fourier transform)</a:t>
            </a:r>
          </a:p>
          <a:p>
            <a:pPr lvl="0">
              <a:lnSpc>
                <a:spcPct val="90000"/>
              </a:lnSpc>
              <a:spcBef>
                <a:spcPts val="550"/>
              </a:spcBef>
              <a:buNone/>
            </a:pPr>
            <a:r>
              <a:rPr lang="en-GB" sz="2200" dirty="0"/>
              <a:t>For the </a:t>
            </a:r>
            <a:r>
              <a:rPr lang="en-GB" sz="2200" i="1" dirty="0"/>
              <a:t>z</a:t>
            </a:r>
            <a:r>
              <a:rPr lang="en-GB" sz="2200" dirty="0"/>
              <a:t>-transform convergence, we require that the Fourier transform of </a:t>
            </a:r>
            <a:r>
              <a:rPr lang="en-GB" sz="2200" i="1" dirty="0"/>
              <a:t>x</a:t>
            </a:r>
            <a:r>
              <a:rPr lang="en-GB" sz="2200" dirty="0"/>
              <a:t>[</a:t>
            </a:r>
            <a:r>
              <a:rPr lang="en-GB" sz="2200" i="1" dirty="0"/>
              <a:t>n</a:t>
            </a:r>
            <a:r>
              <a:rPr lang="en-GB" sz="2200" dirty="0"/>
              <a:t>]</a:t>
            </a:r>
            <a:r>
              <a:rPr lang="en-GB" sz="2200" i="1" dirty="0"/>
              <a:t>r</a:t>
            </a:r>
            <a:r>
              <a:rPr lang="en-GB" sz="2200" i="1" baseline="30000" dirty="0"/>
              <a:t>-n</a:t>
            </a:r>
            <a:r>
              <a:rPr lang="en-GB" sz="2200" dirty="0"/>
              <a:t> converges.  This will generally converge for some values of </a:t>
            </a:r>
            <a:r>
              <a:rPr lang="en-GB" sz="2200" i="1" dirty="0"/>
              <a:t>r</a:t>
            </a:r>
            <a:r>
              <a:rPr lang="en-GB" sz="2200" dirty="0"/>
              <a:t> and not for others.</a:t>
            </a:r>
          </a:p>
          <a:p>
            <a:pPr lvl="0">
              <a:lnSpc>
                <a:spcPct val="90000"/>
              </a:lnSpc>
              <a:spcBef>
                <a:spcPts val="550"/>
              </a:spcBef>
              <a:buNone/>
            </a:pPr>
            <a:r>
              <a:rPr lang="en-GB" sz="2200" dirty="0"/>
              <a:t>In general, the </a:t>
            </a:r>
            <a:r>
              <a:rPr lang="en-GB" sz="2200" i="1" dirty="0"/>
              <a:t>z</a:t>
            </a:r>
            <a:r>
              <a:rPr lang="en-GB" sz="2200" dirty="0"/>
              <a:t>-transform of a sequence has an associated </a:t>
            </a:r>
            <a:r>
              <a:rPr lang="en-GB" sz="2200" dirty="0">
                <a:solidFill>
                  <a:srgbClr val="FF0000"/>
                </a:solidFill>
              </a:rPr>
              <a:t>range of values of </a:t>
            </a:r>
            <a:r>
              <a:rPr lang="en-GB" sz="2200" i="1" dirty="0">
                <a:solidFill>
                  <a:srgbClr val="FF0000"/>
                </a:solidFill>
              </a:rPr>
              <a:t>z</a:t>
            </a:r>
            <a:r>
              <a:rPr lang="en-GB" sz="2200" dirty="0">
                <a:solidFill>
                  <a:srgbClr val="FF0000"/>
                </a:solidFill>
              </a:rPr>
              <a:t> for which </a:t>
            </a:r>
            <a:r>
              <a:rPr lang="en-GB" sz="2200" i="1" dirty="0">
                <a:solidFill>
                  <a:srgbClr val="FF0000"/>
                </a:solidFill>
              </a:rPr>
              <a:t>X</a:t>
            </a:r>
            <a:r>
              <a:rPr lang="en-GB" sz="2200" dirty="0">
                <a:solidFill>
                  <a:srgbClr val="FF0000"/>
                </a:solidFill>
              </a:rPr>
              <a:t>(</a:t>
            </a:r>
            <a:r>
              <a:rPr lang="en-GB" sz="2200" i="1" dirty="0">
                <a:solidFill>
                  <a:srgbClr val="FF0000"/>
                </a:solidFill>
              </a:rPr>
              <a:t>z</a:t>
            </a:r>
            <a:r>
              <a:rPr lang="en-GB" sz="2200" dirty="0">
                <a:solidFill>
                  <a:srgbClr val="FF0000"/>
                </a:solidFill>
              </a:rPr>
              <a:t>) converges.</a:t>
            </a:r>
          </a:p>
          <a:p>
            <a:pPr lvl="0">
              <a:lnSpc>
                <a:spcPct val="90000"/>
              </a:lnSpc>
              <a:spcBef>
                <a:spcPts val="550"/>
              </a:spcBef>
              <a:buNone/>
            </a:pPr>
            <a:r>
              <a:rPr lang="en-GB" sz="2200" dirty="0"/>
              <a:t>This is referred to as the Region of Convergence (ROC).  If it includes the unit circle, the DT Fourier transform also converges.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6649919" y="2971440"/>
            <a:ext cx="2406601" cy="2595959"/>
            <a:chOff x="6649919" y="2971440"/>
            <a:chExt cx="2406601" cy="2595959"/>
          </a:xfrm>
        </p:grpSpPr>
        <p:sp>
          <p:nvSpPr>
            <p:cNvPr id="5" name="Straight Connector 4"/>
            <p:cNvSpPr/>
            <p:nvPr/>
          </p:nvSpPr>
          <p:spPr>
            <a:xfrm>
              <a:off x="6649919" y="4341960"/>
              <a:ext cx="2141641" cy="0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prstDash val="solid"/>
              <a:miter/>
              <a:tailEnd type="arrow"/>
            </a:ln>
          </p:spPr>
          <p:txBody>
            <a:bodyPr vert="horz" wrap="square" lIns="90000" tIns="46800" rIns="90000" bIns="46800" anchor="t" anchorCtr="0" compatLnSpc="0"/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GB" sz="2400" b="0" i="0" u="none" strike="noStrike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endParaRPr>
            </a:p>
          </p:txBody>
        </p:sp>
        <p:sp>
          <p:nvSpPr>
            <p:cNvPr id="6" name="Freeform 5"/>
            <p:cNvSpPr/>
            <p:nvPr/>
          </p:nvSpPr>
          <p:spPr>
            <a:xfrm>
              <a:off x="6824520" y="3625560"/>
              <a:ext cx="1432080" cy="1431720"/>
            </a:xfrm>
            <a:custGeom>
              <a:avLst/>
              <a:gdLst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il" t="it" r="ir" b="ib"/>
              <a:pathLst>
                <a:path>
                  <a:moveTo>
                    <a:pt x="l" y="vc"/>
                  </a:moveTo>
                  <a:arcTo wR="wd2" hR="hd2" stAng="cd2" swAng="cd4"/>
                  <a:arcTo wR="wd2" hR="hd2" stAng="3cd4" swAng="cd4"/>
                  <a:arcTo wR="wd2" hR="hd2" stAng="0" swAng="cd4"/>
                  <a:arcTo wR="wd2" hR="hd2" stAng="cd4" swAng="cd4"/>
                  <a:close/>
                </a:path>
              </a:pathLst>
            </a:custGeom>
            <a:noFill/>
            <a:ln w="19080">
              <a:solidFill>
                <a:srgbClr val="000000"/>
              </a:solidFill>
              <a:prstDash val="solid"/>
              <a:miter/>
            </a:ln>
          </p:spPr>
          <p:txBody>
            <a:bodyPr vert="horz" wrap="none" lIns="90000" tIns="46800" rIns="90000" bIns="46800" anchor="ctr" anchorCtr="0" compatLnSpc="0"/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GB" sz="2400" b="0" i="0" u="none" strike="noStrike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endParaRPr>
            </a:p>
          </p:txBody>
        </p:sp>
        <p:sp>
          <p:nvSpPr>
            <p:cNvPr id="7" name="Straight Connector 6"/>
            <p:cNvSpPr/>
            <p:nvPr/>
          </p:nvSpPr>
          <p:spPr>
            <a:xfrm flipV="1">
              <a:off x="7540559" y="3213000"/>
              <a:ext cx="0" cy="1982880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prstDash val="solid"/>
              <a:miter/>
              <a:tailEnd type="arrow"/>
            </a:ln>
          </p:spPr>
          <p:txBody>
            <a:bodyPr vert="horz" wrap="square" lIns="90000" tIns="46800" rIns="90000" bIns="46800" anchor="t" anchorCtr="0" compatLnSpc="0"/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GB" sz="2400" b="0" i="0" u="none" strike="noStrike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388360" y="4419360"/>
              <a:ext cx="668160" cy="3409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6800" rIns="90000" bIns="46800" anchor="t" anchorCtr="0" compatLnSpc="0">
              <a:spAutoFit/>
            </a:bodyPr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i="1" u="none" strike="noStrike" baseline="0">
                  <a:ln>
                    <a:noFill/>
                  </a:ln>
                  <a:solidFill>
                    <a:srgbClr val="000000"/>
                  </a:solidFill>
                  <a:latin typeface="Arial" pitchFamily="34"/>
                  <a:ea typeface="Times New Roman" pitchFamily="18"/>
                  <a:cs typeface="Times New Roman" pitchFamily="18"/>
                </a:rPr>
                <a:t>Re</a:t>
              </a:r>
              <a:r>
                <a:rPr lang="en-US" sz="1600" b="0" i="0" u="none" strike="noStrike" baseline="0">
                  <a:ln>
                    <a:noFill/>
                  </a:ln>
                  <a:solidFill>
                    <a:srgbClr val="000000"/>
                  </a:solidFill>
                  <a:latin typeface="Arial" pitchFamily="34"/>
                  <a:ea typeface="Times New Roman" pitchFamily="18"/>
                  <a:cs typeface="Times New Roman" pitchFamily="18"/>
                </a:rPr>
                <a:t>(</a:t>
              </a:r>
              <a:r>
                <a:rPr lang="en-US" sz="1600" b="0" i="1" u="none" strike="noStrike" baseline="0">
                  <a:ln>
                    <a:noFill/>
                  </a:ln>
                  <a:solidFill>
                    <a:srgbClr val="000000"/>
                  </a:solidFill>
                  <a:latin typeface="Arial" pitchFamily="34"/>
                  <a:ea typeface="Times New Roman" pitchFamily="18"/>
                  <a:cs typeface="Times New Roman" pitchFamily="18"/>
                </a:rPr>
                <a:t>z</a:t>
              </a:r>
              <a:r>
                <a:rPr lang="en-US" sz="1600" b="0" i="0" u="none" strike="noStrike" baseline="0">
                  <a:ln>
                    <a:noFill/>
                  </a:ln>
                  <a:solidFill>
                    <a:srgbClr val="000000"/>
                  </a:solidFill>
                  <a:latin typeface="Arial" pitchFamily="34"/>
                  <a:ea typeface="Times New Roman" pitchFamily="18"/>
                  <a:cs typeface="Times New Roman" pitchFamily="18"/>
                </a:rPr>
                <a:t>)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866280" y="2971440"/>
              <a:ext cx="632880" cy="3409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6800" rIns="90000" bIns="46800" anchor="t" anchorCtr="0" compatLnSpc="0">
              <a:spAutoFit/>
            </a:bodyPr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i="1" u="none" strike="noStrike" baseline="0">
                  <a:ln>
                    <a:noFill/>
                  </a:ln>
                  <a:solidFill>
                    <a:srgbClr val="000000"/>
                  </a:solidFill>
                  <a:latin typeface="Arial" pitchFamily="34"/>
                  <a:ea typeface="Times New Roman" pitchFamily="18"/>
                  <a:cs typeface="Times New Roman" pitchFamily="18"/>
                </a:rPr>
                <a:t>Im</a:t>
              </a:r>
              <a:r>
                <a:rPr lang="en-US" sz="1600" b="0" i="0" u="none" strike="noStrike" baseline="0">
                  <a:ln>
                    <a:noFill/>
                  </a:ln>
                  <a:solidFill>
                    <a:srgbClr val="000000"/>
                  </a:solidFill>
                  <a:latin typeface="Arial" pitchFamily="34"/>
                  <a:ea typeface="Times New Roman" pitchFamily="18"/>
                  <a:cs typeface="Times New Roman" pitchFamily="18"/>
                </a:rPr>
                <a:t>(</a:t>
              </a:r>
              <a:r>
                <a:rPr lang="en-US" sz="1600" b="0" i="1" u="none" strike="noStrike" baseline="0">
                  <a:ln>
                    <a:noFill/>
                  </a:ln>
                  <a:solidFill>
                    <a:srgbClr val="000000"/>
                  </a:solidFill>
                  <a:latin typeface="Arial" pitchFamily="34"/>
                  <a:ea typeface="Times New Roman" pitchFamily="18"/>
                  <a:cs typeface="Times New Roman" pitchFamily="18"/>
                </a:rPr>
                <a:t>z</a:t>
              </a:r>
              <a:r>
                <a:rPr lang="en-US" sz="1600" b="0" i="0" u="none" strike="noStrike" baseline="0">
                  <a:ln>
                    <a:noFill/>
                  </a:ln>
                  <a:solidFill>
                    <a:srgbClr val="000000"/>
                  </a:solidFill>
                  <a:latin typeface="Arial" pitchFamily="34"/>
                  <a:ea typeface="Times New Roman" pitchFamily="18"/>
                  <a:cs typeface="Times New Roman" pitchFamily="18"/>
                </a:rPr>
                <a:t>)</a:t>
              </a:r>
            </a:p>
          </p:txBody>
        </p:sp>
        <p:sp>
          <p:nvSpPr>
            <p:cNvPr id="10" name="Straight Connector 9"/>
            <p:cNvSpPr/>
            <p:nvPr/>
          </p:nvSpPr>
          <p:spPr>
            <a:xfrm flipV="1">
              <a:off x="7543799" y="3503159"/>
              <a:ext cx="792001" cy="838441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custDash>
                <a:ds d="398113" sp="100000"/>
              </a:custDash>
              <a:miter/>
            </a:ln>
          </p:spPr>
          <p:txBody>
            <a:bodyPr vert="horz" wrap="square" lIns="90000" tIns="46800" rIns="90000" bIns="46800" anchor="t" anchorCtr="0" compatLnSpc="0"/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GB" sz="2400" b="0" i="0" u="none" strike="noStrike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192520" y="4309560"/>
              <a:ext cx="293400" cy="3409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6800" rIns="90000" bIns="46800" anchor="t" anchorCtr="0" compatLnSpc="0">
              <a:spAutoFit/>
            </a:bodyPr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i="0" u="none" strike="noStrike" baseline="0">
                  <a:ln>
                    <a:noFill/>
                  </a:ln>
                  <a:solidFill>
                    <a:srgbClr val="000000"/>
                  </a:solidFill>
                  <a:latin typeface="Arial" pitchFamily="34"/>
                  <a:ea typeface="Times New Roman" pitchFamily="18"/>
                  <a:cs typeface="Times New Roman" pitchFamily="18"/>
                </a:rPr>
                <a:t>1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635240" y="4036679"/>
              <a:ext cx="315000" cy="34236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6800" rIns="90000" bIns="46800" anchor="t" anchorCtr="0" compatLnSpc="0">
              <a:spAutoFit/>
            </a:bodyPr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i="1" u="none" strike="noStrike" baseline="0">
                  <a:ln>
                    <a:noFill/>
                  </a:ln>
                  <a:solidFill>
                    <a:srgbClr val="000000"/>
                  </a:solidFill>
                  <a:latin typeface="Symbol" pitchFamily="18"/>
                  <a:ea typeface="Times New Roman" pitchFamily="18"/>
                  <a:cs typeface="Times New Roman" pitchFamily="18"/>
                </a:rPr>
                <a:t></a:t>
              </a:r>
            </a:p>
          </p:txBody>
        </p:sp>
        <p:sp>
          <p:nvSpPr>
            <p:cNvPr id="13" name="Freeform 12"/>
            <p:cNvSpPr/>
            <p:nvPr/>
          </p:nvSpPr>
          <p:spPr>
            <a:xfrm>
              <a:off x="7835759" y="4060440"/>
              <a:ext cx="129600" cy="28116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61" h="782">
                  <a:moveTo>
                    <a:pt x="331" y="782"/>
                  </a:moveTo>
                  <a:cubicBezTo>
                    <a:pt x="358" y="631"/>
                    <a:pt x="384" y="485"/>
                    <a:pt x="331" y="357"/>
                  </a:cubicBezTo>
                  <a:cubicBezTo>
                    <a:pt x="278" y="229"/>
                    <a:pt x="137" y="114"/>
                    <a:pt x="0" y="0"/>
                  </a:cubicBezTo>
                </a:path>
              </a:pathLst>
            </a:custGeom>
            <a:noFill/>
            <a:ln w="19080">
              <a:solidFill>
                <a:srgbClr val="000000"/>
              </a:solidFill>
              <a:prstDash val="solid"/>
              <a:round/>
              <a:headEnd type="arrow"/>
              <a:tailEnd type="arrow"/>
            </a:ln>
          </p:spPr>
          <p:txBody>
            <a:bodyPr vert="horz" wrap="square" lIns="90000" tIns="46800" rIns="90000" bIns="46800" anchor="t" anchorCtr="0" compatLnSpc="0"/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GB" sz="2400" b="0" i="0" u="none" strike="noStrike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712999" y="5195520"/>
              <a:ext cx="921239" cy="371879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6800" rIns="90000" bIns="46800" anchor="t" anchorCtr="0" compatLnSpc="0">
              <a:spAutoFit/>
            </a:bodyPr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0" i="1" u="none" strike="noStrike" baseline="0">
                  <a:ln>
                    <a:noFill/>
                  </a:ln>
                  <a:solidFill>
                    <a:srgbClr val="000000"/>
                  </a:solidFill>
                  <a:latin typeface="Arial" pitchFamily="34"/>
                  <a:ea typeface="Times New Roman" pitchFamily="18"/>
                  <a:cs typeface="Times New Roman" pitchFamily="18"/>
                </a:rPr>
                <a:t>z-plane</a:t>
              </a:r>
            </a:p>
          </p:txBody>
        </p:sp>
        <p:sp>
          <p:nvSpPr>
            <p:cNvPr id="15" name="Straight Connector 14"/>
            <p:cNvSpPr/>
            <p:nvPr/>
          </p:nvSpPr>
          <p:spPr>
            <a:xfrm flipV="1">
              <a:off x="7497720" y="3451320"/>
              <a:ext cx="733320" cy="774720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prstDash val="solid"/>
              <a:miter/>
              <a:headEnd type="arrow"/>
              <a:tailEnd type="arrow"/>
            </a:ln>
          </p:spPr>
          <p:txBody>
            <a:bodyPr vert="horz" wrap="square" lIns="90000" tIns="46800" rIns="90000" bIns="46800" anchor="t" anchorCtr="0" compatLnSpc="0"/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GB" sz="2400" b="0" i="0" u="none" strike="noStrike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238599" y="3166560"/>
              <a:ext cx="247680" cy="3409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6800" rIns="90000" bIns="46800" anchor="t" anchorCtr="0" compatLnSpc="0">
              <a:spAutoFit/>
            </a:bodyPr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0" i="1" u="none" strike="noStrike" baseline="0">
                  <a:ln>
                    <a:noFill/>
                  </a:ln>
                  <a:solidFill>
                    <a:srgbClr val="000000"/>
                  </a:solidFill>
                  <a:latin typeface="Arial" pitchFamily="34"/>
                  <a:ea typeface="Times New Roman" pitchFamily="18"/>
                  <a:cs typeface="Times New Roman" pitchFamily="18"/>
                </a:rPr>
                <a:t>r</a:t>
              </a: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F0CCF9B9-EF0B-A448-8893-4A2990AF588B}"/>
                  </a:ext>
                </a:extLst>
              </p14:cNvPr>
              <p14:cNvContentPartPr/>
              <p14:nvPr/>
            </p14:nvContentPartPr>
            <p14:xfrm>
              <a:off x="383760" y="831240"/>
              <a:ext cx="8504280" cy="563292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F0CCF9B9-EF0B-A448-8893-4A2990AF588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4400" y="821880"/>
                <a:ext cx="8523000" cy="5651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98295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283960" y="6499440"/>
            <a:ext cx="644040" cy="232560"/>
          </a:xfrm>
          <a:prstGeom prst="rect">
            <a:avLst/>
          </a:prstGeom>
        </p:spPr>
        <p:txBody>
          <a:bodyPr/>
          <a:lstStyle/>
          <a:p>
            <a:pPr lvl="0"/>
            <a:fld id="{DF730A7E-A893-469B-B800-531EE5264434}" type="slidenum">
              <a:t>6</a:t>
            </a:fld>
            <a:endParaRPr lang="en-GB"/>
          </a:p>
        </p:txBody>
      </p:sp>
      <p:pic>
        <p:nvPicPr>
          <p:cNvPr id="2" name="DTExp"/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 l="4234" r="6048"/>
          <a:stretch>
            <a:fillRect/>
          </a:stretch>
        </p:blipFill>
        <p:spPr>
          <a:xfrm>
            <a:off x="5868144" y="1204832"/>
            <a:ext cx="3190680" cy="143208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2"/>
          <p:cNvSpPr txBox="1">
            <a:spLocks noGrp="1"/>
          </p:cNvSpPr>
          <p:nvPr>
            <p:ph type="title" idx="4294967295"/>
          </p:nvPr>
        </p:nvSpPr>
        <p:spPr>
          <a:xfrm>
            <a:off x="107504" y="534351"/>
            <a:ext cx="9036496" cy="494624"/>
          </a:xfrm>
        </p:spPr>
        <p:txBody>
          <a:bodyPr wrap="square" lIns="90000" tIns="46800" rIns="90000" bIns="46800" anchorCtr="0">
            <a:spAutoFit/>
          </a:bodyPr>
          <a:lstStyle>
            <a:defPPr lvl="0">
              <a:buClr>
                <a:srgbClr val="000000"/>
              </a:buClr>
              <a:buSzPct val="100000"/>
              <a:buFont typeface="Arial" pitchFamily="34"/>
              <a:buNone/>
            </a:defPPr>
            <a:lvl1pPr lvl="0">
              <a:buClr>
                <a:srgbClr val="000000"/>
              </a:buClr>
              <a:buSzPct val="100000"/>
              <a:buFont typeface="Arial" pitchFamily="34"/>
              <a:buChar char="•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en-US" sz="2600" b="1" dirty="0"/>
              <a:t>Example 1: </a:t>
            </a:r>
            <a:r>
              <a:rPr lang="en-US" sz="2600" b="1" i="1" dirty="0"/>
              <a:t>z</a:t>
            </a:r>
            <a:r>
              <a:rPr lang="en-US" sz="2600" b="1" dirty="0"/>
              <a:t>-Transform of Power Signal (right sided)</a:t>
            </a:r>
          </a:p>
        </p:txBody>
      </p:sp>
      <p:sp>
        <p:nvSpPr>
          <p:cNvPr id="4" name="Text Placeholder 3"/>
          <p:cNvSpPr txBox="1">
            <a:spLocks noGrp="1"/>
          </p:cNvSpPr>
          <p:nvPr>
            <p:ph type="body" idx="4294967295"/>
          </p:nvPr>
        </p:nvSpPr>
        <p:spPr>
          <a:xfrm>
            <a:off x="336240" y="1066320"/>
            <a:ext cx="5791320" cy="4703468"/>
          </a:xfrm>
        </p:spPr>
        <p:txBody>
          <a:bodyPr wrap="square" lIns="90000" tIns="46800" rIns="90000" bIns="46800" anchor="t" anchorCtr="0">
            <a:spAutoFit/>
          </a:bodyPr>
          <a:lstStyle>
            <a:defPPr marL="342720" marR="0" lvl="0" indent="-342720" algn="l" hangingPunct="1">
              <a:lnSpc>
                <a:spcPct val="100000"/>
              </a:lnSpc>
              <a:spcBef>
                <a:spcPts val="598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None/>
              <a:tabLst>
                <a:tab pos="342720" algn="l"/>
                <a:tab pos="914040" algn="l"/>
                <a:tab pos="1828439" algn="l"/>
                <a:tab pos="2742839" algn="l"/>
                <a:tab pos="3657239" algn="l"/>
                <a:tab pos="4571639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  <a:defRPr lang="en-GB" sz="24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defPPr>
            <a:lvl1pPr marL="342720" marR="0" lvl="0" indent="-342720" algn="l" hangingPunct="1">
              <a:lnSpc>
                <a:spcPct val="100000"/>
              </a:lnSpc>
              <a:spcBef>
                <a:spcPts val="598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•"/>
              <a:tabLst>
                <a:tab pos="342720" algn="l"/>
                <a:tab pos="914040" algn="l"/>
                <a:tab pos="1828439" algn="l"/>
                <a:tab pos="2742839" algn="l"/>
                <a:tab pos="3657239" algn="l"/>
                <a:tab pos="4571639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  <a:defRPr lang="en-GB" sz="24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1pPr>
            <a:lvl2pPr marL="742680" marR="0" lvl="1" indent="-285480" algn="l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–"/>
              <a:tabLst>
                <a:tab pos="742680" algn="l"/>
                <a:tab pos="914040" algn="l"/>
                <a:tab pos="1828439" algn="l"/>
                <a:tab pos="2742840" algn="l"/>
                <a:tab pos="3657240" algn="l"/>
                <a:tab pos="4571639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  <a:defRPr lang="en-GB" sz="22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2pPr>
            <a:lvl3pPr marL="1143000" marR="0" lvl="2" indent="-228600" algn="l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•"/>
              <a:tabLst>
                <a:tab pos="1143000" algn="l"/>
                <a:tab pos="1828799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3999" algn="l"/>
                <a:tab pos="10058399" algn="l"/>
              </a:tabLst>
              <a:defRPr lang="en-GB" sz="22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3pPr>
            <a:lvl4pPr marL="1600199" marR="0" lvl="3" indent="-228600" algn="l" hangingPunct="1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–"/>
              <a:tabLst>
                <a:tab pos="16002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3999" algn="l"/>
                <a:tab pos="10058400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4pPr>
            <a:lvl5pPr marL="2057400" marR="0" lvl="4" indent="-228600" algn="l" hangingPunct="1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»"/>
              <a:tabLst>
                <a:tab pos="2057400" algn="l"/>
                <a:tab pos="2743199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5pPr>
            <a:lvl6pPr marL="2057400" marR="0" lvl="5" indent="-228600" algn="l" hangingPunct="1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»"/>
              <a:tabLst>
                <a:tab pos="2057400" algn="l"/>
                <a:tab pos="2743199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6pPr>
            <a:lvl7pPr marL="2057400" marR="0" lvl="6" indent="-228600" algn="l" hangingPunct="1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»"/>
              <a:tabLst>
                <a:tab pos="2057400" algn="l"/>
                <a:tab pos="2743199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7pPr>
            <a:lvl8pPr marL="2057400" marR="0" lvl="7" indent="-228600" algn="l" hangingPunct="1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»"/>
              <a:tabLst>
                <a:tab pos="2057400" algn="l"/>
                <a:tab pos="2743199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8pPr>
            <a:lvl9pPr marL="1944000" marR="0" lvl="8" indent="-216000" algn="l" hangingPunct="1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SzPct val="45000"/>
              <a:buFont typeface="StarSymbol"/>
              <a:buChar char="●"/>
              <a:tabLst>
                <a:tab pos="2057400" algn="l"/>
                <a:tab pos="2743199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9pPr>
          </a:lstStyle>
          <a:p>
            <a:pPr lvl="0">
              <a:buNone/>
            </a:pPr>
            <a:r>
              <a:rPr lang="en-GB" dirty="0"/>
              <a:t>Consider the signal </a:t>
            </a:r>
            <a:r>
              <a:rPr lang="en-GB" i="1" dirty="0"/>
              <a:t>x</a:t>
            </a:r>
            <a:r>
              <a:rPr lang="en-GB" dirty="0"/>
              <a:t>[</a:t>
            </a:r>
            <a:r>
              <a:rPr lang="en-GB" i="1" dirty="0"/>
              <a:t>n</a:t>
            </a:r>
            <a:r>
              <a:rPr lang="en-GB" dirty="0"/>
              <a:t>] = </a:t>
            </a:r>
            <a:r>
              <a:rPr lang="en-GB" i="1" dirty="0" err="1"/>
              <a:t>a</a:t>
            </a:r>
            <a:r>
              <a:rPr lang="en-GB" i="1" baseline="30000" dirty="0" err="1"/>
              <a:t>n</a:t>
            </a:r>
            <a:r>
              <a:rPr lang="en-GB" i="1" dirty="0" err="1"/>
              <a:t>u</a:t>
            </a:r>
            <a:r>
              <a:rPr lang="en-GB" dirty="0"/>
              <a:t>[</a:t>
            </a:r>
            <a:r>
              <a:rPr lang="en-GB" i="1" dirty="0"/>
              <a:t>n</a:t>
            </a:r>
            <a:r>
              <a:rPr lang="en-GB" dirty="0"/>
              <a:t>]</a:t>
            </a:r>
          </a:p>
          <a:p>
            <a:pPr lvl="0">
              <a:buNone/>
            </a:pPr>
            <a:r>
              <a:rPr lang="en-GB" dirty="0"/>
              <a:t>Then the </a:t>
            </a:r>
            <a:r>
              <a:rPr lang="en-GB" i="1" dirty="0"/>
              <a:t>z</a:t>
            </a:r>
            <a:r>
              <a:rPr lang="en-GB" dirty="0"/>
              <a:t>-transform is:</a:t>
            </a:r>
          </a:p>
          <a:p>
            <a:pPr lvl="0">
              <a:buNone/>
            </a:pPr>
            <a:endParaRPr lang="en-GB" dirty="0"/>
          </a:p>
          <a:p>
            <a:pPr lvl="0">
              <a:buNone/>
            </a:pPr>
            <a:r>
              <a:rPr lang="en-GB" dirty="0"/>
              <a:t>For convergence of </a:t>
            </a:r>
            <a:r>
              <a:rPr lang="en-GB" i="1" dirty="0"/>
              <a:t>X</a:t>
            </a:r>
            <a:r>
              <a:rPr lang="en-GB" dirty="0"/>
              <a:t>(</a:t>
            </a:r>
            <a:r>
              <a:rPr lang="en-GB" i="1" dirty="0"/>
              <a:t>z</a:t>
            </a:r>
            <a:r>
              <a:rPr lang="en-GB" dirty="0"/>
              <a:t>), we require</a:t>
            </a:r>
          </a:p>
          <a:p>
            <a:pPr lvl="0">
              <a:buNone/>
            </a:pPr>
            <a:endParaRPr lang="en-GB" dirty="0"/>
          </a:p>
          <a:p>
            <a:pPr lvl="0">
              <a:buNone/>
            </a:pPr>
            <a:r>
              <a:rPr lang="en-GB" dirty="0"/>
              <a:t>The region of convergence (ROC) is</a:t>
            </a:r>
          </a:p>
          <a:p>
            <a:pPr lvl="0">
              <a:buNone/>
            </a:pPr>
            <a:endParaRPr lang="en-GB" dirty="0"/>
          </a:p>
          <a:p>
            <a:pPr lvl="0">
              <a:buNone/>
            </a:pPr>
            <a:r>
              <a:rPr lang="en-GB" dirty="0"/>
              <a:t>and the Z transform is:</a:t>
            </a:r>
          </a:p>
          <a:p>
            <a:pPr lvl="0">
              <a:spcBef>
                <a:spcPts val="899"/>
              </a:spcBef>
              <a:buNone/>
            </a:pPr>
            <a:endParaRPr lang="en-GB" sz="3600" dirty="0"/>
          </a:p>
          <a:p>
            <a:pPr lvl="0">
              <a:buNone/>
            </a:pPr>
            <a:r>
              <a:rPr lang="en-GB" dirty="0"/>
              <a:t>When </a:t>
            </a:r>
            <a:r>
              <a:rPr lang="en-GB" i="1" dirty="0"/>
              <a:t>x</a:t>
            </a:r>
            <a:r>
              <a:rPr lang="en-GB" dirty="0"/>
              <a:t>[</a:t>
            </a:r>
            <a:r>
              <a:rPr lang="en-GB" i="1" dirty="0"/>
              <a:t>n</a:t>
            </a:r>
            <a:r>
              <a:rPr lang="en-GB" dirty="0"/>
              <a:t>] is the unit step sequence </a:t>
            </a:r>
            <a:r>
              <a:rPr lang="en-GB" i="1" dirty="0"/>
              <a:t>a</a:t>
            </a:r>
            <a:r>
              <a:rPr lang="en-GB" dirty="0"/>
              <a:t>=1</a:t>
            </a:r>
          </a:p>
        </p:txBody>
      </p:sp>
      <p:graphicFrame>
        <p:nvGraphicFramePr>
          <p:cNvPr id="5" name="Object 4"/>
          <p:cNvGraphicFramePr/>
          <p:nvPr>
            <p:extLst>
              <p:ext uri="{D42A27DB-BD31-4B8C-83A1-F6EECF244321}">
                <p14:modId xmlns:p14="http://schemas.microsoft.com/office/powerpoint/2010/main" val="2085459494"/>
              </p:ext>
            </p:extLst>
          </p:nvPr>
        </p:nvGraphicFramePr>
        <p:xfrm>
          <a:off x="1403280" y="1977128"/>
          <a:ext cx="4464864" cy="443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79" name="Equation" r:id="rId5" imgW="77216000" imgH="9347200" progId="Equation.3">
                  <p:embed/>
                </p:oleObj>
              </mc:Choice>
              <mc:Fallback>
                <p:oleObj name="Equation" r:id="rId5" imgW="77216000" imgH="93472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03280" y="1977128"/>
                        <a:ext cx="4464864" cy="443760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 w="0">
                        <a:solidFill>
                          <a:srgbClr val="000000"/>
                        </a:solidFill>
                        <a:prstDash val="soli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/>
          <p:nvPr>
            <p:extLst>
              <p:ext uri="{D42A27DB-BD31-4B8C-83A1-F6EECF244321}">
                <p14:modId xmlns:p14="http://schemas.microsoft.com/office/powerpoint/2010/main" val="3784240613"/>
              </p:ext>
            </p:extLst>
          </p:nvPr>
        </p:nvGraphicFramePr>
        <p:xfrm>
          <a:off x="1403280" y="2852936"/>
          <a:ext cx="2016592" cy="4997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80" name="Equation" r:id="rId7" imgW="34137600" imgH="9347200" progId="Equation.3">
                  <p:embed/>
                </p:oleObj>
              </mc:Choice>
              <mc:Fallback>
                <p:oleObj name="Equation" r:id="rId7" imgW="34137600" imgH="93472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03280" y="2852936"/>
                        <a:ext cx="2016592" cy="499744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 w="0">
                        <a:solidFill>
                          <a:srgbClr val="000000"/>
                        </a:solidFill>
                        <a:prstDash val="soli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/>
          <p:nvPr>
            <p:extLst>
              <p:ext uri="{D42A27DB-BD31-4B8C-83A1-F6EECF244321}">
                <p14:modId xmlns:p14="http://schemas.microsoft.com/office/powerpoint/2010/main" val="3175810117"/>
              </p:ext>
            </p:extLst>
          </p:nvPr>
        </p:nvGraphicFramePr>
        <p:xfrm>
          <a:off x="1403280" y="3789040"/>
          <a:ext cx="2520648" cy="432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81" name="Equation" r:id="rId9" imgW="44704000" imgH="8940800" progId="Equation.3">
                  <p:embed/>
                </p:oleObj>
              </mc:Choice>
              <mc:Fallback>
                <p:oleObj name="Equation" r:id="rId9" imgW="44704000" imgH="89408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403280" y="3789040"/>
                        <a:ext cx="2520648" cy="432048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 w="0">
                        <a:solidFill>
                          <a:srgbClr val="000000"/>
                        </a:solidFill>
                        <a:prstDash val="soli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/>
          <p:nvPr>
            <p:extLst>
              <p:ext uri="{D42A27DB-BD31-4B8C-83A1-F6EECF244321}">
                <p14:modId xmlns:p14="http://schemas.microsoft.com/office/powerpoint/2010/main" val="3298600367"/>
              </p:ext>
            </p:extLst>
          </p:nvPr>
        </p:nvGraphicFramePr>
        <p:xfrm>
          <a:off x="1403280" y="4653136"/>
          <a:ext cx="5616992" cy="648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82" name="Equation" r:id="rId11" imgW="97942400" imgH="12598400" progId="Equation.3">
                  <p:embed/>
                </p:oleObj>
              </mc:Choice>
              <mc:Fallback>
                <p:oleObj name="Equation" r:id="rId11" imgW="97942400" imgH="125984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403280" y="4653136"/>
                        <a:ext cx="5616992" cy="648072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 w="0">
                        <a:solidFill>
                          <a:srgbClr val="000000"/>
                        </a:solidFill>
                        <a:prstDash val="soli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/>
          <p:nvPr>
            <p:extLst>
              <p:ext uri="{D42A27DB-BD31-4B8C-83A1-F6EECF244321}">
                <p14:modId xmlns:p14="http://schemas.microsoft.com/office/powerpoint/2010/main" val="2316059013"/>
              </p:ext>
            </p:extLst>
          </p:nvPr>
        </p:nvGraphicFramePr>
        <p:xfrm>
          <a:off x="1403280" y="5877272"/>
          <a:ext cx="2935440" cy="7397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83" name="Equation" r:id="rId13" imgW="49987200" imgH="12598400" progId="Equation.3">
                  <p:embed/>
                </p:oleObj>
              </mc:Choice>
              <mc:Fallback>
                <p:oleObj name="Equation" r:id="rId13" imgW="49987200" imgH="125984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403280" y="5877272"/>
                        <a:ext cx="2935440" cy="739799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 w="0">
                        <a:solidFill>
                          <a:srgbClr val="000000"/>
                        </a:solidFill>
                        <a:prstDash val="solid"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3D1B0F3B-7212-724D-9366-E5CBEF8C2B98}"/>
                  </a:ext>
                </a:extLst>
              </p14:cNvPr>
              <p14:cNvContentPartPr/>
              <p14:nvPr/>
            </p14:nvContentPartPr>
            <p14:xfrm>
              <a:off x="1195200" y="768960"/>
              <a:ext cx="7948800" cy="60883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3D1B0F3B-7212-724D-9366-E5CBEF8C2B98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185840" y="759600"/>
                <a:ext cx="7967520" cy="6107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62087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283960" y="6499440"/>
            <a:ext cx="644040" cy="232560"/>
          </a:xfrm>
          <a:prstGeom prst="rect">
            <a:avLst/>
          </a:prstGeom>
        </p:spPr>
        <p:txBody>
          <a:bodyPr/>
          <a:lstStyle/>
          <a:p>
            <a:pPr lvl="0"/>
            <a:fld id="{08B93FCF-BB10-46F7-9E2F-D75B24AF1B28}" type="slidenum">
              <a:t>7</a:t>
            </a:fld>
            <a:endParaRPr lang="en-GB"/>
          </a:p>
        </p:txBody>
      </p:sp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wrap="square" lIns="90000" tIns="46800" rIns="90000" bIns="46800" anchorCtr="0">
            <a:spAutoFit/>
          </a:bodyPr>
          <a:lstStyle>
            <a:defPPr lvl="0">
              <a:buClr>
                <a:srgbClr val="000000"/>
              </a:buClr>
              <a:buSzPct val="100000"/>
              <a:buFont typeface="Arial" pitchFamily="34"/>
              <a:buNone/>
            </a:defPPr>
            <a:lvl1pPr lvl="0">
              <a:buClr>
                <a:srgbClr val="000000"/>
              </a:buClr>
              <a:buSzPct val="100000"/>
              <a:buFont typeface="Arial" pitchFamily="34"/>
              <a:buChar char="•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en-GB"/>
              <a:t>Example 1: Region of Convergence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311040" y="1066320"/>
            <a:ext cx="5321520" cy="5258160"/>
          </a:xfrm>
        </p:spPr>
        <p:txBody>
          <a:bodyPr wrap="square" lIns="90000" tIns="46800" rIns="90000" bIns="46800" anchor="t" anchorCtr="0">
            <a:spAutoFit/>
          </a:bodyPr>
          <a:lstStyle>
            <a:defPPr marL="342720" marR="0" lvl="0" indent="-342720" algn="l" hangingPunct="1">
              <a:lnSpc>
                <a:spcPct val="100000"/>
              </a:lnSpc>
              <a:spcBef>
                <a:spcPts val="598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None/>
              <a:tabLst>
                <a:tab pos="342720" algn="l"/>
                <a:tab pos="914040" algn="l"/>
                <a:tab pos="1828439" algn="l"/>
                <a:tab pos="2742839" algn="l"/>
                <a:tab pos="3657239" algn="l"/>
                <a:tab pos="4571639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  <a:defRPr lang="en-GB" sz="24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defPPr>
            <a:lvl1pPr marL="342720" marR="0" lvl="0" indent="-342720" algn="l" hangingPunct="1">
              <a:lnSpc>
                <a:spcPct val="100000"/>
              </a:lnSpc>
              <a:spcBef>
                <a:spcPts val="598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•"/>
              <a:tabLst>
                <a:tab pos="342720" algn="l"/>
                <a:tab pos="914040" algn="l"/>
                <a:tab pos="1828439" algn="l"/>
                <a:tab pos="2742839" algn="l"/>
                <a:tab pos="3657239" algn="l"/>
                <a:tab pos="4571639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  <a:defRPr lang="en-GB" sz="24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1pPr>
            <a:lvl2pPr marL="742680" marR="0" lvl="1" indent="-285480" algn="l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–"/>
              <a:tabLst>
                <a:tab pos="742680" algn="l"/>
                <a:tab pos="914040" algn="l"/>
                <a:tab pos="1828439" algn="l"/>
                <a:tab pos="2742840" algn="l"/>
                <a:tab pos="3657240" algn="l"/>
                <a:tab pos="4571639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  <a:defRPr lang="en-GB" sz="22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2pPr>
            <a:lvl3pPr marL="1143000" marR="0" lvl="2" indent="-228600" algn="l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•"/>
              <a:tabLst>
                <a:tab pos="1143000" algn="l"/>
                <a:tab pos="1828799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3999" algn="l"/>
                <a:tab pos="10058399" algn="l"/>
              </a:tabLst>
              <a:defRPr lang="en-GB" sz="22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3pPr>
            <a:lvl4pPr marL="1600199" marR="0" lvl="3" indent="-228600" algn="l" hangingPunct="1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–"/>
              <a:tabLst>
                <a:tab pos="16002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3999" algn="l"/>
                <a:tab pos="10058400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4pPr>
            <a:lvl5pPr marL="2057400" marR="0" lvl="4" indent="-228600" algn="l" hangingPunct="1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»"/>
              <a:tabLst>
                <a:tab pos="2057400" algn="l"/>
                <a:tab pos="2743199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5pPr>
            <a:lvl6pPr marL="2057400" marR="0" lvl="5" indent="-228600" algn="l" hangingPunct="1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»"/>
              <a:tabLst>
                <a:tab pos="2057400" algn="l"/>
                <a:tab pos="2743199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6pPr>
            <a:lvl7pPr marL="2057400" marR="0" lvl="6" indent="-228600" algn="l" hangingPunct="1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»"/>
              <a:tabLst>
                <a:tab pos="2057400" algn="l"/>
                <a:tab pos="2743199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7pPr>
            <a:lvl8pPr marL="2057400" marR="0" lvl="7" indent="-228600" algn="l" hangingPunct="1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»"/>
              <a:tabLst>
                <a:tab pos="2057400" algn="l"/>
                <a:tab pos="2743199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8pPr>
            <a:lvl9pPr marL="1944000" marR="0" lvl="8" indent="-216000" algn="l" hangingPunct="1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SzPct val="45000"/>
              <a:buFont typeface="StarSymbol"/>
              <a:buChar char="●"/>
              <a:tabLst>
                <a:tab pos="2057400" algn="l"/>
                <a:tab pos="2743199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9pPr>
          </a:lstStyle>
          <a:p>
            <a:pPr lvl="0">
              <a:lnSpc>
                <a:spcPct val="90000"/>
              </a:lnSpc>
              <a:buNone/>
            </a:pPr>
            <a:r>
              <a:rPr lang="en-GB"/>
              <a:t>The </a:t>
            </a:r>
            <a:r>
              <a:rPr lang="en-GB" i="1"/>
              <a:t>z</a:t>
            </a:r>
            <a:r>
              <a:rPr lang="en-GB"/>
              <a:t>-transform                           is a rational function so it can be characterized by its </a:t>
            </a:r>
            <a:r>
              <a:rPr lang="en-GB" b="1"/>
              <a:t>zeros</a:t>
            </a:r>
            <a:r>
              <a:rPr lang="en-GB"/>
              <a:t> (numerator polynomial roots) and its </a:t>
            </a:r>
            <a:r>
              <a:rPr lang="en-GB" b="1"/>
              <a:t>poles</a:t>
            </a:r>
            <a:r>
              <a:rPr lang="en-GB"/>
              <a:t> (denominator polynomial roots)</a:t>
            </a:r>
          </a:p>
          <a:p>
            <a:pPr lvl="0">
              <a:lnSpc>
                <a:spcPct val="90000"/>
              </a:lnSpc>
              <a:spcBef>
                <a:spcPts val="147"/>
              </a:spcBef>
              <a:buNone/>
            </a:pPr>
            <a:endParaRPr lang="en-GB" sz="600"/>
          </a:p>
          <a:p>
            <a:pPr lvl="0">
              <a:lnSpc>
                <a:spcPct val="90000"/>
              </a:lnSpc>
              <a:buNone/>
            </a:pPr>
            <a:r>
              <a:rPr lang="en-GB"/>
              <a:t>For this example there is one zero at </a:t>
            </a:r>
            <a:r>
              <a:rPr lang="en-GB" i="1"/>
              <a:t>z</a:t>
            </a:r>
            <a:r>
              <a:rPr lang="en-GB"/>
              <a:t>=0, and one pole at </a:t>
            </a:r>
            <a:r>
              <a:rPr lang="en-GB" i="1"/>
              <a:t>z</a:t>
            </a:r>
            <a:r>
              <a:rPr lang="en-GB"/>
              <a:t>=</a:t>
            </a:r>
            <a:r>
              <a:rPr lang="en-GB" i="1"/>
              <a:t>a</a:t>
            </a:r>
            <a:r>
              <a:rPr lang="en-GB"/>
              <a:t>.</a:t>
            </a:r>
          </a:p>
          <a:p>
            <a:pPr lvl="0">
              <a:lnSpc>
                <a:spcPct val="90000"/>
              </a:lnSpc>
              <a:spcBef>
                <a:spcPts val="147"/>
              </a:spcBef>
              <a:buNone/>
            </a:pPr>
            <a:endParaRPr lang="en-GB" sz="600"/>
          </a:p>
          <a:p>
            <a:pPr lvl="0">
              <a:lnSpc>
                <a:spcPct val="90000"/>
              </a:lnSpc>
              <a:buNone/>
            </a:pPr>
            <a:r>
              <a:rPr lang="en-GB"/>
              <a:t>The pole-zero and ROC plot is shown here</a:t>
            </a:r>
          </a:p>
          <a:p>
            <a:pPr lvl="0">
              <a:lnSpc>
                <a:spcPct val="90000"/>
              </a:lnSpc>
              <a:spcBef>
                <a:spcPts val="147"/>
              </a:spcBef>
              <a:buNone/>
            </a:pPr>
            <a:endParaRPr lang="en-GB" sz="600"/>
          </a:p>
          <a:p>
            <a:pPr lvl="0">
              <a:lnSpc>
                <a:spcPct val="90000"/>
              </a:lnSpc>
              <a:buNone/>
            </a:pPr>
            <a:r>
              <a:rPr lang="en-GB"/>
              <a:t>For |a|&gt;1, the ROC does not include the unit circle, for those values of </a:t>
            </a:r>
            <a:r>
              <a:rPr lang="en-GB" i="1"/>
              <a:t>a</a:t>
            </a:r>
            <a:r>
              <a:rPr lang="en-GB"/>
              <a:t>, the discrete time Fourier transform of </a:t>
            </a:r>
            <a:r>
              <a:rPr lang="en-GB" i="1"/>
              <a:t>a</a:t>
            </a:r>
            <a:r>
              <a:rPr lang="en-GB" i="1" baseline="30000"/>
              <a:t>n</a:t>
            </a:r>
            <a:r>
              <a:rPr lang="en-GB" i="1"/>
              <a:t>u</a:t>
            </a:r>
            <a:r>
              <a:rPr lang="en-GB"/>
              <a:t>[</a:t>
            </a:r>
            <a:r>
              <a:rPr lang="en-GB" i="1"/>
              <a:t>n</a:t>
            </a:r>
            <a:r>
              <a:rPr lang="en-GB"/>
              <a:t>] does not converge.</a:t>
            </a:r>
          </a:p>
        </p:txBody>
      </p:sp>
      <p:graphicFrame>
        <p:nvGraphicFramePr>
          <p:cNvPr id="4" name="Object 3"/>
          <p:cNvGraphicFramePr/>
          <p:nvPr/>
        </p:nvGraphicFramePr>
        <p:xfrm>
          <a:off x="2790720" y="1079639"/>
          <a:ext cx="1955880" cy="406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35" name="Equation" r:id="rId4" imgW="33324800" imgH="6908800" progId="Equation.3">
                  <p:embed/>
                </p:oleObj>
              </mc:Choice>
              <mc:Fallback>
                <p:oleObj name="Equation" r:id="rId4" imgW="33324800" imgH="69088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790720" y="1079639"/>
                        <a:ext cx="1955880" cy="406440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 w="0">
                        <a:solidFill>
                          <a:srgbClr val="000000"/>
                        </a:solidFill>
                        <a:prstDash val="solid"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4"/>
          <p:cNvGrpSpPr/>
          <p:nvPr/>
        </p:nvGrpSpPr>
        <p:grpSpPr>
          <a:xfrm>
            <a:off x="6019919" y="2503080"/>
            <a:ext cx="2808001" cy="2525760"/>
            <a:chOff x="6019919" y="2503080"/>
            <a:chExt cx="2808001" cy="2525760"/>
          </a:xfrm>
        </p:grpSpPr>
        <p:sp>
          <p:nvSpPr>
            <p:cNvPr id="6" name="Rectangle 5"/>
            <p:cNvSpPr/>
            <p:nvPr/>
          </p:nvSpPr>
          <p:spPr>
            <a:xfrm>
              <a:off x="6019919" y="2514240"/>
              <a:ext cx="2730240" cy="2514600"/>
            </a:xfrm>
            <a:prstGeom prst="rect">
              <a:avLst/>
            </a:prstGeom>
            <a:solidFill>
              <a:srgbClr val="CCCCFF"/>
            </a:solidFill>
            <a:ln>
              <a:noFill/>
              <a:prstDash val="solid"/>
            </a:ln>
          </p:spPr>
          <p:txBody>
            <a:bodyPr vert="horz" wrap="none" lIns="90000" tIns="46800" rIns="90000" bIns="46800" anchor="ctr" anchorCtr="0" compatLnSpc="0"/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GB" sz="2400" b="0" i="0" u="none" strike="noStrike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endParaRPr>
            </a:p>
          </p:txBody>
        </p:sp>
        <p:sp>
          <p:nvSpPr>
            <p:cNvPr id="7" name="Freeform 6"/>
            <p:cNvSpPr/>
            <p:nvPr/>
          </p:nvSpPr>
          <p:spPr>
            <a:xfrm>
              <a:off x="6705720" y="3468600"/>
              <a:ext cx="914400" cy="914400"/>
            </a:xfrm>
            <a:custGeom>
              <a:avLst/>
              <a:gdLst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il" t="it" r="ir" b="ib"/>
              <a:pathLst>
                <a:path>
                  <a:moveTo>
                    <a:pt x="l" y="vc"/>
                  </a:moveTo>
                  <a:arcTo wR="wd2" hR="hd2" stAng="cd2" swAng="cd4"/>
                  <a:arcTo wR="wd2" hR="hd2" stAng="3cd4" swAng="cd4"/>
                  <a:arcTo wR="wd2" hR="hd2" stAng="0" swAng="cd4"/>
                  <a:arcTo wR="wd2" hR="hd2" stAng="cd4" swAng="cd4"/>
                  <a:close/>
                </a:path>
              </a:pathLst>
            </a:custGeom>
            <a:solidFill>
              <a:srgbClr val="FFFFFF"/>
            </a:solidFill>
            <a:ln w="19080">
              <a:solidFill>
                <a:srgbClr val="000000"/>
              </a:solidFill>
              <a:custDash>
                <a:ds d="398113" sp="100000"/>
              </a:custDash>
              <a:miter/>
            </a:ln>
          </p:spPr>
          <p:txBody>
            <a:bodyPr vert="horz" wrap="none" lIns="90000" tIns="46800" rIns="90000" bIns="46800" anchor="ctr" anchorCtr="0" compatLnSpc="0"/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GB" sz="2400" b="0" i="0" u="none" strike="noStrike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endParaRPr>
            </a:p>
          </p:txBody>
        </p:sp>
        <p:sp>
          <p:nvSpPr>
            <p:cNvPr id="8" name="Straight Connector 7"/>
            <p:cNvSpPr/>
            <p:nvPr/>
          </p:nvSpPr>
          <p:spPr>
            <a:xfrm>
              <a:off x="6026040" y="3938759"/>
              <a:ext cx="2721240" cy="0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prstDash val="solid"/>
              <a:miter/>
              <a:tailEnd type="arrow"/>
            </a:ln>
          </p:spPr>
          <p:txBody>
            <a:bodyPr vert="horz" wrap="square" lIns="90000" tIns="46800" rIns="90000" bIns="46800" anchor="t" anchorCtr="0" compatLnSpc="0"/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GB" sz="2400" b="0" i="0" u="none" strike="noStrike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endParaRPr>
            </a:p>
          </p:txBody>
        </p:sp>
        <p:sp>
          <p:nvSpPr>
            <p:cNvPr id="9" name="Freeform 8"/>
            <p:cNvSpPr/>
            <p:nvPr/>
          </p:nvSpPr>
          <p:spPr>
            <a:xfrm>
              <a:off x="6248160" y="3026880"/>
              <a:ext cx="1819080" cy="1822680"/>
            </a:xfrm>
            <a:custGeom>
              <a:avLst/>
              <a:gdLst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il" t="it" r="ir" b="ib"/>
              <a:pathLst>
                <a:path>
                  <a:moveTo>
                    <a:pt x="l" y="vc"/>
                  </a:moveTo>
                  <a:arcTo wR="wd2" hR="hd2" stAng="cd2" swAng="cd4"/>
                  <a:arcTo wR="wd2" hR="hd2" stAng="3cd4" swAng="cd4"/>
                  <a:arcTo wR="wd2" hR="hd2" stAng="0" swAng="cd4"/>
                  <a:arcTo wR="wd2" hR="hd2" stAng="cd4" swAng="cd4"/>
                  <a:close/>
                </a:path>
              </a:pathLst>
            </a:custGeom>
            <a:noFill/>
            <a:ln w="19080">
              <a:solidFill>
                <a:srgbClr val="000000"/>
              </a:solidFill>
              <a:prstDash val="solid"/>
              <a:miter/>
            </a:ln>
          </p:spPr>
          <p:txBody>
            <a:bodyPr vert="horz" wrap="none" lIns="90000" tIns="46800" rIns="90000" bIns="46800" anchor="ctr" anchorCtr="0" compatLnSpc="0"/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GB" sz="2400" b="0" i="0" u="none" strike="noStrike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endParaRPr>
            </a:p>
          </p:txBody>
        </p:sp>
        <p:sp>
          <p:nvSpPr>
            <p:cNvPr id="10" name="Straight Connector 9"/>
            <p:cNvSpPr/>
            <p:nvPr/>
          </p:nvSpPr>
          <p:spPr>
            <a:xfrm flipV="1">
              <a:off x="7157880" y="2503080"/>
              <a:ext cx="0" cy="2522520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prstDash val="solid"/>
              <a:miter/>
              <a:tailEnd type="arrow"/>
            </a:ln>
          </p:spPr>
          <p:txBody>
            <a:bodyPr vert="horz" wrap="square" lIns="90000" tIns="46800" rIns="90000" bIns="46800" anchor="t" anchorCtr="0" compatLnSpc="0"/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GB" sz="2400" b="0" i="0" u="none" strike="noStrike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159760" y="3928680"/>
              <a:ext cx="668160" cy="3409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6800" rIns="90000" bIns="46800" anchor="t" anchorCtr="0" compatLnSpc="0">
              <a:spAutoFit/>
            </a:bodyPr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i="1" u="none" strike="noStrike" baseline="0">
                  <a:ln>
                    <a:noFill/>
                  </a:ln>
                  <a:solidFill>
                    <a:srgbClr val="000000"/>
                  </a:solidFill>
                  <a:latin typeface="Arial" pitchFamily="34"/>
                  <a:ea typeface="Times New Roman" pitchFamily="18"/>
                  <a:cs typeface="Times New Roman" pitchFamily="18"/>
                </a:rPr>
                <a:t>Re</a:t>
              </a:r>
              <a:r>
                <a:rPr lang="en-US" sz="1600" b="0" i="0" u="none" strike="noStrike" baseline="0">
                  <a:ln>
                    <a:noFill/>
                  </a:ln>
                  <a:solidFill>
                    <a:srgbClr val="000000"/>
                  </a:solidFill>
                  <a:latin typeface="Arial" pitchFamily="34"/>
                  <a:ea typeface="Times New Roman" pitchFamily="18"/>
                  <a:cs typeface="Times New Roman" pitchFamily="18"/>
                </a:rPr>
                <a:t>(</a:t>
              </a:r>
              <a:r>
                <a:rPr lang="en-US" sz="1600" b="0" i="1" u="none" strike="noStrike" baseline="0">
                  <a:ln>
                    <a:noFill/>
                  </a:ln>
                  <a:solidFill>
                    <a:srgbClr val="000000"/>
                  </a:solidFill>
                  <a:latin typeface="Arial" pitchFamily="34"/>
                  <a:ea typeface="Times New Roman" pitchFamily="18"/>
                  <a:cs typeface="Times New Roman" pitchFamily="18"/>
                </a:rPr>
                <a:t>z</a:t>
              </a:r>
              <a:r>
                <a:rPr lang="en-US" sz="1600" b="0" i="0" u="none" strike="noStrike" baseline="0">
                  <a:ln>
                    <a:noFill/>
                  </a:ln>
                  <a:solidFill>
                    <a:srgbClr val="000000"/>
                  </a:solidFill>
                  <a:latin typeface="Arial" pitchFamily="34"/>
                  <a:ea typeface="Times New Roman" pitchFamily="18"/>
                  <a:cs typeface="Times New Roman" pitchFamily="18"/>
                </a:rPr>
                <a:t>)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521760" y="2558519"/>
              <a:ext cx="632880" cy="3409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6800" rIns="90000" bIns="46800" anchor="t" anchorCtr="0" compatLnSpc="0">
              <a:spAutoFit/>
            </a:bodyPr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i="1" u="none" strike="noStrike" baseline="0">
                  <a:ln>
                    <a:noFill/>
                  </a:ln>
                  <a:solidFill>
                    <a:srgbClr val="000000"/>
                  </a:solidFill>
                  <a:latin typeface="Arial" pitchFamily="34"/>
                  <a:ea typeface="Times New Roman" pitchFamily="18"/>
                  <a:cs typeface="Times New Roman" pitchFamily="18"/>
                </a:rPr>
                <a:t>Im</a:t>
              </a:r>
              <a:r>
                <a:rPr lang="en-US" sz="1600" b="0" i="0" u="none" strike="noStrike" baseline="0">
                  <a:ln>
                    <a:noFill/>
                  </a:ln>
                  <a:solidFill>
                    <a:srgbClr val="000000"/>
                  </a:solidFill>
                  <a:latin typeface="Arial" pitchFamily="34"/>
                  <a:ea typeface="Times New Roman" pitchFamily="18"/>
                  <a:cs typeface="Times New Roman" pitchFamily="18"/>
                </a:rPr>
                <a:t>(</a:t>
              </a:r>
              <a:r>
                <a:rPr lang="en-US" sz="1600" b="0" i="1" u="none" strike="noStrike" baseline="0">
                  <a:ln>
                    <a:noFill/>
                  </a:ln>
                  <a:solidFill>
                    <a:srgbClr val="000000"/>
                  </a:solidFill>
                  <a:latin typeface="Arial" pitchFamily="34"/>
                  <a:ea typeface="Times New Roman" pitchFamily="18"/>
                  <a:cs typeface="Times New Roman" pitchFamily="18"/>
                </a:rPr>
                <a:t>z</a:t>
              </a:r>
              <a:r>
                <a:rPr lang="en-US" sz="1600" b="0" i="0" u="none" strike="noStrike" baseline="0">
                  <a:ln>
                    <a:noFill/>
                  </a:ln>
                  <a:solidFill>
                    <a:srgbClr val="000000"/>
                  </a:solidFill>
                  <a:latin typeface="Arial" pitchFamily="34"/>
                  <a:ea typeface="Times New Roman" pitchFamily="18"/>
                  <a:cs typeface="Times New Roman" pitchFamily="18"/>
                </a:rPr>
                <a:t>)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8010720" y="3625560"/>
              <a:ext cx="293400" cy="3409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6800" rIns="90000" bIns="46800" anchor="t" anchorCtr="0" compatLnSpc="0">
              <a:spAutoFit/>
            </a:bodyPr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i="0" u="none" strike="noStrike" baseline="0">
                  <a:ln>
                    <a:noFill/>
                  </a:ln>
                  <a:solidFill>
                    <a:srgbClr val="000000"/>
                  </a:solidFill>
                  <a:latin typeface="Arial" pitchFamily="34"/>
                  <a:ea typeface="Times New Roman" pitchFamily="18"/>
                  <a:cs typeface="Times New Roman" pitchFamily="18"/>
                </a:rPr>
                <a:t>1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877160" y="4371480"/>
              <a:ext cx="656280" cy="58428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6800" rIns="90000" bIns="46800" anchor="t" anchorCtr="0" compatLnSpc="0">
              <a:spAutoFit/>
            </a:bodyPr>
            <a:lstStyle/>
            <a:p>
              <a:pPr marL="0" marR="0" lvl="0" indent="0" algn="r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i="0" u="none" strike="noStrike" baseline="0">
                  <a:ln>
                    <a:noFill/>
                  </a:ln>
                  <a:solidFill>
                    <a:srgbClr val="000000"/>
                  </a:solidFill>
                  <a:latin typeface="Arial" pitchFamily="34"/>
                  <a:ea typeface="Times New Roman" pitchFamily="18"/>
                  <a:cs typeface="Times New Roman" pitchFamily="18"/>
                </a:rPr>
                <a:t>Unit</a:t>
              </a:r>
            </a:p>
            <a:p>
              <a:pPr marL="0" marR="0" lvl="0" indent="0" algn="r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i="0" u="none" strike="noStrike" baseline="0">
                  <a:ln>
                    <a:noFill/>
                  </a:ln>
                  <a:solidFill>
                    <a:srgbClr val="000000"/>
                  </a:solidFill>
                  <a:latin typeface="Arial" pitchFamily="34"/>
                  <a:ea typeface="Times New Roman" pitchFamily="18"/>
                  <a:cs typeface="Times New Roman" pitchFamily="18"/>
                </a:rPr>
                <a:t>circle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553519" y="3854160"/>
              <a:ext cx="293400" cy="3409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6800" rIns="90000" bIns="46800" anchor="t" anchorCtr="0" compatLnSpc="0">
              <a:spAutoFit/>
            </a:bodyPr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i="1" u="none" strike="noStrike" baseline="0">
                  <a:ln>
                    <a:noFill/>
                  </a:ln>
                  <a:solidFill>
                    <a:srgbClr val="000000"/>
                  </a:solidFill>
                  <a:latin typeface="Arial" pitchFamily="34"/>
                  <a:ea typeface="Times New Roman" pitchFamily="18"/>
                  <a:cs typeface="Times New Roman" pitchFamily="18"/>
                </a:rPr>
                <a:t>a</a:t>
              </a:r>
            </a:p>
          </p:txBody>
        </p:sp>
        <p:sp>
          <p:nvSpPr>
            <p:cNvPr id="16" name="Freeform 15"/>
            <p:cNvSpPr/>
            <p:nvPr/>
          </p:nvSpPr>
          <p:spPr>
            <a:xfrm>
              <a:off x="7086240" y="3862079"/>
              <a:ext cx="152280" cy="152280"/>
            </a:xfrm>
            <a:custGeom>
              <a:avLst/>
              <a:gdLst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il" t="it" r="ir" b="ib"/>
              <a:pathLst>
                <a:path>
                  <a:moveTo>
                    <a:pt x="l" y="vc"/>
                  </a:moveTo>
                  <a:arcTo wR="wd2" hR="hd2" stAng="cd2" swAng="cd4"/>
                  <a:arcTo wR="wd2" hR="hd2" stAng="3cd4" swAng="cd4"/>
                  <a:arcTo wR="wd2" hR="hd2" stAng="0" swAng="cd4"/>
                  <a:arcTo wR="wd2" hR="hd2" stAng="cd4" swAng="cd4"/>
                  <a:close/>
                </a:path>
              </a:pathLst>
            </a:custGeom>
            <a:solidFill>
              <a:srgbClr val="FFFFFF"/>
            </a:solidFill>
            <a:ln w="19080">
              <a:solidFill>
                <a:srgbClr val="000000"/>
              </a:solidFill>
              <a:prstDash val="solid"/>
              <a:miter/>
            </a:ln>
          </p:spPr>
          <p:txBody>
            <a:bodyPr vert="horz" wrap="none" lIns="90000" tIns="46800" rIns="90000" bIns="46800" anchor="ctr" anchorCtr="0" compatLnSpc="0"/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GB" sz="2400" b="0" i="0" u="none" strike="noStrike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469640" y="3747600"/>
              <a:ext cx="293400" cy="371879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6800" rIns="90000" bIns="46800" anchor="t" anchorCtr="0" compatLnSpc="0">
              <a:spAutoFit/>
            </a:bodyPr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i="0" u="none" strike="noStrike" baseline="0">
                  <a:ln>
                    <a:noFill/>
                  </a:ln>
                  <a:solidFill>
                    <a:srgbClr val="000000"/>
                  </a:solidFill>
                  <a:latin typeface="Arial" pitchFamily="34"/>
                  <a:ea typeface="Times New Roman" pitchFamily="18"/>
                  <a:cs typeface="Times New Roman" pitchFamily="18"/>
                </a:rPr>
                <a:t>x</a:t>
              </a: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EF14DC55-BAAE-554B-B58D-BD5314AA497C}"/>
                  </a:ext>
                </a:extLst>
              </p14:cNvPr>
              <p14:cNvContentPartPr/>
              <p14:nvPr/>
            </p14:nvContentPartPr>
            <p14:xfrm>
              <a:off x="467280" y="915120"/>
              <a:ext cx="8556480" cy="53697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EF14DC55-BAAE-554B-B58D-BD5314AA497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57920" y="905760"/>
                <a:ext cx="8575200" cy="5388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96958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283960" y="6499440"/>
            <a:ext cx="644040" cy="232560"/>
          </a:xfrm>
          <a:prstGeom prst="rect">
            <a:avLst/>
          </a:prstGeom>
        </p:spPr>
        <p:txBody>
          <a:bodyPr/>
          <a:lstStyle/>
          <a:p>
            <a:pPr lvl="0"/>
            <a:fld id="{7506EF16-7F3B-46BE-9A8E-D84F21B0DC45}" type="slidenum">
              <a:t>8</a:t>
            </a:fld>
            <a:endParaRPr lang="en-GB"/>
          </a:p>
        </p:txBody>
      </p:sp>
      <p:pic>
        <p:nvPicPr>
          <p:cNvPr id="2" name="DTExp1"/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 l="2700" r="6750"/>
          <a:stretch>
            <a:fillRect/>
          </a:stretch>
        </p:blipFill>
        <p:spPr>
          <a:xfrm>
            <a:off x="5562720" y="1844824"/>
            <a:ext cx="3355920" cy="148607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2"/>
          <p:cNvSpPr txBox="1">
            <a:spLocks noGrp="1"/>
          </p:cNvSpPr>
          <p:nvPr>
            <p:ph type="title" idx="4294967295"/>
          </p:nvPr>
        </p:nvSpPr>
        <p:spPr>
          <a:xfrm>
            <a:off x="336600" y="486104"/>
            <a:ext cx="8470800" cy="494624"/>
          </a:xfrm>
        </p:spPr>
        <p:txBody>
          <a:bodyPr wrap="square" lIns="90000" tIns="46800" rIns="90000" bIns="46800" anchorCtr="0">
            <a:spAutoFit/>
          </a:bodyPr>
          <a:lstStyle>
            <a:defPPr lvl="0">
              <a:buClr>
                <a:srgbClr val="000000"/>
              </a:buClr>
              <a:buSzPct val="100000"/>
              <a:buFont typeface="Arial" pitchFamily="34"/>
              <a:buNone/>
            </a:defPPr>
            <a:lvl1pPr lvl="0">
              <a:buClr>
                <a:srgbClr val="000000"/>
              </a:buClr>
              <a:buSzPct val="100000"/>
              <a:buFont typeface="Arial" pitchFamily="34"/>
              <a:buChar char="•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en-GB" sz="2600" b="1" dirty="0"/>
              <a:t>Example 2: </a:t>
            </a:r>
            <a:r>
              <a:rPr lang="en-GB" sz="2600" b="1" i="1" dirty="0"/>
              <a:t>z</a:t>
            </a:r>
            <a:r>
              <a:rPr lang="en-GB" sz="2600" b="1" dirty="0"/>
              <a:t>-Transform of Power Signal (left sided)</a:t>
            </a:r>
          </a:p>
        </p:txBody>
      </p:sp>
      <p:sp>
        <p:nvSpPr>
          <p:cNvPr id="4" name="Text Placeholder 3"/>
          <p:cNvSpPr txBox="1">
            <a:spLocks noGrp="1"/>
          </p:cNvSpPr>
          <p:nvPr>
            <p:ph type="body" idx="4294967295"/>
          </p:nvPr>
        </p:nvSpPr>
        <p:spPr>
          <a:xfrm>
            <a:off x="304560" y="1066320"/>
            <a:ext cx="5715000" cy="5516511"/>
          </a:xfrm>
        </p:spPr>
        <p:txBody>
          <a:bodyPr wrap="square" lIns="90000" tIns="46800" rIns="90000" bIns="46800" anchor="t" anchorCtr="0">
            <a:spAutoFit/>
          </a:bodyPr>
          <a:lstStyle>
            <a:defPPr marL="342720" marR="0" lvl="0" indent="-342720" algn="l" hangingPunct="1">
              <a:lnSpc>
                <a:spcPct val="100000"/>
              </a:lnSpc>
              <a:spcBef>
                <a:spcPts val="598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None/>
              <a:tabLst>
                <a:tab pos="342720" algn="l"/>
                <a:tab pos="914040" algn="l"/>
                <a:tab pos="1828439" algn="l"/>
                <a:tab pos="2742839" algn="l"/>
                <a:tab pos="3657239" algn="l"/>
                <a:tab pos="4571639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  <a:defRPr lang="en-GB" sz="24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defPPr>
            <a:lvl1pPr marL="342720" marR="0" lvl="0" indent="-342720" algn="l" hangingPunct="1">
              <a:lnSpc>
                <a:spcPct val="100000"/>
              </a:lnSpc>
              <a:spcBef>
                <a:spcPts val="598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•"/>
              <a:tabLst>
                <a:tab pos="342720" algn="l"/>
                <a:tab pos="914040" algn="l"/>
                <a:tab pos="1828439" algn="l"/>
                <a:tab pos="2742839" algn="l"/>
                <a:tab pos="3657239" algn="l"/>
                <a:tab pos="4571639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  <a:defRPr lang="en-GB" sz="24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1pPr>
            <a:lvl2pPr marL="742680" marR="0" lvl="1" indent="-285480" algn="l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–"/>
              <a:tabLst>
                <a:tab pos="742680" algn="l"/>
                <a:tab pos="914040" algn="l"/>
                <a:tab pos="1828439" algn="l"/>
                <a:tab pos="2742840" algn="l"/>
                <a:tab pos="3657240" algn="l"/>
                <a:tab pos="4571639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  <a:defRPr lang="en-GB" sz="22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2pPr>
            <a:lvl3pPr marL="1143000" marR="0" lvl="2" indent="-228600" algn="l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•"/>
              <a:tabLst>
                <a:tab pos="1143000" algn="l"/>
                <a:tab pos="1828799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3999" algn="l"/>
                <a:tab pos="10058399" algn="l"/>
              </a:tabLst>
              <a:defRPr lang="en-GB" sz="22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3pPr>
            <a:lvl4pPr marL="1600199" marR="0" lvl="3" indent="-228600" algn="l" hangingPunct="1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–"/>
              <a:tabLst>
                <a:tab pos="16002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3999" algn="l"/>
                <a:tab pos="10058400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4pPr>
            <a:lvl5pPr marL="2057400" marR="0" lvl="4" indent="-228600" algn="l" hangingPunct="1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»"/>
              <a:tabLst>
                <a:tab pos="2057400" algn="l"/>
                <a:tab pos="2743199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5pPr>
            <a:lvl6pPr marL="2057400" marR="0" lvl="5" indent="-228600" algn="l" hangingPunct="1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»"/>
              <a:tabLst>
                <a:tab pos="2057400" algn="l"/>
                <a:tab pos="2743199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6pPr>
            <a:lvl7pPr marL="2057400" marR="0" lvl="6" indent="-228600" algn="l" hangingPunct="1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»"/>
              <a:tabLst>
                <a:tab pos="2057400" algn="l"/>
                <a:tab pos="2743199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7pPr>
            <a:lvl8pPr marL="2057400" marR="0" lvl="7" indent="-228600" algn="l" hangingPunct="1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»"/>
              <a:tabLst>
                <a:tab pos="2057400" algn="l"/>
                <a:tab pos="2743199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8pPr>
            <a:lvl9pPr marL="1944000" marR="0" lvl="8" indent="-216000" algn="l" hangingPunct="1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SzPct val="45000"/>
              <a:buFont typeface="StarSymbol"/>
              <a:buChar char="●"/>
              <a:tabLst>
                <a:tab pos="2057400" algn="l"/>
                <a:tab pos="2743199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9pPr>
          </a:lstStyle>
          <a:p>
            <a:pPr lvl="0">
              <a:buNone/>
            </a:pPr>
            <a:r>
              <a:rPr lang="en-GB" dirty="0"/>
              <a:t>Now consider the signal </a:t>
            </a:r>
            <a:r>
              <a:rPr lang="en-GB" i="1" dirty="0"/>
              <a:t>x</a:t>
            </a:r>
            <a:r>
              <a:rPr lang="en-GB" dirty="0"/>
              <a:t>[</a:t>
            </a:r>
            <a:r>
              <a:rPr lang="en-GB" i="1" dirty="0"/>
              <a:t>n</a:t>
            </a:r>
            <a:r>
              <a:rPr lang="en-GB" dirty="0"/>
              <a:t>] = -</a:t>
            </a:r>
            <a:r>
              <a:rPr lang="en-GB" i="1" dirty="0" err="1"/>
              <a:t>a</a:t>
            </a:r>
            <a:r>
              <a:rPr lang="en-GB" i="1" baseline="30000" dirty="0" err="1"/>
              <a:t>n</a:t>
            </a:r>
            <a:r>
              <a:rPr lang="en-GB" i="1" dirty="0" err="1"/>
              <a:t>u</a:t>
            </a:r>
            <a:r>
              <a:rPr lang="en-GB" dirty="0"/>
              <a:t>[-</a:t>
            </a:r>
            <a:r>
              <a:rPr lang="en-GB" i="1" dirty="0"/>
              <a:t>n</a:t>
            </a:r>
            <a:r>
              <a:rPr lang="en-GB" dirty="0"/>
              <a:t>-1]</a:t>
            </a:r>
          </a:p>
          <a:p>
            <a:pPr lvl="0">
              <a:buNone/>
            </a:pPr>
            <a:r>
              <a:rPr lang="en-GB" dirty="0"/>
              <a:t>Then the Z transform is:</a:t>
            </a:r>
          </a:p>
          <a:p>
            <a:pPr lvl="0">
              <a:buNone/>
            </a:pPr>
            <a:endParaRPr lang="en-GB" dirty="0"/>
          </a:p>
          <a:p>
            <a:pPr lvl="0">
              <a:spcBef>
                <a:spcPts val="998"/>
              </a:spcBef>
              <a:buNone/>
            </a:pPr>
            <a:endParaRPr lang="en-GB" sz="4000" dirty="0"/>
          </a:p>
          <a:p>
            <a:pPr lvl="0">
              <a:spcBef>
                <a:spcPts val="998"/>
              </a:spcBef>
              <a:buNone/>
            </a:pPr>
            <a:endParaRPr lang="en-GB" sz="4000" dirty="0"/>
          </a:p>
          <a:p>
            <a:pPr lvl="0">
              <a:buNone/>
            </a:pPr>
            <a:r>
              <a:rPr lang="en-GB" dirty="0"/>
              <a:t>If |</a:t>
            </a:r>
            <a:r>
              <a:rPr lang="en-GB" i="1" dirty="0"/>
              <a:t>a</a:t>
            </a:r>
            <a:r>
              <a:rPr lang="en-GB" baseline="30000" dirty="0"/>
              <a:t>-1</a:t>
            </a:r>
            <a:r>
              <a:rPr lang="en-GB" i="1" dirty="0"/>
              <a:t>z</a:t>
            </a:r>
            <a:r>
              <a:rPr lang="en-GB" dirty="0"/>
              <a:t>|&lt;1, or equivalently, |</a:t>
            </a:r>
            <a:r>
              <a:rPr lang="en-GB" i="1" dirty="0"/>
              <a:t>z</a:t>
            </a:r>
            <a:r>
              <a:rPr lang="en-GB" dirty="0"/>
              <a:t>|&lt;|</a:t>
            </a:r>
            <a:r>
              <a:rPr lang="en-GB" i="1" dirty="0"/>
              <a:t>a</a:t>
            </a:r>
            <a:r>
              <a:rPr lang="en-GB" dirty="0"/>
              <a:t>|, this sum converges to:</a:t>
            </a:r>
          </a:p>
          <a:p>
            <a:pPr lvl="0">
              <a:spcBef>
                <a:spcPts val="799"/>
              </a:spcBef>
              <a:buNone/>
            </a:pPr>
            <a:endParaRPr lang="en-GB" sz="3200" dirty="0"/>
          </a:p>
          <a:p>
            <a:pPr lvl="0">
              <a:buNone/>
            </a:pPr>
            <a:endParaRPr lang="en-GB" dirty="0"/>
          </a:p>
          <a:p>
            <a:pPr lvl="0">
              <a:buNone/>
            </a:pPr>
            <a:r>
              <a:rPr lang="en-GB" dirty="0"/>
              <a:t>The pole-zero plot and ROC is shown right for 0&lt;</a:t>
            </a:r>
            <a:r>
              <a:rPr lang="en-GB" i="1" dirty="0"/>
              <a:t>a</a:t>
            </a:r>
            <a:r>
              <a:rPr lang="en-GB" dirty="0"/>
              <a:t>&lt;1</a:t>
            </a:r>
          </a:p>
        </p:txBody>
      </p:sp>
      <p:graphicFrame>
        <p:nvGraphicFramePr>
          <p:cNvPr id="5" name="Object 4"/>
          <p:cNvGraphicFramePr/>
          <p:nvPr>
            <p:extLst>
              <p:ext uri="{D42A27DB-BD31-4B8C-83A1-F6EECF244321}">
                <p14:modId xmlns:p14="http://schemas.microsoft.com/office/powerpoint/2010/main" val="1828045254"/>
              </p:ext>
            </p:extLst>
          </p:nvPr>
        </p:nvGraphicFramePr>
        <p:xfrm>
          <a:off x="571680" y="2132856"/>
          <a:ext cx="4406759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76" name="Equation" r:id="rId5" imgW="78435200" imgH="28448000" progId="Equation.3">
                  <p:embed/>
                </p:oleObj>
              </mc:Choice>
              <mc:Fallback>
                <p:oleObj name="Equation" r:id="rId5" imgW="78435200" imgH="284480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71680" y="2132856"/>
                        <a:ext cx="4406759" cy="1600200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 w="0">
                        <a:solidFill>
                          <a:srgbClr val="000000"/>
                        </a:solidFill>
                        <a:prstDash val="soli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/>
          <p:nvPr>
            <p:extLst>
              <p:ext uri="{D42A27DB-BD31-4B8C-83A1-F6EECF244321}">
                <p14:modId xmlns:p14="http://schemas.microsoft.com/office/powerpoint/2010/main" val="448926737"/>
              </p:ext>
            </p:extLst>
          </p:nvPr>
        </p:nvGraphicFramePr>
        <p:xfrm>
          <a:off x="571680" y="4797152"/>
          <a:ext cx="5600520" cy="7365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77" name="Equation" r:id="rId7" imgW="96316800" imgH="12598400" progId="Equation.3">
                  <p:embed/>
                </p:oleObj>
              </mc:Choice>
              <mc:Fallback>
                <p:oleObj name="Equation" r:id="rId7" imgW="96316800" imgH="125984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71680" y="4797152"/>
                        <a:ext cx="5600520" cy="736559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 w="0">
                        <a:solidFill>
                          <a:srgbClr val="000000"/>
                        </a:solidFill>
                        <a:prstDash val="solid"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6"/>
          <p:cNvGrpSpPr/>
          <p:nvPr/>
        </p:nvGrpSpPr>
        <p:grpSpPr>
          <a:xfrm>
            <a:off x="6300192" y="3930120"/>
            <a:ext cx="2555280" cy="2226239"/>
            <a:chOff x="6172200" y="3930120"/>
            <a:chExt cx="2889360" cy="2402280"/>
          </a:xfrm>
        </p:grpSpPr>
        <p:sp>
          <p:nvSpPr>
            <p:cNvPr id="8" name="Freeform 7"/>
            <p:cNvSpPr/>
            <p:nvPr/>
          </p:nvSpPr>
          <p:spPr>
            <a:xfrm>
              <a:off x="6851520" y="4775040"/>
              <a:ext cx="914400" cy="914400"/>
            </a:xfrm>
            <a:custGeom>
              <a:avLst/>
              <a:gdLst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il" t="it" r="ir" b="ib"/>
              <a:pathLst>
                <a:path>
                  <a:moveTo>
                    <a:pt x="l" y="vc"/>
                  </a:moveTo>
                  <a:arcTo wR="wd2" hR="hd2" stAng="cd2" swAng="cd4"/>
                  <a:arcTo wR="wd2" hR="hd2" stAng="3cd4" swAng="cd4"/>
                  <a:arcTo wR="wd2" hR="hd2" stAng="0" swAng="cd4"/>
                  <a:arcTo wR="wd2" hR="hd2" stAng="cd4" swAng="cd4"/>
                  <a:close/>
                </a:path>
              </a:pathLst>
            </a:custGeom>
            <a:solidFill>
              <a:srgbClr val="B2B2B2"/>
            </a:solidFill>
            <a:ln w="19080">
              <a:solidFill>
                <a:srgbClr val="000000"/>
              </a:solidFill>
              <a:custDash>
                <a:ds d="398113" sp="100000"/>
              </a:custDash>
              <a:miter/>
            </a:ln>
          </p:spPr>
          <p:txBody>
            <a:bodyPr vert="horz" wrap="none" lIns="90000" tIns="46800" rIns="90000" bIns="46800" anchor="ctr" anchorCtr="0" compatLnSpc="0"/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GB" sz="2400" b="0" i="0" u="none" strike="noStrike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endParaRPr>
            </a:p>
          </p:txBody>
        </p:sp>
        <p:sp>
          <p:nvSpPr>
            <p:cNvPr id="9" name="Straight Connector 8"/>
            <p:cNvSpPr/>
            <p:nvPr/>
          </p:nvSpPr>
          <p:spPr>
            <a:xfrm>
              <a:off x="6172200" y="5245200"/>
              <a:ext cx="2720880" cy="0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prstDash val="solid"/>
              <a:miter/>
              <a:tailEnd type="arrow"/>
            </a:ln>
          </p:spPr>
          <p:txBody>
            <a:bodyPr vert="horz" wrap="square" lIns="90000" tIns="46800" rIns="90000" bIns="46800" anchor="t" anchorCtr="0" compatLnSpc="0"/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GB" sz="2400" b="0" i="0" u="none" strike="noStrike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endParaRPr>
            </a:p>
          </p:txBody>
        </p:sp>
        <p:sp>
          <p:nvSpPr>
            <p:cNvPr id="10" name="Freeform 9"/>
            <p:cNvSpPr/>
            <p:nvPr/>
          </p:nvSpPr>
          <p:spPr>
            <a:xfrm>
              <a:off x="6394319" y="4334040"/>
              <a:ext cx="1819439" cy="1822319"/>
            </a:xfrm>
            <a:custGeom>
              <a:avLst/>
              <a:gdLst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il" t="it" r="ir" b="ib"/>
              <a:pathLst>
                <a:path>
                  <a:moveTo>
                    <a:pt x="l" y="vc"/>
                  </a:moveTo>
                  <a:arcTo wR="wd2" hR="hd2" stAng="cd2" swAng="cd4"/>
                  <a:arcTo wR="wd2" hR="hd2" stAng="3cd4" swAng="cd4"/>
                  <a:arcTo wR="wd2" hR="hd2" stAng="0" swAng="cd4"/>
                  <a:arcTo wR="wd2" hR="hd2" stAng="cd4" swAng="cd4"/>
                  <a:close/>
                </a:path>
              </a:pathLst>
            </a:custGeom>
            <a:noFill/>
            <a:ln w="19080">
              <a:solidFill>
                <a:srgbClr val="000000"/>
              </a:solidFill>
              <a:prstDash val="solid"/>
              <a:miter/>
            </a:ln>
          </p:spPr>
          <p:txBody>
            <a:bodyPr vert="horz" wrap="none" lIns="90000" tIns="46800" rIns="90000" bIns="46800" anchor="ctr" anchorCtr="0" compatLnSpc="0"/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GB" sz="2400" b="0" i="0" u="none" strike="noStrike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endParaRPr>
            </a:p>
          </p:txBody>
        </p:sp>
        <p:sp>
          <p:nvSpPr>
            <p:cNvPr id="11" name="Straight Connector 10"/>
            <p:cNvSpPr/>
            <p:nvPr/>
          </p:nvSpPr>
          <p:spPr>
            <a:xfrm flipV="1">
              <a:off x="7304039" y="4054320"/>
              <a:ext cx="0" cy="2278080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prstDash val="solid"/>
              <a:miter/>
              <a:tailEnd type="arrow"/>
            </a:ln>
          </p:spPr>
          <p:txBody>
            <a:bodyPr vert="horz" wrap="square" lIns="90000" tIns="46800" rIns="90000" bIns="46800" anchor="t" anchorCtr="0" compatLnSpc="0"/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GB" sz="2400" b="0" i="0" u="none" strike="noStrike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393400" y="5235120"/>
              <a:ext cx="668160" cy="3409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6800" rIns="90000" bIns="46800" anchor="t" anchorCtr="0" compatLnSpc="0">
              <a:spAutoFit/>
            </a:bodyPr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i="1" u="none" strike="noStrike" baseline="0">
                  <a:ln>
                    <a:noFill/>
                  </a:ln>
                  <a:solidFill>
                    <a:srgbClr val="000000"/>
                  </a:solidFill>
                  <a:latin typeface="Arial" pitchFamily="34"/>
                  <a:ea typeface="Times New Roman" pitchFamily="18"/>
                  <a:cs typeface="Times New Roman" pitchFamily="18"/>
                </a:rPr>
                <a:t>Re</a:t>
              </a:r>
              <a:r>
                <a:rPr lang="en-US" sz="1600" b="0" i="0" u="none" strike="noStrike" baseline="0">
                  <a:ln>
                    <a:noFill/>
                  </a:ln>
                  <a:solidFill>
                    <a:srgbClr val="000000"/>
                  </a:solidFill>
                  <a:latin typeface="Arial" pitchFamily="34"/>
                  <a:ea typeface="Times New Roman" pitchFamily="18"/>
                  <a:cs typeface="Times New Roman" pitchFamily="18"/>
                </a:rPr>
                <a:t>(</a:t>
              </a:r>
              <a:r>
                <a:rPr lang="en-US" sz="1600" b="0" i="1" u="none" strike="noStrike" baseline="0">
                  <a:ln>
                    <a:noFill/>
                  </a:ln>
                  <a:solidFill>
                    <a:srgbClr val="000000"/>
                  </a:solidFill>
                  <a:latin typeface="Arial" pitchFamily="34"/>
                  <a:ea typeface="Times New Roman" pitchFamily="18"/>
                  <a:cs typeface="Times New Roman" pitchFamily="18"/>
                </a:rPr>
                <a:t>z</a:t>
              </a:r>
              <a:r>
                <a:rPr lang="en-US" sz="1600" b="0" i="0" u="none" strike="noStrike" baseline="0">
                  <a:ln>
                    <a:noFill/>
                  </a:ln>
                  <a:solidFill>
                    <a:srgbClr val="000000"/>
                  </a:solidFill>
                  <a:latin typeface="Arial" pitchFamily="34"/>
                  <a:ea typeface="Times New Roman" pitchFamily="18"/>
                  <a:cs typeface="Times New Roman" pitchFamily="18"/>
                </a:rPr>
                <a:t>)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637680" y="3930120"/>
              <a:ext cx="632880" cy="3409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6800" rIns="90000" bIns="46800" anchor="t" anchorCtr="0" compatLnSpc="0">
              <a:spAutoFit/>
            </a:bodyPr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i="1" u="none" strike="noStrike" baseline="0">
                  <a:ln>
                    <a:noFill/>
                  </a:ln>
                  <a:solidFill>
                    <a:srgbClr val="000000"/>
                  </a:solidFill>
                  <a:latin typeface="Arial" pitchFamily="34"/>
                  <a:ea typeface="Times New Roman" pitchFamily="18"/>
                  <a:cs typeface="Times New Roman" pitchFamily="18"/>
                </a:rPr>
                <a:t>Im</a:t>
              </a:r>
              <a:r>
                <a:rPr lang="en-US" sz="1600" b="0" i="0" u="none" strike="noStrike" baseline="0">
                  <a:ln>
                    <a:noFill/>
                  </a:ln>
                  <a:solidFill>
                    <a:srgbClr val="000000"/>
                  </a:solidFill>
                  <a:latin typeface="Arial" pitchFamily="34"/>
                  <a:ea typeface="Times New Roman" pitchFamily="18"/>
                  <a:cs typeface="Times New Roman" pitchFamily="18"/>
                </a:rPr>
                <a:t>(</a:t>
              </a:r>
              <a:r>
                <a:rPr lang="en-US" sz="1600" b="0" i="1" u="none" strike="noStrike" baseline="0">
                  <a:ln>
                    <a:noFill/>
                  </a:ln>
                  <a:solidFill>
                    <a:srgbClr val="000000"/>
                  </a:solidFill>
                  <a:latin typeface="Arial" pitchFamily="34"/>
                  <a:ea typeface="Times New Roman" pitchFamily="18"/>
                  <a:cs typeface="Times New Roman" pitchFamily="18"/>
                </a:rPr>
                <a:t>z</a:t>
              </a:r>
              <a:r>
                <a:rPr lang="en-US" sz="1600" b="0" i="0" u="none" strike="noStrike" baseline="0">
                  <a:ln>
                    <a:noFill/>
                  </a:ln>
                  <a:solidFill>
                    <a:srgbClr val="000000"/>
                  </a:solidFill>
                  <a:latin typeface="Arial" pitchFamily="34"/>
                  <a:ea typeface="Times New Roman" pitchFamily="18"/>
                  <a:cs typeface="Times New Roman" pitchFamily="18"/>
                </a:rPr>
                <a:t>)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156880" y="4932000"/>
              <a:ext cx="293400" cy="3409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6800" rIns="90000" bIns="46800" anchor="t" anchorCtr="0" compatLnSpc="0">
              <a:spAutoFit/>
            </a:bodyPr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i="0" u="none" strike="noStrike" baseline="0">
                  <a:ln>
                    <a:noFill/>
                  </a:ln>
                  <a:solidFill>
                    <a:srgbClr val="000000"/>
                  </a:solidFill>
                  <a:latin typeface="Arial" pitchFamily="34"/>
                  <a:ea typeface="Times New Roman" pitchFamily="18"/>
                  <a:cs typeface="Times New Roman" pitchFamily="18"/>
                </a:rPr>
                <a:t>1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023320" y="5573520"/>
              <a:ext cx="656280" cy="58428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6800" rIns="90000" bIns="46800" anchor="t" anchorCtr="0" compatLnSpc="0">
              <a:spAutoFit/>
            </a:bodyPr>
            <a:lstStyle/>
            <a:p>
              <a:pPr marL="0" marR="0" lvl="0" indent="0" algn="r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i="0" u="none" strike="noStrike" baseline="0">
                  <a:ln>
                    <a:noFill/>
                  </a:ln>
                  <a:solidFill>
                    <a:srgbClr val="000000"/>
                  </a:solidFill>
                  <a:latin typeface="Arial" pitchFamily="34"/>
                  <a:ea typeface="Times New Roman" pitchFamily="18"/>
                  <a:cs typeface="Times New Roman" pitchFamily="18"/>
                </a:rPr>
                <a:t>Unit</a:t>
              </a:r>
            </a:p>
            <a:p>
              <a:pPr marL="0" marR="0" lvl="0" indent="0" algn="r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i="0" u="none" strike="noStrike" baseline="0">
                  <a:ln>
                    <a:noFill/>
                  </a:ln>
                  <a:solidFill>
                    <a:srgbClr val="000000"/>
                  </a:solidFill>
                  <a:latin typeface="Arial" pitchFamily="34"/>
                  <a:ea typeface="Times New Roman" pitchFamily="18"/>
                  <a:cs typeface="Times New Roman" pitchFamily="18"/>
                </a:rPr>
                <a:t>circle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699679" y="5160600"/>
              <a:ext cx="293400" cy="3409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6800" rIns="90000" bIns="46800" anchor="t" anchorCtr="0" compatLnSpc="0">
              <a:spAutoFit/>
            </a:bodyPr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i="1" u="none" strike="noStrike" baseline="0">
                  <a:ln>
                    <a:noFill/>
                  </a:ln>
                  <a:solidFill>
                    <a:srgbClr val="000000"/>
                  </a:solidFill>
                  <a:latin typeface="Arial" pitchFamily="34"/>
                  <a:ea typeface="Times New Roman" pitchFamily="18"/>
                  <a:cs typeface="Times New Roman" pitchFamily="18"/>
                </a:rPr>
                <a:t>a</a:t>
              </a:r>
            </a:p>
          </p:txBody>
        </p:sp>
        <p:sp>
          <p:nvSpPr>
            <p:cNvPr id="17" name="Freeform 16"/>
            <p:cNvSpPr/>
            <p:nvPr/>
          </p:nvSpPr>
          <p:spPr>
            <a:xfrm>
              <a:off x="7232400" y="5168520"/>
              <a:ext cx="152280" cy="152280"/>
            </a:xfrm>
            <a:custGeom>
              <a:avLst/>
              <a:gdLst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il" t="it" r="ir" b="ib"/>
              <a:pathLst>
                <a:path>
                  <a:moveTo>
                    <a:pt x="l" y="vc"/>
                  </a:moveTo>
                  <a:arcTo wR="wd2" hR="hd2" stAng="cd2" swAng="cd4"/>
                  <a:arcTo wR="wd2" hR="hd2" stAng="3cd4" swAng="cd4"/>
                  <a:arcTo wR="wd2" hR="hd2" stAng="0" swAng="cd4"/>
                  <a:arcTo wR="wd2" hR="hd2" stAng="cd4" swAng="cd4"/>
                  <a:close/>
                </a:path>
              </a:pathLst>
            </a:custGeom>
            <a:solidFill>
              <a:srgbClr val="FFFFFF"/>
            </a:solidFill>
            <a:ln w="19080">
              <a:solidFill>
                <a:srgbClr val="000000"/>
              </a:solidFill>
              <a:prstDash val="solid"/>
              <a:miter/>
            </a:ln>
          </p:spPr>
          <p:txBody>
            <a:bodyPr vert="horz" wrap="none" lIns="90000" tIns="46800" rIns="90000" bIns="46800" anchor="ctr" anchorCtr="0" compatLnSpc="0"/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GB" sz="2400" b="0" i="0" u="none" strike="noStrike" baseline="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Times New Roman" pitchFamily="18"/>
                <a:cs typeface="Times New Roman" pitchFamily="18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615800" y="5054400"/>
              <a:ext cx="293400" cy="371879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6800" rIns="90000" bIns="46800" anchor="t" anchorCtr="0" compatLnSpc="0">
              <a:spAutoFit/>
            </a:bodyPr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i="0" u="none" strike="noStrike" baseline="0">
                  <a:ln>
                    <a:noFill/>
                  </a:ln>
                  <a:solidFill>
                    <a:srgbClr val="000000"/>
                  </a:solidFill>
                  <a:latin typeface="Arial" pitchFamily="34"/>
                  <a:ea typeface="Times New Roman" pitchFamily="18"/>
                  <a:cs typeface="Times New Roman" pitchFamily="18"/>
                </a:rPr>
                <a:t>x</a:t>
              </a: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7E342C24-B45B-3D43-BC25-953C14C1EF4F}"/>
                  </a:ext>
                </a:extLst>
              </p14:cNvPr>
              <p14:cNvContentPartPr/>
              <p14:nvPr/>
            </p14:nvContentPartPr>
            <p14:xfrm>
              <a:off x="384480" y="747720"/>
              <a:ext cx="7800120" cy="48675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7E342C24-B45B-3D43-BC25-953C14C1EF4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75120" y="738360"/>
                <a:ext cx="7818840" cy="4886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7282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283960" y="6499440"/>
            <a:ext cx="644040" cy="232560"/>
          </a:xfrm>
          <a:prstGeom prst="rect">
            <a:avLst/>
          </a:prstGeom>
        </p:spPr>
        <p:txBody>
          <a:bodyPr/>
          <a:lstStyle/>
          <a:p>
            <a:pPr lvl="0"/>
            <a:fld id="{2914117F-4A90-460C-BC98-D5BDF3232650}" type="slidenum">
              <a:t>9</a:t>
            </a:fld>
            <a:endParaRPr lang="en-GB"/>
          </a:p>
        </p:txBody>
      </p:sp>
      <p:pic>
        <p:nvPicPr>
          <p:cNvPr id="2" name="DTExp2"/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 l="3375" r="6750"/>
          <a:stretch>
            <a:fillRect/>
          </a:stretch>
        </p:blipFill>
        <p:spPr>
          <a:xfrm>
            <a:off x="5657760" y="1066680"/>
            <a:ext cx="3333959" cy="147636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2"/>
          <p:cNvSpPr txBox="1">
            <a:spLocks noGrp="1"/>
          </p:cNvSpPr>
          <p:nvPr>
            <p:ph type="title" idx="4294967295"/>
          </p:nvPr>
        </p:nvSpPr>
        <p:spPr/>
        <p:txBody>
          <a:bodyPr wrap="square" lIns="90000" tIns="46800" rIns="90000" bIns="46800" anchorCtr="0">
            <a:spAutoFit/>
          </a:bodyPr>
          <a:lstStyle>
            <a:defPPr lvl="0">
              <a:buClr>
                <a:srgbClr val="000000"/>
              </a:buClr>
              <a:buSzPct val="100000"/>
              <a:buFont typeface="Arial" pitchFamily="34"/>
              <a:buNone/>
            </a:defPPr>
            <a:lvl1pPr lvl="0">
              <a:buClr>
                <a:srgbClr val="000000"/>
              </a:buClr>
              <a:buSzPct val="100000"/>
              <a:buFont typeface="Arial" pitchFamily="34"/>
              <a:buChar char="•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en-US"/>
              <a:t>Example 3: Sum of Two Exponentials</a:t>
            </a:r>
          </a:p>
        </p:txBody>
      </p:sp>
      <p:sp>
        <p:nvSpPr>
          <p:cNvPr id="4" name="Text Placeholder 3"/>
          <p:cNvSpPr txBox="1">
            <a:spLocks noGrp="1"/>
          </p:cNvSpPr>
          <p:nvPr>
            <p:ph type="body" idx="4294967295"/>
          </p:nvPr>
        </p:nvSpPr>
        <p:spPr>
          <a:xfrm>
            <a:off x="609480" y="990719"/>
            <a:ext cx="7772400" cy="5410440"/>
          </a:xfrm>
        </p:spPr>
        <p:txBody>
          <a:bodyPr wrap="square" lIns="90000" tIns="46800" rIns="90000" bIns="46800" anchor="t" anchorCtr="0">
            <a:spAutoFit/>
          </a:bodyPr>
          <a:lstStyle>
            <a:defPPr marL="342720" marR="0" lvl="0" indent="-342720" algn="l" hangingPunct="1">
              <a:lnSpc>
                <a:spcPct val="100000"/>
              </a:lnSpc>
              <a:spcBef>
                <a:spcPts val="598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None/>
              <a:tabLst>
                <a:tab pos="342720" algn="l"/>
                <a:tab pos="914040" algn="l"/>
                <a:tab pos="1828439" algn="l"/>
                <a:tab pos="2742839" algn="l"/>
                <a:tab pos="3657239" algn="l"/>
                <a:tab pos="4571639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  <a:defRPr lang="en-GB" sz="24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defPPr>
            <a:lvl1pPr marL="342720" marR="0" lvl="0" indent="-342720" algn="l" hangingPunct="1">
              <a:lnSpc>
                <a:spcPct val="100000"/>
              </a:lnSpc>
              <a:spcBef>
                <a:spcPts val="598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•"/>
              <a:tabLst>
                <a:tab pos="342720" algn="l"/>
                <a:tab pos="914040" algn="l"/>
                <a:tab pos="1828439" algn="l"/>
                <a:tab pos="2742839" algn="l"/>
                <a:tab pos="3657239" algn="l"/>
                <a:tab pos="4571639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  <a:defRPr lang="en-GB" sz="24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1pPr>
            <a:lvl2pPr marL="742680" marR="0" lvl="1" indent="-285480" algn="l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–"/>
              <a:tabLst>
                <a:tab pos="742680" algn="l"/>
                <a:tab pos="914040" algn="l"/>
                <a:tab pos="1828439" algn="l"/>
                <a:tab pos="2742840" algn="l"/>
                <a:tab pos="3657240" algn="l"/>
                <a:tab pos="4571639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  <a:defRPr lang="en-GB" sz="22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2pPr>
            <a:lvl3pPr marL="1143000" marR="0" lvl="2" indent="-228600" algn="l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•"/>
              <a:tabLst>
                <a:tab pos="1143000" algn="l"/>
                <a:tab pos="1828799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3999" algn="l"/>
                <a:tab pos="10058399" algn="l"/>
              </a:tabLst>
              <a:defRPr lang="en-GB" sz="22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3pPr>
            <a:lvl4pPr marL="1600199" marR="0" lvl="3" indent="-228600" algn="l" hangingPunct="1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–"/>
              <a:tabLst>
                <a:tab pos="16002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3999" algn="l"/>
                <a:tab pos="10058400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4pPr>
            <a:lvl5pPr marL="2057400" marR="0" lvl="4" indent="-228600" algn="l" hangingPunct="1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»"/>
              <a:tabLst>
                <a:tab pos="2057400" algn="l"/>
                <a:tab pos="2743199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5pPr>
            <a:lvl6pPr marL="2057400" marR="0" lvl="5" indent="-228600" algn="l" hangingPunct="1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»"/>
              <a:tabLst>
                <a:tab pos="2057400" algn="l"/>
                <a:tab pos="2743199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6pPr>
            <a:lvl7pPr marL="2057400" marR="0" lvl="6" indent="-228600" algn="l" hangingPunct="1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»"/>
              <a:tabLst>
                <a:tab pos="2057400" algn="l"/>
                <a:tab pos="2743199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7pPr>
            <a:lvl8pPr marL="2057400" marR="0" lvl="7" indent="-228600" algn="l" hangingPunct="1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»"/>
              <a:tabLst>
                <a:tab pos="2057400" algn="l"/>
                <a:tab pos="2743199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8pPr>
            <a:lvl9pPr marL="1944000" marR="0" lvl="8" indent="-216000" algn="l" hangingPunct="1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SzPct val="45000"/>
              <a:buFont typeface="StarSymbol"/>
              <a:buChar char="●"/>
              <a:tabLst>
                <a:tab pos="2057400" algn="l"/>
                <a:tab pos="2743199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9pPr>
          </a:lstStyle>
          <a:p>
            <a:pPr lvl="0">
              <a:spcBef>
                <a:spcPts val="499"/>
              </a:spcBef>
              <a:buNone/>
            </a:pPr>
            <a:r>
              <a:rPr lang="en-GB" sz="2000" dirty="0"/>
              <a:t>Consider the input signal</a:t>
            </a:r>
          </a:p>
          <a:p>
            <a:pPr lvl="0">
              <a:spcBef>
                <a:spcPts val="499"/>
              </a:spcBef>
              <a:buNone/>
            </a:pPr>
            <a:endParaRPr lang="en-GB" sz="2000" dirty="0"/>
          </a:p>
          <a:p>
            <a:pPr lvl="0">
              <a:spcBef>
                <a:spcPts val="499"/>
              </a:spcBef>
              <a:buNone/>
            </a:pPr>
            <a:r>
              <a:rPr lang="en-GB" sz="2000" dirty="0"/>
              <a:t>The </a:t>
            </a:r>
            <a:r>
              <a:rPr lang="en-GB" sz="2000" i="1" dirty="0"/>
              <a:t>z</a:t>
            </a:r>
            <a:r>
              <a:rPr lang="en-GB" sz="2000" dirty="0"/>
              <a:t>-transform is then:</a:t>
            </a:r>
          </a:p>
          <a:p>
            <a:pPr lvl="0">
              <a:spcBef>
                <a:spcPts val="550"/>
              </a:spcBef>
              <a:buNone/>
            </a:pPr>
            <a:endParaRPr lang="en-GB" sz="2200" dirty="0"/>
          </a:p>
          <a:p>
            <a:pPr lvl="0">
              <a:spcBef>
                <a:spcPts val="550"/>
              </a:spcBef>
              <a:buNone/>
            </a:pPr>
            <a:endParaRPr lang="en-GB" sz="2200" dirty="0"/>
          </a:p>
          <a:p>
            <a:pPr lvl="0">
              <a:spcBef>
                <a:spcPts val="550"/>
              </a:spcBef>
              <a:buNone/>
            </a:pPr>
            <a:endParaRPr lang="en-GB" sz="2200" dirty="0"/>
          </a:p>
          <a:p>
            <a:pPr lvl="0">
              <a:spcBef>
                <a:spcPts val="550"/>
              </a:spcBef>
              <a:buNone/>
            </a:pPr>
            <a:endParaRPr lang="en-GB" sz="2200" dirty="0"/>
          </a:p>
          <a:p>
            <a:pPr lvl="0">
              <a:spcBef>
                <a:spcPts val="550"/>
              </a:spcBef>
              <a:buNone/>
            </a:pPr>
            <a:endParaRPr lang="en-GB" sz="2200" dirty="0"/>
          </a:p>
          <a:p>
            <a:pPr lvl="0">
              <a:spcBef>
                <a:spcPts val="550"/>
              </a:spcBef>
              <a:buNone/>
            </a:pPr>
            <a:endParaRPr lang="en-GB" sz="2200" dirty="0"/>
          </a:p>
          <a:p>
            <a:pPr lvl="0">
              <a:spcBef>
                <a:spcPts val="550"/>
              </a:spcBef>
              <a:buNone/>
            </a:pPr>
            <a:endParaRPr lang="en-GB" sz="2200" dirty="0"/>
          </a:p>
          <a:p>
            <a:pPr lvl="0">
              <a:spcBef>
                <a:spcPts val="550"/>
              </a:spcBef>
              <a:buNone/>
            </a:pPr>
            <a:endParaRPr lang="en-GB" sz="2200" dirty="0"/>
          </a:p>
          <a:p>
            <a:pPr lvl="0">
              <a:spcBef>
                <a:spcPts val="499"/>
              </a:spcBef>
              <a:buNone/>
            </a:pPr>
            <a:r>
              <a:rPr lang="en-GB" sz="2000" dirty="0"/>
              <a:t>For the region of convergence we require both summations to converge |</a:t>
            </a:r>
            <a:r>
              <a:rPr lang="en-GB" sz="2000" i="1" dirty="0"/>
              <a:t>z</a:t>
            </a:r>
            <a:r>
              <a:rPr lang="en-GB" sz="2000" dirty="0"/>
              <a:t>|&gt;1/3 and |</a:t>
            </a:r>
            <a:r>
              <a:rPr lang="en-GB" sz="2000" i="1" dirty="0"/>
              <a:t>z</a:t>
            </a:r>
            <a:r>
              <a:rPr lang="en-GB" sz="2000" dirty="0"/>
              <a:t>|&gt;1/2, so</a:t>
            </a:r>
          </a:p>
          <a:p>
            <a:pPr lvl="0">
              <a:spcBef>
                <a:spcPts val="499"/>
              </a:spcBef>
              <a:buNone/>
            </a:pPr>
            <a:r>
              <a:rPr lang="en-GB" sz="2000" dirty="0"/>
              <a:t>		 |</a:t>
            </a:r>
            <a:r>
              <a:rPr lang="en-GB" sz="2000" i="1" dirty="0"/>
              <a:t>z</a:t>
            </a:r>
            <a:r>
              <a:rPr lang="en-GB" sz="2000" dirty="0"/>
              <a:t>|&gt;1/2</a:t>
            </a:r>
          </a:p>
        </p:txBody>
      </p:sp>
      <p:graphicFrame>
        <p:nvGraphicFramePr>
          <p:cNvPr id="5" name="Object 4"/>
          <p:cNvGraphicFramePr/>
          <p:nvPr/>
        </p:nvGraphicFramePr>
        <p:xfrm>
          <a:off x="1003320" y="1359000"/>
          <a:ext cx="3460680" cy="393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00" name="Equation" r:id="rId5" imgW="64211200" imgH="7315200" progId="Equation.3">
                  <p:embed/>
                </p:oleObj>
              </mc:Choice>
              <mc:Fallback>
                <p:oleObj name="Equation" r:id="rId5" imgW="64211200" imgH="73152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03320" y="1359000"/>
                        <a:ext cx="3460680" cy="393480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 w="0">
                        <a:solidFill>
                          <a:srgbClr val="000000"/>
                        </a:solidFill>
                        <a:prstDash val="soli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/>
          <p:nvPr>
            <p:extLst>
              <p:ext uri="{D42A27DB-BD31-4B8C-83A1-F6EECF244321}">
                <p14:modId xmlns:p14="http://schemas.microsoft.com/office/powerpoint/2010/main" val="43169617"/>
              </p:ext>
            </p:extLst>
          </p:nvPr>
        </p:nvGraphicFramePr>
        <p:xfrm>
          <a:off x="1043608" y="2204864"/>
          <a:ext cx="4680000" cy="3154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01" name="Equation" r:id="rId7" imgW="83312000" imgH="56083200" progId="Equation.3">
                  <p:embed/>
                </p:oleObj>
              </mc:Choice>
              <mc:Fallback>
                <p:oleObj name="Equation" r:id="rId7" imgW="83312000" imgH="560832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043608" y="2204864"/>
                        <a:ext cx="4680000" cy="3154320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 w="0">
                        <a:solidFill>
                          <a:srgbClr val="000000"/>
                        </a:solidFill>
                        <a:prstDash val="solid"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EE1AE87-0E44-6345-A21B-A35E704C2F76}"/>
                  </a:ext>
                </a:extLst>
              </p14:cNvPr>
              <p14:cNvContentPartPr/>
              <p14:nvPr/>
            </p14:nvContentPartPr>
            <p14:xfrm>
              <a:off x="185400" y="877680"/>
              <a:ext cx="8958600" cy="58723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EE1AE87-0E44-6345-A21B-A35E704C2F7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76040" y="868320"/>
                <a:ext cx="8977320" cy="5891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530240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303312"/>
            <a:ext cx="8496944" cy="533400"/>
          </a:xfrm>
        </p:spPr>
        <p:txBody>
          <a:bodyPr/>
          <a:lstStyle/>
          <a:p>
            <a:r>
              <a:rPr lang="en-US" dirty="0"/>
              <a:t>Two-Sided Exponential Sequence Example</a:t>
            </a:r>
          </a:p>
        </p:txBody>
      </p:sp>
      <p:graphicFrame>
        <p:nvGraphicFramePr>
          <p:cNvPr id="7782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4220213"/>
              </p:ext>
            </p:extLst>
          </p:nvPr>
        </p:nvGraphicFramePr>
        <p:xfrm>
          <a:off x="1233488" y="828823"/>
          <a:ext cx="3790950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30" name="Equation" r:id="rId3" imgW="2171520" imgH="482400" progId="Equation.3">
                  <p:embed/>
                </p:oleObj>
              </mc:Choice>
              <mc:Fallback>
                <p:oleObj name="Equation" r:id="rId3" imgW="217152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3488" y="828823"/>
                        <a:ext cx="3790950" cy="841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47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0181"/>
              </p:ext>
            </p:extLst>
          </p:nvPr>
        </p:nvGraphicFramePr>
        <p:xfrm>
          <a:off x="149225" y="1678136"/>
          <a:ext cx="6070600" cy="1463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31" name="Equation" r:id="rId5" imgW="3479760" imgH="838080" progId="Equation.3">
                  <p:embed/>
                </p:oleObj>
              </mc:Choice>
              <mc:Fallback>
                <p:oleObj name="Equation" r:id="rId5" imgW="347976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225" y="1678136"/>
                        <a:ext cx="6070600" cy="1463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49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2325963"/>
              </p:ext>
            </p:extLst>
          </p:nvPr>
        </p:nvGraphicFramePr>
        <p:xfrm>
          <a:off x="284163" y="3254523"/>
          <a:ext cx="5538787" cy="1463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32" name="Equation" r:id="rId7" imgW="3174840" imgH="838080" progId="Equation.3">
                  <p:embed/>
                </p:oleObj>
              </mc:Choice>
              <mc:Fallback>
                <p:oleObj name="Equation" r:id="rId7" imgW="317484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163" y="3254523"/>
                        <a:ext cx="5538787" cy="1463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50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3866005"/>
              </p:ext>
            </p:extLst>
          </p:nvPr>
        </p:nvGraphicFramePr>
        <p:xfrm>
          <a:off x="6440488" y="1536848"/>
          <a:ext cx="2482850" cy="1504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33" name="Equation" r:id="rId9" imgW="1422360" imgH="863280" progId="Equation.3">
                  <p:embed/>
                </p:oleObj>
              </mc:Choice>
              <mc:Fallback>
                <p:oleObj name="Equation" r:id="rId9" imgW="1422360" imgH="863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0488" y="1536848"/>
                        <a:ext cx="2482850" cy="1504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51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6147252"/>
              </p:ext>
            </p:extLst>
          </p:nvPr>
        </p:nvGraphicFramePr>
        <p:xfrm>
          <a:off x="6454775" y="3181498"/>
          <a:ext cx="1995488" cy="1504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34" name="Equation" r:id="rId11" imgW="1143000" imgH="863280" progId="Equation.3">
                  <p:embed/>
                </p:oleObj>
              </mc:Choice>
              <mc:Fallback>
                <p:oleObj name="Equation" r:id="rId11" imgW="1143000" imgH="863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4775" y="3181498"/>
                        <a:ext cx="1995488" cy="1504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63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3360212"/>
              </p:ext>
            </p:extLst>
          </p:nvPr>
        </p:nvGraphicFramePr>
        <p:xfrm>
          <a:off x="442913" y="4891236"/>
          <a:ext cx="5426075" cy="1506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35" name="Equation" r:id="rId13" imgW="3111480" imgH="863280" progId="Equation.3">
                  <p:embed/>
                </p:oleObj>
              </mc:Choice>
              <mc:Fallback>
                <p:oleObj name="Equation" r:id="rId13" imgW="3111480" imgH="863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913" y="4891236"/>
                        <a:ext cx="5426075" cy="1506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58" name="Text Box 34"/>
          <p:cNvSpPr txBox="1">
            <a:spLocks noChangeArrowheads="1"/>
          </p:cNvSpPr>
          <p:nvPr/>
        </p:nvSpPr>
        <p:spPr bwMode="auto">
          <a:xfrm>
            <a:off x="8612188" y="5265738"/>
            <a:ext cx="53181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>
                <a:latin typeface="Verdana" pitchFamily="34" charset="0"/>
              </a:rPr>
              <a:t>Re</a:t>
            </a:r>
          </a:p>
        </p:txBody>
      </p:sp>
      <p:sp>
        <p:nvSpPr>
          <p:cNvPr id="77859" name="Text Box 35"/>
          <p:cNvSpPr txBox="1">
            <a:spLocks noChangeArrowheads="1"/>
          </p:cNvSpPr>
          <p:nvPr/>
        </p:nvSpPr>
        <p:spPr bwMode="auto">
          <a:xfrm>
            <a:off x="7294563" y="4000500"/>
            <a:ext cx="5222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>
                <a:latin typeface="Verdana" pitchFamily="34" charset="0"/>
              </a:rPr>
              <a:t>Im</a:t>
            </a:r>
          </a:p>
        </p:txBody>
      </p:sp>
      <p:sp>
        <p:nvSpPr>
          <p:cNvPr id="77868" name="Line 44"/>
          <p:cNvSpPr>
            <a:spLocks noChangeShapeType="1"/>
          </p:cNvSpPr>
          <p:nvPr/>
        </p:nvSpPr>
        <p:spPr bwMode="auto">
          <a:xfrm>
            <a:off x="6254750" y="941536"/>
            <a:ext cx="0" cy="5511800"/>
          </a:xfrm>
          <a:prstGeom prst="line">
            <a:avLst/>
          </a:prstGeom>
          <a:noFill/>
          <a:ln w="76200" cmpd="tri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56" name="Oval 32"/>
          <p:cNvSpPr>
            <a:spLocks noChangeArrowheads="1"/>
          </p:cNvSpPr>
          <p:nvPr/>
        </p:nvSpPr>
        <p:spPr bwMode="auto">
          <a:xfrm>
            <a:off x="6713538" y="4662463"/>
            <a:ext cx="1574800" cy="1547813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860" name="Oval 36"/>
          <p:cNvSpPr>
            <a:spLocks noChangeAspect="1" noChangeArrowheads="1"/>
          </p:cNvSpPr>
          <p:nvPr/>
        </p:nvSpPr>
        <p:spPr bwMode="auto">
          <a:xfrm>
            <a:off x="7031038" y="4953000"/>
            <a:ext cx="931862" cy="91598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861" name="Line 37"/>
          <p:cNvSpPr>
            <a:spLocks noChangeShapeType="1"/>
          </p:cNvSpPr>
          <p:nvPr/>
        </p:nvSpPr>
        <p:spPr bwMode="auto">
          <a:xfrm flipV="1">
            <a:off x="6378575" y="5430813"/>
            <a:ext cx="2243138" cy="95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62" name="Line 38"/>
          <p:cNvSpPr>
            <a:spLocks noChangeShapeType="1"/>
          </p:cNvSpPr>
          <p:nvPr/>
        </p:nvSpPr>
        <p:spPr bwMode="auto">
          <a:xfrm rot="5400000" flipH="1">
            <a:off x="6412706" y="5393507"/>
            <a:ext cx="2163763" cy="95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77865" name="Object 41"/>
          <p:cNvGraphicFramePr>
            <a:graphicFrameLocks noChangeAspect="1"/>
          </p:cNvGraphicFramePr>
          <p:nvPr/>
        </p:nvGraphicFramePr>
        <p:xfrm>
          <a:off x="8296275" y="4867275"/>
          <a:ext cx="19685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36" name="Equation" r:id="rId15" imgW="152280" imgH="406080" progId="Equation.3">
                  <p:embed/>
                </p:oleObj>
              </mc:Choice>
              <mc:Fallback>
                <p:oleObj name="Equation" r:id="rId15" imgW="15228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96275" y="4867275"/>
                        <a:ext cx="196850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69" name="Text Box 45"/>
          <p:cNvSpPr txBox="1">
            <a:spLocks noChangeArrowheads="1"/>
          </p:cNvSpPr>
          <p:nvPr/>
        </p:nvSpPr>
        <p:spPr bwMode="auto">
          <a:xfrm>
            <a:off x="7337425" y="5235551"/>
            <a:ext cx="36988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>
                <a:latin typeface="Verdana" pitchFamily="34" charset="0"/>
              </a:rPr>
              <a:t>o</a:t>
            </a:r>
          </a:p>
        </p:txBody>
      </p:sp>
      <p:sp>
        <p:nvSpPr>
          <p:cNvPr id="77870" name="Text Box 46"/>
          <p:cNvSpPr txBox="1">
            <a:spLocks noChangeArrowheads="1"/>
          </p:cNvSpPr>
          <p:nvPr/>
        </p:nvSpPr>
        <p:spPr bwMode="auto">
          <a:xfrm>
            <a:off x="7459663" y="5214938"/>
            <a:ext cx="3698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>
                <a:latin typeface="Verdana" pitchFamily="34" charset="0"/>
              </a:rPr>
              <a:t>o</a:t>
            </a:r>
          </a:p>
        </p:txBody>
      </p:sp>
      <p:graphicFrame>
        <p:nvGraphicFramePr>
          <p:cNvPr id="77871" name="Object 47"/>
          <p:cNvGraphicFramePr>
            <a:graphicFrameLocks noChangeAspect="1"/>
          </p:cNvGraphicFramePr>
          <p:nvPr/>
        </p:nvGraphicFramePr>
        <p:xfrm>
          <a:off x="7504113" y="5429250"/>
          <a:ext cx="327025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37" name="Equation" r:id="rId17" imgW="253800" imgH="406080" progId="Equation.3">
                  <p:embed/>
                </p:oleObj>
              </mc:Choice>
              <mc:Fallback>
                <p:oleObj name="Equation" r:id="rId17" imgW="25380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04113" y="5429250"/>
                        <a:ext cx="327025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72" name="Text Box 48"/>
          <p:cNvSpPr txBox="1">
            <a:spLocks noChangeArrowheads="1"/>
          </p:cNvSpPr>
          <p:nvPr/>
        </p:nvSpPr>
        <p:spPr bwMode="auto">
          <a:xfrm>
            <a:off x="8129588" y="5218113"/>
            <a:ext cx="3444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>
                <a:latin typeface="Verdana" pitchFamily="34" charset="0"/>
              </a:rPr>
              <a:t>x</a:t>
            </a:r>
          </a:p>
        </p:txBody>
      </p:sp>
      <p:sp>
        <p:nvSpPr>
          <p:cNvPr id="77873" name="Text Box 49"/>
          <p:cNvSpPr txBox="1">
            <a:spLocks noChangeArrowheads="1"/>
          </p:cNvSpPr>
          <p:nvPr/>
        </p:nvSpPr>
        <p:spPr bwMode="auto">
          <a:xfrm>
            <a:off x="6881813" y="5218113"/>
            <a:ext cx="3444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>
                <a:latin typeface="Verdana" pitchFamily="34" charset="0"/>
              </a:rPr>
              <a:t>x</a:t>
            </a:r>
          </a:p>
        </p:txBody>
      </p:sp>
      <p:graphicFrame>
        <p:nvGraphicFramePr>
          <p:cNvPr id="77874" name="Object 50"/>
          <p:cNvGraphicFramePr>
            <a:graphicFrameLocks noChangeAspect="1"/>
          </p:cNvGraphicFramePr>
          <p:nvPr/>
        </p:nvGraphicFramePr>
        <p:xfrm>
          <a:off x="6657975" y="4919663"/>
          <a:ext cx="361950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38" name="Equation" r:id="rId19" imgW="279360" imgH="406080" progId="Equation.3">
                  <p:embed/>
                </p:oleObj>
              </mc:Choice>
              <mc:Fallback>
                <p:oleObj name="Equation" r:id="rId19" imgW="27936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7975" y="4919663"/>
                        <a:ext cx="361950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FAD31BE-DB59-DD40-B9E9-FB2F97E7A103}"/>
                  </a:ext>
                </a:extLst>
              </p14:cNvPr>
              <p14:cNvContentPartPr/>
              <p14:nvPr/>
            </p14:nvContentPartPr>
            <p14:xfrm>
              <a:off x="257760" y="692280"/>
              <a:ext cx="8864640" cy="60292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FAD31BE-DB59-DD40-B9E9-FB2F97E7A103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48400" y="682920"/>
                <a:ext cx="8883360" cy="604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28737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404664"/>
            <a:ext cx="8496944" cy="533400"/>
          </a:xfrm>
        </p:spPr>
        <p:txBody>
          <a:bodyPr/>
          <a:lstStyle/>
          <a:p>
            <a:r>
              <a:rPr lang="en-US" dirty="0"/>
              <a:t>Pole and Zero</a:t>
            </a:r>
          </a:p>
        </p:txBody>
      </p:sp>
      <p:graphicFrame>
        <p:nvGraphicFramePr>
          <p:cNvPr id="77850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2376787"/>
              </p:ext>
            </p:extLst>
          </p:nvPr>
        </p:nvGraphicFramePr>
        <p:xfrm>
          <a:off x="6440488" y="1536848"/>
          <a:ext cx="2482850" cy="1504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42" name="Equation" r:id="rId3" imgW="1422360" imgH="863280" progId="Equation.3">
                  <p:embed/>
                </p:oleObj>
              </mc:Choice>
              <mc:Fallback>
                <p:oleObj name="Equation" r:id="rId3" imgW="1422360" imgH="863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0488" y="1536848"/>
                        <a:ext cx="2482850" cy="1504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51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5857892"/>
              </p:ext>
            </p:extLst>
          </p:nvPr>
        </p:nvGraphicFramePr>
        <p:xfrm>
          <a:off x="6454775" y="3181498"/>
          <a:ext cx="1995488" cy="1504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43" name="Equation" r:id="rId5" imgW="1143000" imgH="863280" progId="Equation.3">
                  <p:embed/>
                </p:oleObj>
              </mc:Choice>
              <mc:Fallback>
                <p:oleObj name="Equation" r:id="rId5" imgW="1143000" imgH="863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4775" y="3181498"/>
                        <a:ext cx="1995488" cy="1504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63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6783841"/>
              </p:ext>
            </p:extLst>
          </p:nvPr>
        </p:nvGraphicFramePr>
        <p:xfrm>
          <a:off x="1495425" y="896938"/>
          <a:ext cx="3321050" cy="1528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44" name="Equation" r:id="rId7" imgW="1904760" imgH="876240" progId="Equation.3">
                  <p:embed/>
                </p:oleObj>
              </mc:Choice>
              <mc:Fallback>
                <p:oleObj name="Equation" r:id="rId7" imgW="1904760" imgH="876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5425" y="896938"/>
                        <a:ext cx="3321050" cy="1528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58" name="Text Box 34"/>
          <p:cNvSpPr txBox="1">
            <a:spLocks noChangeArrowheads="1"/>
          </p:cNvSpPr>
          <p:nvPr/>
        </p:nvSpPr>
        <p:spPr bwMode="auto">
          <a:xfrm>
            <a:off x="8612188" y="5265738"/>
            <a:ext cx="53181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>
                <a:latin typeface="Verdana" pitchFamily="34" charset="0"/>
              </a:rPr>
              <a:t>Re</a:t>
            </a:r>
          </a:p>
        </p:txBody>
      </p:sp>
      <p:sp>
        <p:nvSpPr>
          <p:cNvPr id="77859" name="Text Box 35"/>
          <p:cNvSpPr txBox="1">
            <a:spLocks noChangeArrowheads="1"/>
          </p:cNvSpPr>
          <p:nvPr/>
        </p:nvSpPr>
        <p:spPr bwMode="auto">
          <a:xfrm>
            <a:off x="7294563" y="4000500"/>
            <a:ext cx="5222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>
                <a:latin typeface="Verdana" pitchFamily="34" charset="0"/>
              </a:rPr>
              <a:t>Im</a:t>
            </a:r>
          </a:p>
        </p:txBody>
      </p:sp>
      <p:sp>
        <p:nvSpPr>
          <p:cNvPr id="77868" name="Line 44"/>
          <p:cNvSpPr>
            <a:spLocks noChangeShapeType="1"/>
          </p:cNvSpPr>
          <p:nvPr/>
        </p:nvSpPr>
        <p:spPr bwMode="auto">
          <a:xfrm>
            <a:off x="6254750" y="941536"/>
            <a:ext cx="0" cy="5511800"/>
          </a:xfrm>
          <a:prstGeom prst="line">
            <a:avLst/>
          </a:prstGeom>
          <a:noFill/>
          <a:ln w="76200" cmpd="tri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56" name="Oval 32"/>
          <p:cNvSpPr>
            <a:spLocks noChangeArrowheads="1"/>
          </p:cNvSpPr>
          <p:nvPr/>
        </p:nvSpPr>
        <p:spPr bwMode="auto">
          <a:xfrm>
            <a:off x="6713538" y="4662463"/>
            <a:ext cx="1574800" cy="1547813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860" name="Oval 36"/>
          <p:cNvSpPr>
            <a:spLocks noChangeAspect="1" noChangeArrowheads="1"/>
          </p:cNvSpPr>
          <p:nvPr/>
        </p:nvSpPr>
        <p:spPr bwMode="auto">
          <a:xfrm>
            <a:off x="7031038" y="4953000"/>
            <a:ext cx="931862" cy="91598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861" name="Line 37"/>
          <p:cNvSpPr>
            <a:spLocks noChangeShapeType="1"/>
          </p:cNvSpPr>
          <p:nvPr/>
        </p:nvSpPr>
        <p:spPr bwMode="auto">
          <a:xfrm flipV="1">
            <a:off x="6378575" y="5430813"/>
            <a:ext cx="2243138" cy="95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62" name="Line 38"/>
          <p:cNvSpPr>
            <a:spLocks noChangeShapeType="1"/>
          </p:cNvSpPr>
          <p:nvPr/>
        </p:nvSpPr>
        <p:spPr bwMode="auto">
          <a:xfrm rot="5400000" flipH="1">
            <a:off x="6412706" y="5393507"/>
            <a:ext cx="2163763" cy="95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77865" name="Object 41"/>
          <p:cNvGraphicFramePr>
            <a:graphicFrameLocks noChangeAspect="1"/>
          </p:cNvGraphicFramePr>
          <p:nvPr/>
        </p:nvGraphicFramePr>
        <p:xfrm>
          <a:off x="8296275" y="4867275"/>
          <a:ext cx="19685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45" name="Equation" r:id="rId9" imgW="152280" imgH="406080" progId="Equation.3">
                  <p:embed/>
                </p:oleObj>
              </mc:Choice>
              <mc:Fallback>
                <p:oleObj name="Equation" r:id="rId9" imgW="15228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96275" y="4867275"/>
                        <a:ext cx="196850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69" name="Text Box 45"/>
          <p:cNvSpPr txBox="1">
            <a:spLocks noChangeArrowheads="1"/>
          </p:cNvSpPr>
          <p:nvPr/>
        </p:nvSpPr>
        <p:spPr bwMode="auto">
          <a:xfrm>
            <a:off x="7337425" y="5235551"/>
            <a:ext cx="36988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>
                <a:latin typeface="Verdana" pitchFamily="34" charset="0"/>
              </a:rPr>
              <a:t>o</a:t>
            </a:r>
          </a:p>
        </p:txBody>
      </p:sp>
      <p:sp>
        <p:nvSpPr>
          <p:cNvPr id="77870" name="Text Box 46"/>
          <p:cNvSpPr txBox="1">
            <a:spLocks noChangeArrowheads="1"/>
          </p:cNvSpPr>
          <p:nvPr/>
        </p:nvSpPr>
        <p:spPr bwMode="auto">
          <a:xfrm>
            <a:off x="7459663" y="5214938"/>
            <a:ext cx="3698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>
                <a:latin typeface="Verdana" pitchFamily="34" charset="0"/>
              </a:rPr>
              <a:t>o</a:t>
            </a:r>
          </a:p>
        </p:txBody>
      </p:sp>
      <p:graphicFrame>
        <p:nvGraphicFramePr>
          <p:cNvPr id="77871" name="Object 47"/>
          <p:cNvGraphicFramePr>
            <a:graphicFrameLocks noChangeAspect="1"/>
          </p:cNvGraphicFramePr>
          <p:nvPr/>
        </p:nvGraphicFramePr>
        <p:xfrm>
          <a:off x="7504113" y="5429250"/>
          <a:ext cx="327025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46" name="Equation" r:id="rId11" imgW="253800" imgH="406080" progId="Equation.3">
                  <p:embed/>
                </p:oleObj>
              </mc:Choice>
              <mc:Fallback>
                <p:oleObj name="Equation" r:id="rId11" imgW="25380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04113" y="5429250"/>
                        <a:ext cx="327025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72" name="Text Box 48"/>
          <p:cNvSpPr txBox="1">
            <a:spLocks noChangeArrowheads="1"/>
          </p:cNvSpPr>
          <p:nvPr/>
        </p:nvSpPr>
        <p:spPr bwMode="auto">
          <a:xfrm>
            <a:off x="8129588" y="5218113"/>
            <a:ext cx="3444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>
                <a:latin typeface="Verdana" pitchFamily="34" charset="0"/>
              </a:rPr>
              <a:t>x</a:t>
            </a:r>
          </a:p>
        </p:txBody>
      </p:sp>
      <p:sp>
        <p:nvSpPr>
          <p:cNvPr id="77873" name="Text Box 49"/>
          <p:cNvSpPr txBox="1">
            <a:spLocks noChangeArrowheads="1"/>
          </p:cNvSpPr>
          <p:nvPr/>
        </p:nvSpPr>
        <p:spPr bwMode="auto">
          <a:xfrm>
            <a:off x="6881813" y="5218113"/>
            <a:ext cx="3444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>
                <a:latin typeface="Verdana" pitchFamily="34" charset="0"/>
              </a:rPr>
              <a:t>x</a:t>
            </a:r>
          </a:p>
        </p:txBody>
      </p:sp>
      <p:graphicFrame>
        <p:nvGraphicFramePr>
          <p:cNvPr id="77874" name="Object 50"/>
          <p:cNvGraphicFramePr>
            <a:graphicFrameLocks noChangeAspect="1"/>
          </p:cNvGraphicFramePr>
          <p:nvPr/>
        </p:nvGraphicFramePr>
        <p:xfrm>
          <a:off x="6657975" y="4919663"/>
          <a:ext cx="361950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47" name="Equation" r:id="rId13" imgW="279360" imgH="406080" progId="Equation.3">
                  <p:embed/>
                </p:oleObj>
              </mc:Choice>
              <mc:Fallback>
                <p:oleObj name="Equation" r:id="rId13" imgW="27936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7975" y="4919663"/>
                        <a:ext cx="361950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79512" y="2529195"/>
                <a:ext cx="5904656" cy="29428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dirty="0"/>
                  <a:t>ZERO(S):</a:t>
                </a:r>
              </a:p>
              <a:p>
                <a:pPr algn="just"/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𝑁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𝑧</m:t>
                        </m:r>
                      </m:e>
                    </m:d>
                    <m:r>
                      <a:rPr lang="en-US" i="1" smtClean="0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</a:rPr>
                      <m:t>0    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⟹     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𝑧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=0   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𝑜𝑟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  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𝑧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12</m:t>
                        </m:r>
                      </m:den>
                    </m:f>
                    <m:r>
                      <a:rPr lang="en-US" b="0" i="1" smtClean="0">
                        <a:latin typeface="Cambria Math"/>
                        <a:ea typeface="Cambria Math"/>
                      </a:rPr>
                      <m:t>;  </m:t>
                    </m:r>
                  </m:oMath>
                </a14:m>
                <a:r>
                  <a:rPr lang="en-US" dirty="0"/>
                  <a:t> </a:t>
                </a:r>
              </a:p>
              <a:p>
                <a:pPr algn="just"/>
                <a:r>
                  <a:rPr lang="en-US" dirty="0"/>
                  <a:t>roots of numerator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𝑋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𝑧</m:t>
                    </m:r>
                    <m:r>
                      <a:rPr lang="en-US" i="1" dirty="0" smtClean="0">
                        <a:latin typeface="Cambria Math"/>
                      </a:rPr>
                      <m:t>)=0</m:t>
                    </m:r>
                  </m:oMath>
                </a14:m>
                <a:endParaRPr lang="en-US" dirty="0"/>
              </a:p>
              <a:p>
                <a:pPr algn="just"/>
                <a:endParaRPr lang="en-US" dirty="0"/>
              </a:p>
              <a:p>
                <a:pPr algn="just"/>
                <a:endParaRPr lang="en-US" dirty="0"/>
              </a:p>
              <a:p>
                <a:pPr algn="just"/>
                <a:r>
                  <a:rPr lang="en-US" dirty="0"/>
                  <a:t>POLE(S):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𝐷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</a:rPr>
                            <m:t>𝑧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=0     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⟹     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𝑧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=−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3</m:t>
                          </m:r>
                        </m:den>
                      </m:f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   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𝑜𝑟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   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𝑧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algn="just"/>
                <a:r>
                  <a:rPr lang="en-US" dirty="0"/>
                  <a:t>Roots of denominator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𝑋</m:t>
                    </m:r>
                    <m:r>
                      <a:rPr lang="en-US" i="1" dirty="0">
                        <a:latin typeface="Cambria Math"/>
                      </a:rPr>
                      <m:t>(</m:t>
                    </m:r>
                    <m:r>
                      <a:rPr lang="en-US" i="1" dirty="0">
                        <a:latin typeface="Cambria Math"/>
                      </a:rPr>
                      <m:t>𝑧</m:t>
                    </m:r>
                    <m:r>
                      <a:rPr lang="en-US" i="1" dirty="0">
                        <a:latin typeface="Cambria Math"/>
                      </a:rPr>
                      <m:t>)⟶∞</m:t>
                    </m:r>
                  </m:oMath>
                </a14:m>
                <a:endParaRPr lang="en-US" dirty="0"/>
              </a:p>
              <a:p>
                <a:pPr algn="just"/>
                <a:endParaRPr lang="en-US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2529195"/>
                <a:ext cx="5904656" cy="2942857"/>
              </a:xfrm>
              <a:prstGeom prst="rect">
                <a:avLst/>
              </a:prstGeom>
              <a:blipFill rotWithShape="1">
                <a:blip r:embed="rId15"/>
                <a:stretch>
                  <a:fillRect l="-826" t="-1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 bwMode="auto">
          <a:xfrm>
            <a:off x="179512" y="3974976"/>
            <a:ext cx="4032448" cy="1368152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6" name="Oval 5"/>
          <p:cNvSpPr/>
          <p:nvPr/>
        </p:nvSpPr>
        <p:spPr bwMode="auto">
          <a:xfrm>
            <a:off x="6588224" y="4953000"/>
            <a:ext cx="706339" cy="780256"/>
          </a:xfrm>
          <a:prstGeom prst="ellips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7" name="Oval 6"/>
          <p:cNvSpPr/>
          <p:nvPr/>
        </p:nvSpPr>
        <p:spPr bwMode="auto">
          <a:xfrm>
            <a:off x="7962900" y="4953000"/>
            <a:ext cx="698376" cy="742330"/>
          </a:xfrm>
          <a:prstGeom prst="ellips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30" name="Rectangle 29"/>
          <p:cNvSpPr/>
          <p:nvPr/>
        </p:nvSpPr>
        <p:spPr bwMode="auto">
          <a:xfrm>
            <a:off x="179512" y="2530901"/>
            <a:ext cx="4032448" cy="1368152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31" name="Oval 30"/>
          <p:cNvSpPr/>
          <p:nvPr/>
        </p:nvSpPr>
        <p:spPr bwMode="auto">
          <a:xfrm>
            <a:off x="7147768" y="5020866"/>
            <a:ext cx="706339" cy="780256"/>
          </a:xfrm>
          <a:prstGeom prst="ellips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79512" y="5479845"/>
            <a:ext cx="5688632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</a:rPr>
              <a:t>Conclusion 1: z-transform exists </a:t>
            </a:r>
            <a:r>
              <a:rPr lang="en-US" sz="1400" b="1" dirty="0">
                <a:solidFill>
                  <a:srgbClr val="C00000"/>
                </a:solidFill>
              </a:rPr>
              <a:t>only </a:t>
            </a:r>
            <a:r>
              <a:rPr lang="en-US" sz="1400" dirty="0">
                <a:solidFill>
                  <a:srgbClr val="C00000"/>
                </a:solidFill>
              </a:rPr>
              <a:t>within the ROC</a:t>
            </a:r>
          </a:p>
          <a:p>
            <a:r>
              <a:rPr lang="en-US" sz="1400" dirty="0">
                <a:solidFill>
                  <a:srgbClr val="C00000"/>
                </a:solidFill>
              </a:rPr>
              <a:t>Conclusion 2: z-transform </a:t>
            </a:r>
            <a:r>
              <a:rPr lang="en-US" sz="1400" b="1" dirty="0">
                <a:solidFill>
                  <a:srgbClr val="C00000"/>
                </a:solidFill>
              </a:rPr>
              <a:t>and</a:t>
            </a:r>
            <a:r>
              <a:rPr lang="en-US" sz="1400" dirty="0">
                <a:solidFill>
                  <a:srgbClr val="C00000"/>
                </a:solidFill>
              </a:rPr>
              <a:t> ROC uniquely specify the signal.</a:t>
            </a:r>
            <a:endParaRPr lang="en-US" sz="1400" b="1" dirty="0">
              <a:solidFill>
                <a:srgbClr val="C00000"/>
              </a:solidFill>
            </a:endParaRPr>
          </a:p>
          <a:p>
            <a:r>
              <a:rPr lang="en-US" sz="1400" dirty="0">
                <a:solidFill>
                  <a:srgbClr val="C00000"/>
                </a:solidFill>
              </a:rPr>
              <a:t>Conclusion 3: poles cannot exist in the ROC; only on its boundary.</a:t>
            </a:r>
            <a:endParaRPr lang="en-US" sz="1400" b="1" dirty="0">
              <a:solidFill>
                <a:srgbClr val="C00000"/>
              </a:solidFill>
            </a:endParaRPr>
          </a:p>
          <a:p>
            <a:endParaRPr lang="en-US" sz="1400" dirty="0">
              <a:solidFill>
                <a:srgbClr val="C00000"/>
              </a:solidFill>
            </a:endParaRPr>
          </a:p>
          <a:p>
            <a:r>
              <a:rPr lang="en-US" sz="1400" dirty="0">
                <a:solidFill>
                  <a:srgbClr val="C00000"/>
                </a:solidFill>
              </a:rPr>
              <a:t>Note: if the ROC contains the unit circle (|</a:t>
            </a:r>
            <a:r>
              <a:rPr lang="en-US" sz="1400" i="1" dirty="0">
                <a:solidFill>
                  <a:srgbClr val="C00000"/>
                </a:solidFill>
              </a:rPr>
              <a:t>z</a:t>
            </a:r>
            <a:r>
              <a:rPr lang="en-US" sz="1400" dirty="0">
                <a:solidFill>
                  <a:srgbClr val="C00000"/>
                </a:solidFill>
              </a:rPr>
              <a:t>| = 1), the system is stable.</a:t>
            </a:r>
          </a:p>
        </p:txBody>
      </p:sp>
      <p:sp>
        <p:nvSpPr>
          <p:cNvPr id="9" name="Right Arrow 8"/>
          <p:cNvSpPr/>
          <p:nvPr/>
        </p:nvSpPr>
        <p:spPr bwMode="auto">
          <a:xfrm rot="484308">
            <a:off x="4217936" y="4868305"/>
            <a:ext cx="2367581" cy="252165"/>
          </a:xfrm>
          <a:prstGeom prst="rightArrow">
            <a:avLst>
              <a:gd name="adj1" fmla="val 31192"/>
              <a:gd name="adj2" fmla="val 50000"/>
            </a:avLst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35" name="Right Arrow 34"/>
          <p:cNvSpPr/>
          <p:nvPr/>
        </p:nvSpPr>
        <p:spPr bwMode="auto">
          <a:xfrm rot="484308">
            <a:off x="4208026" y="4598513"/>
            <a:ext cx="3925495" cy="220941"/>
          </a:xfrm>
          <a:prstGeom prst="rightArrow">
            <a:avLst>
              <a:gd name="adj1" fmla="val 31192"/>
              <a:gd name="adj2" fmla="val 50000"/>
            </a:avLst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37" name="Right Arrow 36"/>
          <p:cNvSpPr/>
          <p:nvPr/>
        </p:nvSpPr>
        <p:spPr bwMode="auto">
          <a:xfrm rot="1595581" flipV="1">
            <a:off x="4052731" y="4071903"/>
            <a:ext cx="3547584" cy="194730"/>
          </a:xfrm>
          <a:prstGeom prst="rightArrow">
            <a:avLst>
              <a:gd name="adj1" fmla="val 31192"/>
              <a:gd name="adj2" fmla="val 50000"/>
            </a:avLst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7F0134F-1B67-5E4E-ACBC-95D4C0C6CE1D}"/>
                  </a:ext>
                </a:extLst>
              </p14:cNvPr>
              <p14:cNvContentPartPr/>
              <p14:nvPr/>
            </p14:nvContentPartPr>
            <p14:xfrm>
              <a:off x="1158120" y="446760"/>
              <a:ext cx="7823880" cy="64105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7F0134F-1B67-5E4E-ACBC-95D4C0C6CE1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148760" y="437400"/>
                <a:ext cx="7842600" cy="6429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19510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4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30" grpId="0" animBg="1"/>
      <p:bldP spid="30" grpId="1" animBg="1"/>
      <p:bldP spid="31" grpId="0" animBg="1"/>
      <p:bldP spid="31" grpId="1" animBg="1"/>
      <p:bldP spid="8" grpId="0"/>
      <p:bldP spid="9" grpId="0" animBg="1"/>
      <p:bldP spid="9" grpId="1" animBg="1"/>
      <p:bldP spid="35" grpId="0" animBg="1"/>
      <p:bldP spid="35" grpId="1" animBg="1"/>
      <p:bldP spid="37" grpId="0" animBg="1"/>
      <p:bldP spid="37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8" name="Title 1"/>
          <p:cNvSpPr>
            <a:spLocks noGrp="1"/>
          </p:cNvSpPr>
          <p:nvPr>
            <p:ph type="ctrTitle"/>
          </p:nvPr>
        </p:nvSpPr>
        <p:spPr>
          <a:xfrm>
            <a:off x="179512" y="476672"/>
            <a:ext cx="7772400" cy="742528"/>
          </a:xfrm>
        </p:spPr>
        <p:txBody>
          <a:bodyPr/>
          <a:lstStyle/>
          <a:p>
            <a:r>
              <a:rPr lang="en-US" dirty="0"/>
              <a:t>The transfer function</a:t>
            </a:r>
          </a:p>
        </p:txBody>
      </p:sp>
      <p:graphicFrame>
        <p:nvGraphicFramePr>
          <p:cNvPr id="512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10508"/>
              </p:ext>
            </p:extLst>
          </p:nvPr>
        </p:nvGraphicFramePr>
        <p:xfrm>
          <a:off x="3321050" y="2198688"/>
          <a:ext cx="2530475" cy="86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31" name="Equation" r:id="rId3" imgW="1231560" imgH="444240" progId="Equation.DSMT4">
                  <p:embed/>
                </p:oleObj>
              </mc:Choice>
              <mc:Fallback>
                <p:oleObj name="Equation" r:id="rId3" imgW="12315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1050" y="2198688"/>
                        <a:ext cx="2530475" cy="862012"/>
                      </a:xfrm>
                      <a:prstGeom prst="rect">
                        <a:avLst/>
                      </a:prstGeom>
                      <a:solidFill>
                        <a:schemeClr val="accent4">
                          <a:lumMod val="95000"/>
                          <a:lumOff val="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9" name="TextBox 3"/>
          <p:cNvSpPr txBox="1">
            <a:spLocks noChangeArrowheads="1"/>
          </p:cNvSpPr>
          <p:nvPr/>
        </p:nvSpPr>
        <p:spPr bwMode="auto">
          <a:xfrm>
            <a:off x="304800" y="2438400"/>
            <a:ext cx="2514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Consider an LCCDE:</a:t>
            </a:r>
          </a:p>
        </p:txBody>
      </p:sp>
      <p:sp>
        <p:nvSpPr>
          <p:cNvPr id="5130" name="TextBox 4"/>
          <p:cNvSpPr txBox="1">
            <a:spLocks noChangeArrowheads="1"/>
          </p:cNvSpPr>
          <p:nvPr/>
        </p:nvSpPr>
        <p:spPr bwMode="auto">
          <a:xfrm>
            <a:off x="228600" y="1600200"/>
            <a:ext cx="14478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Time shift:</a:t>
            </a:r>
          </a:p>
        </p:txBody>
      </p:sp>
      <p:graphicFrame>
        <p:nvGraphicFramePr>
          <p:cNvPr id="512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4881874"/>
              </p:ext>
            </p:extLst>
          </p:nvPr>
        </p:nvGraphicFramePr>
        <p:xfrm>
          <a:off x="1600200" y="1600200"/>
          <a:ext cx="596582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32" name="Equation" r:id="rId5" imgW="3835080" imgH="342720" progId="Equation.DSMT4">
                  <p:embed/>
                </p:oleObj>
              </mc:Choice>
              <mc:Fallback>
                <p:oleObj name="Equation" r:id="rId5" imgW="383508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1600200"/>
                        <a:ext cx="5965825" cy="533400"/>
                      </a:xfrm>
                      <a:prstGeom prst="rect">
                        <a:avLst/>
                      </a:prstGeom>
                      <a:solidFill>
                        <a:schemeClr val="accent4">
                          <a:lumMod val="95000"/>
                          <a:lumOff val="5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1" name="TextBox 6"/>
          <p:cNvSpPr txBox="1">
            <a:spLocks noChangeArrowheads="1"/>
          </p:cNvSpPr>
          <p:nvPr/>
        </p:nvSpPr>
        <p:spPr bwMode="auto">
          <a:xfrm>
            <a:off x="304800" y="3200400"/>
            <a:ext cx="24384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and take z-transform utilizing time shift</a:t>
            </a:r>
          </a:p>
        </p:txBody>
      </p:sp>
      <p:graphicFrame>
        <p:nvGraphicFramePr>
          <p:cNvPr id="512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5241912"/>
              </p:ext>
            </p:extLst>
          </p:nvPr>
        </p:nvGraphicFramePr>
        <p:xfrm>
          <a:off x="3157538" y="3100388"/>
          <a:ext cx="3548062" cy="86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33" name="Equation" r:id="rId7" imgW="1726920" imgH="444240" progId="Equation.DSMT4">
                  <p:embed/>
                </p:oleObj>
              </mc:Choice>
              <mc:Fallback>
                <p:oleObj name="Equation" r:id="rId7" imgW="172692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7538" y="3100388"/>
                        <a:ext cx="3548062" cy="862012"/>
                      </a:xfrm>
                      <a:prstGeom prst="rect">
                        <a:avLst/>
                      </a:prstGeom>
                      <a:solidFill>
                        <a:schemeClr val="accent4">
                          <a:lumMod val="95000"/>
                          <a:lumOff val="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2" name="TextBox 8"/>
          <p:cNvSpPr txBox="1">
            <a:spLocks noChangeArrowheads="1"/>
          </p:cNvSpPr>
          <p:nvPr/>
        </p:nvSpPr>
        <p:spPr bwMode="auto">
          <a:xfrm>
            <a:off x="304800" y="4191000"/>
            <a:ext cx="762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LTI:</a:t>
            </a:r>
          </a:p>
        </p:txBody>
      </p:sp>
      <p:graphicFrame>
        <p:nvGraphicFramePr>
          <p:cNvPr id="512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5688503"/>
              </p:ext>
            </p:extLst>
          </p:nvPr>
        </p:nvGraphicFramePr>
        <p:xfrm>
          <a:off x="838200" y="4140200"/>
          <a:ext cx="7489825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34" name="Equation" r:id="rId9" imgW="4724280" imgH="520560" progId="Equation.DSMT4">
                  <p:embed/>
                </p:oleObj>
              </mc:Choice>
              <mc:Fallback>
                <p:oleObj name="Equation" r:id="rId9" imgW="4724280" imgH="520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4140200"/>
                        <a:ext cx="7489825" cy="965200"/>
                      </a:xfrm>
                      <a:prstGeom prst="rect">
                        <a:avLst/>
                      </a:prstGeom>
                      <a:solidFill>
                        <a:schemeClr val="accent4">
                          <a:lumMod val="95000"/>
                          <a:lumOff val="5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3" name="TextBox 10"/>
          <p:cNvSpPr txBox="1">
            <a:spLocks noChangeArrowheads="1"/>
          </p:cNvSpPr>
          <p:nvPr/>
        </p:nvSpPr>
        <p:spPr bwMode="auto">
          <a:xfrm>
            <a:off x="304800" y="5649913"/>
            <a:ext cx="32766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The system transfer function</a:t>
            </a:r>
          </a:p>
        </p:txBody>
      </p:sp>
      <p:graphicFrame>
        <p:nvGraphicFramePr>
          <p:cNvPr id="512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7299871"/>
              </p:ext>
            </p:extLst>
          </p:nvPr>
        </p:nvGraphicFramePr>
        <p:xfrm>
          <a:off x="3543300" y="5135563"/>
          <a:ext cx="3619500" cy="1417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35" name="Equation" r:id="rId11" imgW="2171520" imgH="850680" progId="Equation.DSMT4">
                  <p:embed/>
                </p:oleObj>
              </mc:Choice>
              <mc:Fallback>
                <p:oleObj name="Equation" r:id="rId11" imgW="2171520" imgH="850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3300" y="5135563"/>
                        <a:ext cx="3619500" cy="1417637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9525">
                        <a:solidFill>
                          <a:srgbClr val="FF00FF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F7FC750-3178-384B-B139-A907FD3D179E}"/>
                  </a:ext>
                </a:extLst>
              </p14:cNvPr>
              <p14:cNvContentPartPr/>
              <p14:nvPr/>
            </p14:nvContentPartPr>
            <p14:xfrm>
              <a:off x="420480" y="338400"/>
              <a:ext cx="8596800" cy="60105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F7FC750-3178-384B-B139-A907FD3D179E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11120" y="329040"/>
                <a:ext cx="8615520" cy="6029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260087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ctrTitle"/>
          </p:nvPr>
        </p:nvSpPr>
        <p:spPr>
          <a:xfrm>
            <a:off x="685800" y="404664"/>
            <a:ext cx="7772400" cy="360040"/>
          </a:xfrm>
        </p:spPr>
        <p:txBody>
          <a:bodyPr/>
          <a:lstStyle/>
          <a:p>
            <a:r>
              <a:rPr lang="en-US" dirty="0"/>
              <a:t>Common pairs</a:t>
            </a:r>
          </a:p>
        </p:txBody>
      </p:sp>
      <p:pic>
        <p:nvPicPr>
          <p:cNvPr id="32771" name="Picture 2"/>
          <p:cNvPicPr>
            <a:picLocks noChangeAspect="1" noChangeArrowheads="1"/>
          </p:cNvPicPr>
          <p:nvPr/>
        </p:nvPicPr>
        <p:blipFill>
          <a:blip r:embed="rId2">
            <a:lum bright="-10000" contras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38" t="16203" r="49074" b="5092"/>
          <a:stretch>
            <a:fillRect/>
          </a:stretch>
        </p:blipFill>
        <p:spPr bwMode="auto">
          <a:xfrm>
            <a:off x="611560" y="826878"/>
            <a:ext cx="3672408" cy="59458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2" name="Picture 3"/>
          <p:cNvPicPr>
            <a:picLocks noChangeAspect="1" noChangeArrowheads="1"/>
          </p:cNvPicPr>
          <p:nvPr/>
        </p:nvPicPr>
        <p:blipFill>
          <a:blip r:embed="rId3">
            <a:lum bright="-10000" contras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48" t="44643" r="49333" b="26666"/>
          <a:stretch>
            <a:fillRect/>
          </a:stretch>
        </p:blipFill>
        <p:spPr bwMode="auto">
          <a:xfrm>
            <a:off x="4644008" y="4247181"/>
            <a:ext cx="4251102" cy="2506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5023B69-B220-2A46-B0F6-FA8AE4BE6C5B}"/>
                  </a:ext>
                </a:extLst>
              </p14:cNvPr>
              <p14:cNvContentPartPr/>
              <p14:nvPr/>
            </p14:nvContentPartPr>
            <p14:xfrm>
              <a:off x="714240" y="4365360"/>
              <a:ext cx="6586920" cy="21981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5023B69-B220-2A46-B0F6-FA8AE4BE6C5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04880" y="4356000"/>
                <a:ext cx="6605640" cy="2216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849826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Z-Transform Properties: Linearity</a:t>
            </a:r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Notation</a:t>
            </a:r>
          </a:p>
          <a:p>
            <a:endParaRPr lang="en-US" dirty="0"/>
          </a:p>
          <a:p>
            <a:r>
              <a:rPr lang="en-US" dirty="0"/>
              <a:t>Linearity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Time Shifting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Convolution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9114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3031885"/>
              </p:ext>
            </p:extLst>
          </p:nvPr>
        </p:nvGraphicFramePr>
        <p:xfrm>
          <a:off x="2424113" y="1163092"/>
          <a:ext cx="4368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96" name="Equation" r:id="rId3" imgW="2539800" imgH="228600" progId="Equation.3">
                  <p:embed/>
                </p:oleObj>
              </mc:Choice>
              <mc:Fallback>
                <p:oleObj name="Equation" r:id="rId3" imgW="25398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3" y="1163092"/>
                        <a:ext cx="43688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5700102"/>
              </p:ext>
            </p:extLst>
          </p:nvPr>
        </p:nvGraphicFramePr>
        <p:xfrm>
          <a:off x="858838" y="2414786"/>
          <a:ext cx="7732712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97" name="Equation" r:id="rId5" imgW="4495680" imgH="253800" progId="Equation.3">
                  <p:embed/>
                </p:oleObj>
              </mc:Choice>
              <mc:Fallback>
                <p:oleObj name="Equation" r:id="rId5" imgW="449568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8838" y="2414786"/>
                        <a:ext cx="7732712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1204850"/>
              </p:ext>
            </p:extLst>
          </p:nvPr>
        </p:nvGraphicFramePr>
        <p:xfrm>
          <a:off x="2074863" y="3789040"/>
          <a:ext cx="5351462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98" name="Equation" r:id="rId7" imgW="3111500" imgH="254000" progId="Equation.3">
                  <p:embed/>
                </p:oleObj>
              </mc:Choice>
              <mc:Fallback>
                <p:oleObj name="Equation" r:id="rId7" imgW="3111500" imgH="254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4863" y="3789040"/>
                        <a:ext cx="5351462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5584059"/>
              </p:ext>
            </p:extLst>
          </p:nvPr>
        </p:nvGraphicFramePr>
        <p:xfrm>
          <a:off x="1984375" y="5005486"/>
          <a:ext cx="5659438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99" name="Equation" r:id="rId9" imgW="3288960" imgH="253800" progId="Equation.3">
                  <p:embed/>
                </p:oleObj>
              </mc:Choice>
              <mc:Fallback>
                <p:oleObj name="Equation" r:id="rId9" imgW="3288960" imgH="253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4375" y="5005486"/>
                        <a:ext cx="5659438" cy="439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283B06-93A5-4CF1-9190-ED206EC2E275}" type="slidenum">
              <a:rPr lang="en-US" smtClean="0"/>
              <a:pPr/>
              <a:t>14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9F1231B-71D5-5E4C-9F3F-5761652CF51E}"/>
                  </a:ext>
                </a:extLst>
              </p14:cNvPr>
              <p14:cNvContentPartPr/>
              <p14:nvPr/>
            </p14:nvContentPartPr>
            <p14:xfrm>
              <a:off x="685440" y="873360"/>
              <a:ext cx="8130600" cy="49741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9F1231B-71D5-5E4C-9F3F-5761652CF51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76080" y="864000"/>
                <a:ext cx="8149320" cy="4992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577843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283960" y="6499440"/>
            <a:ext cx="644040" cy="232560"/>
          </a:xfrm>
          <a:prstGeom prst="rect">
            <a:avLst/>
          </a:prstGeom>
        </p:spPr>
        <p:txBody>
          <a:bodyPr/>
          <a:lstStyle/>
          <a:p>
            <a:pPr lvl="0"/>
            <a:fld id="{4AE1779E-23D8-4FD1-809B-1EA01363CBB0}" type="slidenum">
              <a:t>15</a:t>
            </a:fld>
            <a:endParaRPr lang="en-GB"/>
          </a:p>
        </p:txBody>
      </p:sp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685799" y="228240"/>
            <a:ext cx="7772400" cy="686160"/>
          </a:xfrm>
        </p:spPr>
        <p:txBody>
          <a:bodyPr wrap="square" lIns="90000" tIns="46800" rIns="90000" bIns="46800" anchorCtr="0">
            <a:spAutoFit/>
          </a:bodyPr>
          <a:lstStyle>
            <a:defPPr lvl="0">
              <a:buClr>
                <a:srgbClr val="000000"/>
              </a:buClr>
              <a:buSzPct val="100000"/>
              <a:buFont typeface="Arial" pitchFamily="34"/>
              <a:buNone/>
            </a:defPPr>
            <a:lvl1pPr lvl="0">
              <a:buClr>
                <a:srgbClr val="000000"/>
              </a:buClr>
              <a:buSzPct val="100000"/>
              <a:buFont typeface="Arial" pitchFamily="34"/>
              <a:buChar char="•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en-GB"/>
              <a:t>Linearity of the z-Transform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533160" y="1371240"/>
            <a:ext cx="8210520" cy="4267440"/>
          </a:xfrm>
        </p:spPr>
        <p:txBody>
          <a:bodyPr wrap="square" lIns="90000" tIns="46800" rIns="90000" bIns="46800" anchor="t" anchorCtr="0">
            <a:spAutoFit/>
          </a:bodyPr>
          <a:lstStyle>
            <a:defPPr marL="342720" marR="0" lvl="0" indent="-342720" algn="l" hangingPunct="1">
              <a:lnSpc>
                <a:spcPct val="100000"/>
              </a:lnSpc>
              <a:spcBef>
                <a:spcPts val="598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None/>
              <a:tabLst>
                <a:tab pos="342720" algn="l"/>
                <a:tab pos="914040" algn="l"/>
                <a:tab pos="1828439" algn="l"/>
                <a:tab pos="2742839" algn="l"/>
                <a:tab pos="3657239" algn="l"/>
                <a:tab pos="4571639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  <a:defRPr lang="en-GB" sz="24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defPPr>
            <a:lvl1pPr marL="342720" marR="0" lvl="0" indent="-342720" algn="l" hangingPunct="1">
              <a:lnSpc>
                <a:spcPct val="100000"/>
              </a:lnSpc>
              <a:spcBef>
                <a:spcPts val="598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•"/>
              <a:tabLst>
                <a:tab pos="342720" algn="l"/>
                <a:tab pos="914040" algn="l"/>
                <a:tab pos="1828439" algn="l"/>
                <a:tab pos="2742839" algn="l"/>
                <a:tab pos="3657239" algn="l"/>
                <a:tab pos="4571639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  <a:defRPr lang="en-GB" sz="24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1pPr>
            <a:lvl2pPr marL="742680" marR="0" lvl="1" indent="-285480" algn="l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–"/>
              <a:tabLst>
                <a:tab pos="742680" algn="l"/>
                <a:tab pos="914040" algn="l"/>
                <a:tab pos="1828439" algn="l"/>
                <a:tab pos="2742840" algn="l"/>
                <a:tab pos="3657240" algn="l"/>
                <a:tab pos="4571639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  <a:defRPr lang="en-GB" sz="22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2pPr>
            <a:lvl3pPr marL="1143000" marR="0" lvl="2" indent="-228600" algn="l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•"/>
              <a:tabLst>
                <a:tab pos="1143000" algn="l"/>
                <a:tab pos="1828799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3999" algn="l"/>
                <a:tab pos="10058399" algn="l"/>
              </a:tabLst>
              <a:defRPr lang="en-GB" sz="22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3pPr>
            <a:lvl4pPr marL="1600199" marR="0" lvl="3" indent="-228600" algn="l" hangingPunct="1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–"/>
              <a:tabLst>
                <a:tab pos="16002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3999" algn="l"/>
                <a:tab pos="10058400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4pPr>
            <a:lvl5pPr marL="2057400" marR="0" lvl="4" indent="-228600" algn="l" hangingPunct="1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»"/>
              <a:tabLst>
                <a:tab pos="2057400" algn="l"/>
                <a:tab pos="2743199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5pPr>
            <a:lvl6pPr marL="2057400" marR="0" lvl="5" indent="-228600" algn="l" hangingPunct="1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»"/>
              <a:tabLst>
                <a:tab pos="2057400" algn="l"/>
                <a:tab pos="2743199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6pPr>
            <a:lvl7pPr marL="2057400" marR="0" lvl="6" indent="-228600" algn="l" hangingPunct="1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»"/>
              <a:tabLst>
                <a:tab pos="2057400" algn="l"/>
                <a:tab pos="2743199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7pPr>
            <a:lvl8pPr marL="2057400" marR="0" lvl="7" indent="-228600" algn="l" hangingPunct="1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»"/>
              <a:tabLst>
                <a:tab pos="2057400" algn="l"/>
                <a:tab pos="2743199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8pPr>
            <a:lvl9pPr marL="1944000" marR="0" lvl="8" indent="-216000" algn="l" hangingPunct="1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SzPct val="45000"/>
              <a:buFont typeface="StarSymbol"/>
              <a:buChar char="●"/>
              <a:tabLst>
                <a:tab pos="2057400" algn="l"/>
                <a:tab pos="2743199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9pPr>
          </a:lstStyle>
          <a:p>
            <a:pPr lvl="0">
              <a:buNone/>
            </a:pPr>
            <a:r>
              <a:rPr lang="en-GB" dirty="0"/>
              <a:t>If</a:t>
            </a:r>
          </a:p>
          <a:p>
            <a:pPr lvl="0">
              <a:buNone/>
            </a:pPr>
            <a:endParaRPr lang="en-GB" dirty="0"/>
          </a:p>
          <a:p>
            <a:pPr lvl="0">
              <a:buNone/>
            </a:pPr>
            <a:r>
              <a:rPr lang="en-GB" dirty="0"/>
              <a:t>and</a:t>
            </a:r>
          </a:p>
          <a:p>
            <a:pPr lvl="0">
              <a:buNone/>
            </a:pPr>
            <a:endParaRPr lang="en-GB" dirty="0"/>
          </a:p>
          <a:p>
            <a:pPr lvl="0">
              <a:buNone/>
            </a:pPr>
            <a:r>
              <a:rPr lang="en-GB" dirty="0"/>
              <a:t>Then</a:t>
            </a:r>
          </a:p>
          <a:p>
            <a:pPr lvl="0">
              <a:buNone/>
            </a:pPr>
            <a:endParaRPr lang="en-GB" dirty="0"/>
          </a:p>
          <a:p>
            <a:pPr lvl="0">
              <a:buNone/>
            </a:pPr>
            <a:r>
              <a:rPr lang="en-GB" dirty="0"/>
              <a:t>This follows directly from the definition of the </a:t>
            </a:r>
            <a:r>
              <a:rPr lang="en-GB" i="1" dirty="0"/>
              <a:t>z</a:t>
            </a:r>
            <a:r>
              <a:rPr lang="en-GB" dirty="0"/>
              <a:t>-transform (as the summation operator is linear, see Example 3).  It is easily extended to a linear combination of an arbitrary number of signals</a:t>
            </a:r>
          </a:p>
        </p:txBody>
      </p:sp>
      <p:graphicFrame>
        <p:nvGraphicFramePr>
          <p:cNvPr id="4" name="Object 3"/>
          <p:cNvGraphicFramePr/>
          <p:nvPr/>
        </p:nvGraphicFramePr>
        <p:xfrm>
          <a:off x="1741320" y="1270080"/>
          <a:ext cx="1778040" cy="606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41" name="Equation" r:id="rId4" imgW="28448000" imgH="9753600" progId="Equation.3">
                  <p:embed/>
                </p:oleObj>
              </mc:Choice>
              <mc:Fallback>
                <p:oleObj name="Equation" r:id="rId4" imgW="28448000" imgH="97536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41320" y="1270080"/>
                        <a:ext cx="1778040" cy="606240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 w="0">
                        <a:solidFill>
                          <a:srgbClr val="000000"/>
                        </a:solidFill>
                        <a:prstDash val="soli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/>
          <p:nvPr/>
        </p:nvGraphicFramePr>
        <p:xfrm>
          <a:off x="1741320" y="2101680"/>
          <a:ext cx="1860839" cy="6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42" name="Equation" r:id="rId6" imgW="29260800" imgH="9753600" progId="Equation.3">
                  <p:embed/>
                </p:oleObj>
              </mc:Choice>
              <mc:Fallback>
                <p:oleObj name="Equation" r:id="rId6" imgW="29260800" imgH="97536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741320" y="2101680"/>
                        <a:ext cx="1860839" cy="619200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 w="0">
                        <a:solidFill>
                          <a:srgbClr val="000000"/>
                        </a:solidFill>
                        <a:prstDash val="soli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/>
          <p:nvPr/>
        </p:nvGraphicFramePr>
        <p:xfrm>
          <a:off x="1741320" y="2997360"/>
          <a:ext cx="4172040" cy="609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43" name="Equation" r:id="rId8" imgW="66649600" imgH="9753600" progId="Equation.3">
                  <p:embed/>
                </p:oleObj>
              </mc:Choice>
              <mc:Fallback>
                <p:oleObj name="Equation" r:id="rId8" imgW="66649600" imgH="97536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741320" y="2997360"/>
                        <a:ext cx="4172040" cy="609480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 w="0">
                        <a:solidFill>
                          <a:srgbClr val="000000"/>
                        </a:solidFill>
                        <a:prstDash val="soli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423320" y="1447560"/>
            <a:ext cx="1361880" cy="51011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6800" rIns="90000" bIns="46800" anchor="t" anchorCtr="0" compatLnSpc="0">
            <a:sp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4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rPr>
              <a:t>ROC=</a:t>
            </a:r>
            <a:r>
              <a:rPr lang="en-GB" sz="2400" b="0" i="1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rPr>
              <a:t>R</a:t>
            </a:r>
            <a:r>
              <a:rPr lang="en-GB" sz="2400" b="0" i="0" u="none" strike="noStrike" baseline="-2500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23320" y="2209320"/>
            <a:ext cx="1361880" cy="51011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6800" rIns="90000" bIns="46800" anchor="t" anchorCtr="0" compatLnSpc="0">
            <a:sp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4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rPr>
              <a:t>ROC=</a:t>
            </a:r>
            <a:r>
              <a:rPr lang="en-GB" sz="2400" b="0" i="1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rPr>
              <a:t>R</a:t>
            </a:r>
            <a:r>
              <a:rPr lang="en-GB" sz="2400" b="0" i="0" u="none" strike="noStrike" baseline="-2500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64920" y="3119040"/>
            <a:ext cx="2000160" cy="51480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6800" rIns="90000" bIns="46800" anchor="t" anchorCtr="0" compatLnSpc="0">
            <a:sp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4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rPr>
              <a:t>ROC= </a:t>
            </a:r>
            <a:r>
              <a:rPr lang="en-GB" sz="2400" b="0" i="1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rPr>
              <a:t>R</a:t>
            </a:r>
            <a:r>
              <a:rPr lang="en-GB" sz="2400" b="0" i="0" u="none" strike="noStrike" baseline="-2500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rPr>
              <a:t>1</a:t>
            </a:r>
            <a:r>
              <a:rPr lang="en-GB" sz="2400" b="0" i="0" u="none" strike="noStrike" baseline="0">
                <a:ln>
                  <a:noFill/>
                </a:ln>
                <a:solidFill>
                  <a:srgbClr val="000000"/>
                </a:solidFill>
                <a:latin typeface="Symbol" pitchFamily="18"/>
                <a:ea typeface="Times New Roman" pitchFamily="18"/>
                <a:cs typeface="Times New Roman" pitchFamily="18"/>
              </a:rPr>
              <a:t></a:t>
            </a:r>
            <a:r>
              <a:rPr lang="en-GB" sz="2400" b="0" i="1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rPr>
              <a:t>R</a:t>
            </a:r>
            <a:r>
              <a:rPr lang="en-GB" sz="2400" b="0" i="0" u="none" strike="noStrike" baseline="-2500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5838427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283960" y="6499440"/>
            <a:ext cx="644040" cy="232560"/>
          </a:xfrm>
          <a:prstGeom prst="rect">
            <a:avLst/>
          </a:prstGeom>
        </p:spPr>
        <p:txBody>
          <a:bodyPr/>
          <a:lstStyle/>
          <a:p>
            <a:pPr lvl="0"/>
            <a:fld id="{607007E9-39A1-4F79-BBD9-4D4928B48349}" type="slidenum">
              <a:t>16</a:t>
            </a:fld>
            <a:endParaRPr lang="en-GB"/>
          </a:p>
        </p:txBody>
      </p:sp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323528" y="375320"/>
            <a:ext cx="8496944" cy="533400"/>
          </a:xfrm>
        </p:spPr>
        <p:txBody>
          <a:bodyPr wrap="square" lIns="90000" tIns="46800" rIns="90000" bIns="46800" anchorCtr="0">
            <a:spAutoFit/>
          </a:bodyPr>
          <a:lstStyle>
            <a:defPPr lvl="0">
              <a:buClr>
                <a:srgbClr val="000000"/>
              </a:buClr>
              <a:buSzPct val="100000"/>
              <a:buFont typeface="Arial" pitchFamily="34"/>
              <a:buNone/>
            </a:defPPr>
            <a:lvl1pPr lvl="0">
              <a:buClr>
                <a:srgbClr val="000000"/>
              </a:buClr>
              <a:buSzPct val="100000"/>
              <a:buFont typeface="Arial" pitchFamily="34"/>
              <a:buChar char="•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en-GB" dirty="0"/>
              <a:t>Time Shifting &amp; </a:t>
            </a:r>
            <a:r>
              <a:rPr lang="en-GB" i="1" dirty="0"/>
              <a:t>z</a:t>
            </a:r>
            <a:r>
              <a:rPr lang="en-GB" dirty="0"/>
              <a:t>-Transforms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349200" y="896399"/>
            <a:ext cx="8445599" cy="4985280"/>
          </a:xfrm>
        </p:spPr>
        <p:txBody>
          <a:bodyPr wrap="square" lIns="90000" tIns="46800" rIns="90000" bIns="46800" anchor="t" anchorCtr="0">
            <a:spAutoFit/>
          </a:bodyPr>
          <a:lstStyle>
            <a:defPPr marL="342720" marR="0" lvl="0" indent="-342720" algn="l" hangingPunct="1">
              <a:lnSpc>
                <a:spcPct val="100000"/>
              </a:lnSpc>
              <a:spcBef>
                <a:spcPts val="598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None/>
              <a:tabLst>
                <a:tab pos="342720" algn="l"/>
                <a:tab pos="914040" algn="l"/>
                <a:tab pos="1828439" algn="l"/>
                <a:tab pos="2742839" algn="l"/>
                <a:tab pos="3657239" algn="l"/>
                <a:tab pos="4571639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  <a:defRPr lang="en-GB" sz="24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defPPr>
            <a:lvl1pPr marL="342720" marR="0" lvl="0" indent="-342720" algn="l" hangingPunct="1">
              <a:lnSpc>
                <a:spcPct val="100000"/>
              </a:lnSpc>
              <a:spcBef>
                <a:spcPts val="598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•"/>
              <a:tabLst>
                <a:tab pos="342720" algn="l"/>
                <a:tab pos="914040" algn="l"/>
                <a:tab pos="1828439" algn="l"/>
                <a:tab pos="2742839" algn="l"/>
                <a:tab pos="3657239" algn="l"/>
                <a:tab pos="4571639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  <a:defRPr lang="en-GB" sz="24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1pPr>
            <a:lvl2pPr marL="742680" marR="0" lvl="1" indent="-285480" algn="l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–"/>
              <a:tabLst>
                <a:tab pos="742680" algn="l"/>
                <a:tab pos="914040" algn="l"/>
                <a:tab pos="1828439" algn="l"/>
                <a:tab pos="2742840" algn="l"/>
                <a:tab pos="3657240" algn="l"/>
                <a:tab pos="4571639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  <a:defRPr lang="en-GB" sz="22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2pPr>
            <a:lvl3pPr marL="1143000" marR="0" lvl="2" indent="-228600" algn="l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•"/>
              <a:tabLst>
                <a:tab pos="1143000" algn="l"/>
                <a:tab pos="1828799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3999" algn="l"/>
                <a:tab pos="10058399" algn="l"/>
              </a:tabLst>
              <a:defRPr lang="en-GB" sz="22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3pPr>
            <a:lvl4pPr marL="1600199" marR="0" lvl="3" indent="-228600" algn="l" hangingPunct="1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–"/>
              <a:tabLst>
                <a:tab pos="16002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3999" algn="l"/>
                <a:tab pos="10058400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4pPr>
            <a:lvl5pPr marL="2057400" marR="0" lvl="4" indent="-228600" algn="l" hangingPunct="1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»"/>
              <a:tabLst>
                <a:tab pos="2057400" algn="l"/>
                <a:tab pos="2743199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5pPr>
            <a:lvl6pPr marL="2057400" marR="0" lvl="5" indent="-228600" algn="l" hangingPunct="1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»"/>
              <a:tabLst>
                <a:tab pos="2057400" algn="l"/>
                <a:tab pos="2743199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6pPr>
            <a:lvl7pPr marL="2057400" marR="0" lvl="6" indent="-228600" algn="l" hangingPunct="1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»"/>
              <a:tabLst>
                <a:tab pos="2057400" algn="l"/>
                <a:tab pos="2743199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7pPr>
            <a:lvl8pPr marL="2057400" marR="0" lvl="7" indent="-228600" algn="l" hangingPunct="1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»"/>
              <a:tabLst>
                <a:tab pos="2057400" algn="l"/>
                <a:tab pos="2743199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8pPr>
            <a:lvl9pPr marL="1944000" marR="0" lvl="8" indent="-216000" algn="l" hangingPunct="1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SzPct val="45000"/>
              <a:buFont typeface="StarSymbol"/>
              <a:buChar char="●"/>
              <a:tabLst>
                <a:tab pos="2057400" algn="l"/>
                <a:tab pos="2743199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9pPr>
          </a:lstStyle>
          <a:p>
            <a:pPr lvl="0">
              <a:buNone/>
            </a:pPr>
            <a:r>
              <a:rPr lang="en-GB" dirty="0"/>
              <a:t>If</a:t>
            </a:r>
          </a:p>
          <a:p>
            <a:pPr lvl="0">
              <a:spcBef>
                <a:spcPts val="400"/>
              </a:spcBef>
              <a:buNone/>
            </a:pPr>
            <a:endParaRPr lang="en-GB" sz="1600" dirty="0"/>
          </a:p>
          <a:p>
            <a:pPr lvl="0">
              <a:spcBef>
                <a:spcPts val="550"/>
              </a:spcBef>
              <a:buNone/>
            </a:pPr>
            <a:r>
              <a:rPr lang="en-GB" sz="2200" dirty="0"/>
              <a:t>Then</a:t>
            </a:r>
          </a:p>
          <a:p>
            <a:pPr lvl="0">
              <a:spcBef>
                <a:spcPts val="249"/>
              </a:spcBef>
              <a:buNone/>
            </a:pPr>
            <a:endParaRPr lang="en-GB" sz="1000" dirty="0"/>
          </a:p>
          <a:p>
            <a:pPr lvl="0">
              <a:spcBef>
                <a:spcPts val="550"/>
              </a:spcBef>
              <a:buNone/>
            </a:pPr>
            <a:endParaRPr lang="en-GB" sz="2200" b="1" dirty="0"/>
          </a:p>
          <a:p>
            <a:pPr lvl="0">
              <a:spcBef>
                <a:spcPts val="550"/>
              </a:spcBef>
              <a:buNone/>
            </a:pPr>
            <a:r>
              <a:rPr lang="en-GB" sz="2200" b="1" dirty="0"/>
              <a:t>Proof</a:t>
            </a:r>
          </a:p>
          <a:p>
            <a:pPr lvl="0">
              <a:spcBef>
                <a:spcPts val="550"/>
              </a:spcBef>
              <a:buNone/>
            </a:pPr>
            <a:endParaRPr lang="en-GB" sz="2200" dirty="0"/>
          </a:p>
          <a:p>
            <a:pPr lvl="0">
              <a:spcBef>
                <a:spcPts val="550"/>
              </a:spcBef>
              <a:buNone/>
            </a:pPr>
            <a:endParaRPr lang="en-GB" sz="2200" dirty="0"/>
          </a:p>
          <a:p>
            <a:pPr lvl="0">
              <a:spcBef>
                <a:spcPts val="550"/>
              </a:spcBef>
              <a:buNone/>
            </a:pPr>
            <a:endParaRPr lang="en-GB" sz="2200" dirty="0"/>
          </a:p>
          <a:p>
            <a:pPr lvl="0">
              <a:spcBef>
                <a:spcPts val="550"/>
              </a:spcBef>
              <a:buNone/>
            </a:pPr>
            <a:endParaRPr lang="en-GB" sz="2200" dirty="0"/>
          </a:p>
          <a:p>
            <a:pPr lvl="0">
              <a:spcBef>
                <a:spcPts val="550"/>
              </a:spcBef>
              <a:buNone/>
            </a:pPr>
            <a:endParaRPr lang="en-GB" sz="2200" dirty="0"/>
          </a:p>
          <a:p>
            <a:pPr lvl="0">
              <a:spcBef>
                <a:spcPts val="550"/>
              </a:spcBef>
              <a:buNone/>
            </a:pPr>
            <a:r>
              <a:rPr lang="en-GB" sz="2200" dirty="0"/>
              <a:t>This is very important for producing the </a:t>
            </a:r>
            <a:r>
              <a:rPr lang="en-GB" sz="2200" b="1" dirty="0"/>
              <a:t>z-transform transfer function of a difference equation</a:t>
            </a:r>
            <a:r>
              <a:rPr lang="en-GB" sz="2200" dirty="0"/>
              <a:t> which uses the property:</a:t>
            </a:r>
          </a:p>
        </p:txBody>
      </p:sp>
      <p:graphicFrame>
        <p:nvGraphicFramePr>
          <p:cNvPr id="4" name="Object 3"/>
          <p:cNvGraphicFramePr/>
          <p:nvPr>
            <p:extLst>
              <p:ext uri="{D42A27DB-BD31-4B8C-83A1-F6EECF244321}">
                <p14:modId xmlns:p14="http://schemas.microsoft.com/office/powerpoint/2010/main" val="2324388454"/>
              </p:ext>
            </p:extLst>
          </p:nvPr>
        </p:nvGraphicFramePr>
        <p:xfrm>
          <a:off x="1865160" y="984783"/>
          <a:ext cx="1721160" cy="64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82" name="Equation" r:id="rId4" imgW="26009600" imgH="9753600" progId="Equation.3">
                  <p:embed/>
                </p:oleObj>
              </mc:Choice>
              <mc:Fallback>
                <p:oleObj name="Equation" r:id="rId4" imgW="26009600" imgH="97536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865160" y="984783"/>
                        <a:ext cx="1721160" cy="644400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 w="0">
                        <a:solidFill>
                          <a:srgbClr val="000000"/>
                        </a:solidFill>
                        <a:prstDash val="soli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/>
          <p:nvPr>
            <p:extLst>
              <p:ext uri="{D42A27DB-BD31-4B8C-83A1-F6EECF244321}">
                <p14:modId xmlns:p14="http://schemas.microsoft.com/office/powerpoint/2010/main" val="2327338651"/>
              </p:ext>
            </p:extLst>
          </p:nvPr>
        </p:nvGraphicFramePr>
        <p:xfrm>
          <a:off x="1865160" y="1664104"/>
          <a:ext cx="2613240" cy="635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83" name="Equation" r:id="rId6" imgW="41859200" imgH="10160000" progId="Equation.3">
                  <p:embed/>
                </p:oleObj>
              </mc:Choice>
              <mc:Fallback>
                <p:oleObj name="Equation" r:id="rId6" imgW="41859200" imgH="101600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865160" y="1664104"/>
                        <a:ext cx="2613240" cy="635040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 w="0">
                        <a:solidFill>
                          <a:srgbClr val="000000"/>
                        </a:solidFill>
                        <a:prstDash val="soli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334120" y="1141200"/>
            <a:ext cx="1257119" cy="45971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6800" rIns="90000" bIns="46800" anchor="t" anchorCtr="0" compatLnSpc="0">
            <a:sp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4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rPr>
              <a:t>ROC=</a:t>
            </a:r>
            <a:r>
              <a:rPr lang="en-GB" sz="2400" b="0" i="1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rPr>
              <a:t>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5560" y="1827000"/>
            <a:ext cx="1257119" cy="45971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6800" rIns="90000" bIns="46800" anchor="t" anchorCtr="0" compatLnSpc="0">
            <a:sp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4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rPr>
              <a:t>ROC=</a:t>
            </a:r>
            <a:r>
              <a:rPr lang="en-GB" sz="2400" b="0" i="1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rPr>
              <a:t>R</a:t>
            </a:r>
          </a:p>
        </p:txBody>
      </p:sp>
      <p:graphicFrame>
        <p:nvGraphicFramePr>
          <p:cNvPr id="8" name="Object 7"/>
          <p:cNvGraphicFramePr/>
          <p:nvPr>
            <p:extLst>
              <p:ext uri="{D42A27DB-BD31-4B8C-83A1-F6EECF244321}">
                <p14:modId xmlns:p14="http://schemas.microsoft.com/office/powerpoint/2010/main" val="1982374541"/>
              </p:ext>
            </p:extLst>
          </p:nvPr>
        </p:nvGraphicFramePr>
        <p:xfrm>
          <a:off x="1865160" y="5949280"/>
          <a:ext cx="2308320" cy="609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84" name="Equation" r:id="rId8" imgW="36982400" imgH="9753600" progId="Equation.3">
                  <p:embed/>
                </p:oleObj>
              </mc:Choice>
              <mc:Fallback>
                <p:oleObj name="Equation" r:id="rId8" imgW="36982400" imgH="97536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865160" y="5949280"/>
                        <a:ext cx="2308320" cy="609480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 w="0">
                        <a:solidFill>
                          <a:srgbClr val="000000"/>
                        </a:solidFill>
                        <a:prstDash val="soli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/>
          <p:nvPr>
            <p:extLst>
              <p:ext uri="{D42A27DB-BD31-4B8C-83A1-F6EECF244321}">
                <p14:modId xmlns:p14="http://schemas.microsoft.com/office/powerpoint/2010/main" val="392946211"/>
              </p:ext>
            </p:extLst>
          </p:nvPr>
        </p:nvGraphicFramePr>
        <p:xfrm>
          <a:off x="1865160" y="2502184"/>
          <a:ext cx="4991400" cy="258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85" name="Equation" r:id="rId10" imgW="81686400" imgH="42265600" progId="Equation.3">
                  <p:embed/>
                </p:oleObj>
              </mc:Choice>
              <mc:Fallback>
                <p:oleObj name="Equation" r:id="rId10" imgW="81686400" imgH="422656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865160" y="2502184"/>
                        <a:ext cx="4991400" cy="2583000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 w="0">
                        <a:solidFill>
                          <a:srgbClr val="000000"/>
                        </a:solidFill>
                        <a:prstDash val="solid"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1AEFB2C1-2AAC-7E47-8BCB-FD57B481EE04}"/>
                  </a:ext>
                </a:extLst>
              </p14:cNvPr>
              <p14:cNvContentPartPr/>
              <p14:nvPr/>
            </p14:nvContentPartPr>
            <p14:xfrm>
              <a:off x="677160" y="789840"/>
              <a:ext cx="7135920" cy="60674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1AEFB2C1-2AAC-7E47-8BCB-FD57B481EE0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67800" y="780480"/>
                <a:ext cx="7154640" cy="6086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707116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283960" y="6499440"/>
            <a:ext cx="644040" cy="232560"/>
          </a:xfrm>
          <a:prstGeom prst="rect">
            <a:avLst/>
          </a:prstGeom>
        </p:spPr>
        <p:txBody>
          <a:bodyPr/>
          <a:lstStyle/>
          <a:p>
            <a:pPr lvl="0"/>
            <a:fld id="{DC96C324-A85E-4110-AED9-DA2FC7976801}" type="slidenum">
              <a:t>17</a:t>
            </a:fld>
            <a:endParaRPr lang="en-GB"/>
          </a:p>
        </p:txBody>
      </p:sp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wrap="square" lIns="90000" tIns="46800" rIns="90000" bIns="46800" anchorCtr="0">
            <a:spAutoFit/>
          </a:bodyPr>
          <a:lstStyle>
            <a:defPPr lvl="0">
              <a:buClr>
                <a:srgbClr val="000000"/>
              </a:buClr>
              <a:buSzPct val="100000"/>
              <a:buFont typeface="Arial" pitchFamily="34"/>
              <a:buNone/>
            </a:defPPr>
            <a:lvl1pPr lvl="0">
              <a:buClr>
                <a:srgbClr val="000000"/>
              </a:buClr>
              <a:buSzPct val="100000"/>
              <a:buFont typeface="Arial" pitchFamily="34"/>
              <a:buChar char="•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en-GB"/>
              <a:t>Example: Linear &amp; Time Shift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380880" y="1066320"/>
            <a:ext cx="3733920" cy="3364640"/>
          </a:xfrm>
        </p:spPr>
        <p:txBody>
          <a:bodyPr wrap="square" lIns="90000" tIns="46800" rIns="90000" bIns="46800" anchor="t" anchorCtr="0">
            <a:spAutoFit/>
          </a:bodyPr>
          <a:lstStyle>
            <a:defPPr marL="342720" marR="0" lvl="0" indent="-342720" algn="l" hangingPunct="1">
              <a:lnSpc>
                <a:spcPct val="100000"/>
              </a:lnSpc>
              <a:spcBef>
                <a:spcPts val="598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None/>
              <a:tabLst>
                <a:tab pos="342720" algn="l"/>
                <a:tab pos="914040" algn="l"/>
                <a:tab pos="1828439" algn="l"/>
                <a:tab pos="2742839" algn="l"/>
                <a:tab pos="3657239" algn="l"/>
                <a:tab pos="4571639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  <a:defRPr lang="en-GB" sz="24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defPPr>
            <a:lvl1pPr marL="342720" marR="0" lvl="0" indent="-342720" algn="l" hangingPunct="1">
              <a:lnSpc>
                <a:spcPct val="100000"/>
              </a:lnSpc>
              <a:spcBef>
                <a:spcPts val="598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•"/>
              <a:tabLst>
                <a:tab pos="342720" algn="l"/>
                <a:tab pos="914040" algn="l"/>
                <a:tab pos="1828439" algn="l"/>
                <a:tab pos="2742839" algn="l"/>
                <a:tab pos="3657239" algn="l"/>
                <a:tab pos="4571639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  <a:defRPr lang="en-GB" sz="24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1pPr>
            <a:lvl2pPr marL="742680" marR="0" lvl="1" indent="-285480" algn="l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–"/>
              <a:tabLst>
                <a:tab pos="742680" algn="l"/>
                <a:tab pos="914040" algn="l"/>
                <a:tab pos="1828439" algn="l"/>
                <a:tab pos="2742840" algn="l"/>
                <a:tab pos="3657240" algn="l"/>
                <a:tab pos="4571639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  <a:defRPr lang="en-GB" sz="22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2pPr>
            <a:lvl3pPr marL="1143000" marR="0" lvl="2" indent="-228600" algn="l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•"/>
              <a:tabLst>
                <a:tab pos="1143000" algn="l"/>
                <a:tab pos="1828799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3999" algn="l"/>
                <a:tab pos="10058399" algn="l"/>
              </a:tabLst>
              <a:defRPr lang="en-GB" sz="22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3pPr>
            <a:lvl4pPr marL="1600199" marR="0" lvl="3" indent="-228600" algn="l" hangingPunct="1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–"/>
              <a:tabLst>
                <a:tab pos="16002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3999" algn="l"/>
                <a:tab pos="10058400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4pPr>
            <a:lvl5pPr marL="2057400" marR="0" lvl="4" indent="-228600" algn="l" hangingPunct="1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»"/>
              <a:tabLst>
                <a:tab pos="2057400" algn="l"/>
                <a:tab pos="2743199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5pPr>
            <a:lvl6pPr marL="2057400" marR="0" lvl="5" indent="-228600" algn="l" hangingPunct="1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»"/>
              <a:tabLst>
                <a:tab pos="2057400" algn="l"/>
                <a:tab pos="2743199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6pPr>
            <a:lvl7pPr marL="2057400" marR="0" lvl="6" indent="-228600" algn="l" hangingPunct="1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»"/>
              <a:tabLst>
                <a:tab pos="2057400" algn="l"/>
                <a:tab pos="2743199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7pPr>
            <a:lvl8pPr marL="2057400" marR="0" lvl="7" indent="-228600" algn="l" hangingPunct="1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»"/>
              <a:tabLst>
                <a:tab pos="2057400" algn="l"/>
                <a:tab pos="2743199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8pPr>
            <a:lvl9pPr marL="1944000" marR="0" lvl="8" indent="-216000" algn="l" hangingPunct="1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SzPct val="45000"/>
              <a:buFont typeface="StarSymbol"/>
              <a:buChar char="●"/>
              <a:tabLst>
                <a:tab pos="2057400" algn="l"/>
                <a:tab pos="2743199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9pPr>
          </a:lstStyle>
          <a:p>
            <a:pPr lvl="0">
              <a:buNone/>
            </a:pPr>
            <a:r>
              <a:rPr lang="en-GB" dirty="0"/>
              <a:t>Consider the input signal</a:t>
            </a:r>
          </a:p>
          <a:p>
            <a:pPr lvl="0">
              <a:buNone/>
            </a:pPr>
            <a:endParaRPr lang="en-GB" dirty="0"/>
          </a:p>
          <a:p>
            <a:pPr lvl="0">
              <a:buNone/>
            </a:pPr>
            <a:endParaRPr lang="en-GB" dirty="0"/>
          </a:p>
          <a:p>
            <a:pPr lvl="0">
              <a:buNone/>
            </a:pPr>
            <a:r>
              <a:rPr lang="en-GB" dirty="0"/>
              <a:t>We know that</a:t>
            </a:r>
          </a:p>
          <a:p>
            <a:pPr lvl="0">
              <a:buNone/>
            </a:pPr>
            <a:endParaRPr lang="en-GB" dirty="0"/>
          </a:p>
          <a:p>
            <a:pPr lvl="0">
              <a:spcBef>
                <a:spcPts val="899"/>
              </a:spcBef>
              <a:buNone/>
            </a:pPr>
            <a:endParaRPr lang="en-GB" sz="3600" dirty="0"/>
          </a:p>
          <a:p>
            <a:pPr lvl="0">
              <a:buNone/>
            </a:pPr>
            <a:r>
              <a:rPr lang="en-GB" dirty="0"/>
              <a:t>So</a:t>
            </a:r>
          </a:p>
        </p:txBody>
      </p:sp>
      <p:graphicFrame>
        <p:nvGraphicFramePr>
          <p:cNvPr id="4" name="Object 3"/>
          <p:cNvGraphicFramePr/>
          <p:nvPr>
            <p:extLst>
              <p:ext uri="{D42A27DB-BD31-4B8C-83A1-F6EECF244321}">
                <p14:modId xmlns:p14="http://schemas.microsoft.com/office/powerpoint/2010/main" val="1701932082"/>
              </p:ext>
            </p:extLst>
          </p:nvPr>
        </p:nvGraphicFramePr>
        <p:xfrm>
          <a:off x="949320" y="1776104"/>
          <a:ext cx="4842000" cy="428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89" name="Equation" r:id="rId4" imgW="82499200" imgH="7315200" progId="Equation.3">
                  <p:embed/>
                </p:oleObj>
              </mc:Choice>
              <mc:Fallback>
                <p:oleObj name="Equation" r:id="rId4" imgW="82499200" imgH="73152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49320" y="1776104"/>
                        <a:ext cx="4842000" cy="428760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 w="0">
                        <a:solidFill>
                          <a:srgbClr val="000000"/>
                        </a:solidFill>
                        <a:prstDash val="soli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/>
          <p:nvPr>
            <p:extLst>
              <p:ext uri="{D42A27DB-BD31-4B8C-83A1-F6EECF244321}">
                <p14:modId xmlns:p14="http://schemas.microsoft.com/office/powerpoint/2010/main" val="372623148"/>
              </p:ext>
            </p:extLst>
          </p:nvPr>
        </p:nvGraphicFramePr>
        <p:xfrm>
          <a:off x="949320" y="3049241"/>
          <a:ext cx="1790640" cy="7397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90" name="Equation" r:id="rId6" imgW="30480000" imgH="12598400" progId="Equation.3">
                  <p:embed/>
                </p:oleObj>
              </mc:Choice>
              <mc:Fallback>
                <p:oleObj name="Equation" r:id="rId6" imgW="30480000" imgH="125984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49320" y="3049241"/>
                        <a:ext cx="1790640" cy="739799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 w="0">
                        <a:solidFill>
                          <a:srgbClr val="000000"/>
                        </a:solidFill>
                        <a:prstDash val="soli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/>
          <p:nvPr>
            <p:extLst>
              <p:ext uri="{D42A27DB-BD31-4B8C-83A1-F6EECF244321}">
                <p14:modId xmlns:p14="http://schemas.microsoft.com/office/powerpoint/2010/main" val="3108705236"/>
              </p:ext>
            </p:extLst>
          </p:nvPr>
        </p:nvGraphicFramePr>
        <p:xfrm>
          <a:off x="914400" y="4353392"/>
          <a:ext cx="3935520" cy="1523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91" name="Equation" r:id="rId8" imgW="67056000" imgH="26009600" progId="Equation.3">
                  <p:embed/>
                </p:oleObj>
              </mc:Choice>
              <mc:Fallback>
                <p:oleObj name="Equation" r:id="rId8" imgW="67056000" imgH="260096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14400" y="4353392"/>
                        <a:ext cx="3935520" cy="1523880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 w="0">
                        <a:solidFill>
                          <a:srgbClr val="000000"/>
                        </a:solidFill>
                        <a:prstDash val="solid"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ztransLinTS"/>
          <p:cNvPicPr>
            <a:picLocks noChangeAspect="1"/>
          </p:cNvPicPr>
          <p:nvPr/>
        </p:nvPicPr>
        <p:blipFill>
          <a:blip r:embed="rId10">
            <a:lum/>
            <a:alphaModFix/>
          </a:blip>
          <a:srcRect/>
          <a:stretch>
            <a:fillRect/>
          </a:stretch>
        </p:blipFill>
        <p:spPr>
          <a:xfrm>
            <a:off x="5105520" y="2320920"/>
            <a:ext cx="3946320" cy="19461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909424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283960" y="6499440"/>
            <a:ext cx="644040" cy="232560"/>
          </a:xfrm>
          <a:prstGeom prst="rect">
            <a:avLst/>
          </a:prstGeom>
        </p:spPr>
        <p:txBody>
          <a:bodyPr/>
          <a:lstStyle/>
          <a:p>
            <a:pPr lvl="0"/>
            <a:fld id="{0EFD7E51-7411-47E7-933B-2B70C1E1B33A}" type="slidenum">
              <a:t>18</a:t>
            </a:fld>
            <a:endParaRPr lang="en-GB"/>
          </a:p>
        </p:txBody>
      </p:sp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wrap="square" lIns="90000" tIns="46800" rIns="90000" bIns="46800" anchorCtr="0">
            <a:spAutoFit/>
          </a:bodyPr>
          <a:lstStyle>
            <a:defPPr lvl="0">
              <a:buClr>
                <a:srgbClr val="000000"/>
              </a:buClr>
              <a:buSzPct val="100000"/>
              <a:buFont typeface="Arial" pitchFamily="34"/>
              <a:buNone/>
            </a:defPPr>
            <a:lvl1pPr lvl="0">
              <a:buClr>
                <a:srgbClr val="000000"/>
              </a:buClr>
              <a:buSzPct val="100000"/>
              <a:buFont typeface="Arial" pitchFamily="34"/>
              <a:buChar char="•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en-GB"/>
              <a:t>Convolution using </a:t>
            </a:r>
            <a:r>
              <a:rPr lang="en-GB" i="1"/>
              <a:t>z</a:t>
            </a:r>
            <a:r>
              <a:rPr lang="en-GB"/>
              <a:t>-Transforms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685798" y="990719"/>
            <a:ext cx="8206681" cy="5808899"/>
          </a:xfrm>
        </p:spPr>
        <p:txBody>
          <a:bodyPr wrap="square" lIns="90000" tIns="46800" rIns="90000" bIns="46800" anchor="t" anchorCtr="0">
            <a:spAutoFit/>
          </a:bodyPr>
          <a:lstStyle>
            <a:defPPr marL="342720" marR="0" lvl="0" indent="-342720" algn="l" hangingPunct="1">
              <a:lnSpc>
                <a:spcPct val="100000"/>
              </a:lnSpc>
              <a:spcBef>
                <a:spcPts val="598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None/>
              <a:tabLst>
                <a:tab pos="342720" algn="l"/>
                <a:tab pos="914040" algn="l"/>
                <a:tab pos="1828439" algn="l"/>
                <a:tab pos="2742839" algn="l"/>
                <a:tab pos="3657239" algn="l"/>
                <a:tab pos="4571639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  <a:defRPr lang="en-GB" sz="24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defPPr>
            <a:lvl1pPr marL="342720" marR="0" lvl="0" indent="-342720" algn="l" hangingPunct="1">
              <a:lnSpc>
                <a:spcPct val="100000"/>
              </a:lnSpc>
              <a:spcBef>
                <a:spcPts val="598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•"/>
              <a:tabLst>
                <a:tab pos="342720" algn="l"/>
                <a:tab pos="914040" algn="l"/>
                <a:tab pos="1828439" algn="l"/>
                <a:tab pos="2742839" algn="l"/>
                <a:tab pos="3657239" algn="l"/>
                <a:tab pos="4571639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  <a:defRPr lang="en-GB" sz="24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1pPr>
            <a:lvl2pPr marL="742680" marR="0" lvl="1" indent="-285480" algn="l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–"/>
              <a:tabLst>
                <a:tab pos="742680" algn="l"/>
                <a:tab pos="914040" algn="l"/>
                <a:tab pos="1828439" algn="l"/>
                <a:tab pos="2742840" algn="l"/>
                <a:tab pos="3657240" algn="l"/>
                <a:tab pos="4571639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  <a:defRPr lang="en-GB" sz="22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2pPr>
            <a:lvl3pPr marL="1143000" marR="0" lvl="2" indent="-228600" algn="l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•"/>
              <a:tabLst>
                <a:tab pos="1143000" algn="l"/>
                <a:tab pos="1828799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3999" algn="l"/>
                <a:tab pos="10058399" algn="l"/>
              </a:tabLst>
              <a:defRPr lang="en-GB" sz="22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3pPr>
            <a:lvl4pPr marL="1600199" marR="0" lvl="3" indent="-228600" algn="l" hangingPunct="1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–"/>
              <a:tabLst>
                <a:tab pos="16002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3999" algn="l"/>
                <a:tab pos="10058400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4pPr>
            <a:lvl5pPr marL="2057400" marR="0" lvl="4" indent="-228600" algn="l" hangingPunct="1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»"/>
              <a:tabLst>
                <a:tab pos="2057400" algn="l"/>
                <a:tab pos="2743199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5pPr>
            <a:lvl6pPr marL="2057400" marR="0" lvl="5" indent="-228600" algn="l" hangingPunct="1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»"/>
              <a:tabLst>
                <a:tab pos="2057400" algn="l"/>
                <a:tab pos="2743199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6pPr>
            <a:lvl7pPr marL="2057400" marR="0" lvl="6" indent="-228600" algn="l" hangingPunct="1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»"/>
              <a:tabLst>
                <a:tab pos="2057400" algn="l"/>
                <a:tab pos="2743199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7pPr>
            <a:lvl8pPr marL="2057400" marR="0" lvl="7" indent="-228600" algn="l" hangingPunct="1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»"/>
              <a:tabLst>
                <a:tab pos="2057400" algn="l"/>
                <a:tab pos="2743199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8pPr>
            <a:lvl9pPr marL="1944000" marR="0" lvl="8" indent="-216000" algn="l" hangingPunct="1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SzPct val="45000"/>
              <a:buFont typeface="StarSymbol"/>
              <a:buChar char="●"/>
              <a:tabLst>
                <a:tab pos="2057400" algn="l"/>
                <a:tab pos="2743199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9pPr>
          </a:lstStyle>
          <a:p>
            <a:pPr lvl="0">
              <a:buNone/>
            </a:pPr>
            <a:r>
              <a:rPr lang="en-GB" dirty="0"/>
              <a:t>The z-transform also has the multiplication property, i.e.</a:t>
            </a:r>
          </a:p>
          <a:p>
            <a:pPr lvl="0">
              <a:spcBef>
                <a:spcPts val="799"/>
              </a:spcBef>
              <a:buNone/>
            </a:pPr>
            <a:endParaRPr lang="en-GB" sz="3200" dirty="0"/>
          </a:p>
          <a:p>
            <a:pPr lvl="0">
              <a:spcBef>
                <a:spcPts val="799"/>
              </a:spcBef>
              <a:buNone/>
            </a:pPr>
            <a:endParaRPr lang="en-GB" sz="3200" dirty="0"/>
          </a:p>
          <a:p>
            <a:pPr lvl="0">
              <a:spcBef>
                <a:spcPts val="799"/>
              </a:spcBef>
              <a:buNone/>
            </a:pPr>
            <a:endParaRPr lang="en-GB" sz="3200" dirty="0"/>
          </a:p>
          <a:p>
            <a:pPr lvl="0">
              <a:buNone/>
            </a:pPr>
            <a:endParaRPr lang="en-GB" dirty="0"/>
          </a:p>
          <a:p>
            <a:pPr lvl="0">
              <a:buNone/>
            </a:pPr>
            <a:r>
              <a:rPr lang="en-GB" dirty="0"/>
              <a:t>Proof is “identical” to the Fourier transform convolution and follows from </a:t>
            </a:r>
            <a:r>
              <a:rPr lang="en-GB" dirty="0" err="1"/>
              <a:t>eigensystem</a:t>
            </a:r>
            <a:r>
              <a:rPr lang="en-GB" dirty="0"/>
              <a:t> property</a:t>
            </a:r>
          </a:p>
          <a:p>
            <a:pPr lvl="0">
              <a:buNone/>
            </a:pPr>
            <a:r>
              <a:rPr lang="en-GB" dirty="0"/>
              <a:t>Note that pole-zero cancellation may occur between </a:t>
            </a:r>
            <a:r>
              <a:rPr lang="en-GB" i="1" dirty="0"/>
              <a:t>H</a:t>
            </a:r>
            <a:r>
              <a:rPr lang="en-GB" dirty="0"/>
              <a:t>(</a:t>
            </a:r>
            <a:r>
              <a:rPr lang="en-GB" i="1" dirty="0"/>
              <a:t>z</a:t>
            </a:r>
            <a:r>
              <a:rPr lang="en-GB" dirty="0"/>
              <a:t>) and </a:t>
            </a:r>
            <a:r>
              <a:rPr lang="en-GB" i="1" dirty="0"/>
              <a:t>X</a:t>
            </a:r>
            <a:r>
              <a:rPr lang="en-GB" dirty="0"/>
              <a:t>(</a:t>
            </a:r>
            <a:r>
              <a:rPr lang="en-GB" i="1" dirty="0"/>
              <a:t>z</a:t>
            </a:r>
            <a:r>
              <a:rPr lang="en-GB" dirty="0"/>
              <a:t>) which extends the ROC</a:t>
            </a:r>
          </a:p>
          <a:p>
            <a:pPr lvl="0">
              <a:spcBef>
                <a:spcPts val="400"/>
              </a:spcBef>
              <a:buNone/>
            </a:pPr>
            <a:endParaRPr lang="en-GB" sz="1600" dirty="0"/>
          </a:p>
          <a:p>
            <a:pPr lvl="0">
              <a:buNone/>
            </a:pPr>
            <a:r>
              <a:rPr lang="en-GB" dirty="0"/>
              <a:t>While this is true for any two signals, it is particularly important as </a:t>
            </a:r>
            <a:r>
              <a:rPr lang="en-GB" i="1" dirty="0"/>
              <a:t>H</a:t>
            </a:r>
            <a:r>
              <a:rPr lang="en-GB" dirty="0"/>
              <a:t>(</a:t>
            </a:r>
            <a:r>
              <a:rPr lang="en-GB" i="1" dirty="0"/>
              <a:t>z</a:t>
            </a:r>
            <a:r>
              <a:rPr lang="en-GB" dirty="0"/>
              <a:t>) represents the </a:t>
            </a:r>
            <a:r>
              <a:rPr lang="en-GB" b="1" dirty="0"/>
              <a:t>transfer function</a:t>
            </a:r>
            <a:r>
              <a:rPr lang="en-GB" dirty="0"/>
              <a:t> of discrete-time LTI system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1774800" y="1492416"/>
            <a:ext cx="4641120" cy="640440"/>
            <a:chOff x="1774800" y="1327320"/>
            <a:chExt cx="4641120" cy="640440"/>
          </a:xfrm>
        </p:grpSpPr>
        <p:sp>
          <p:nvSpPr>
            <p:cNvPr id="5" name="TextBox 4"/>
            <p:cNvSpPr txBox="1"/>
            <p:nvPr/>
          </p:nvSpPr>
          <p:spPr>
            <a:xfrm>
              <a:off x="5235120" y="1527120"/>
              <a:ext cx="1180800" cy="44064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6800" rIns="90000" bIns="46800" anchor="t" anchorCtr="0" compatLnSpc="0">
              <a:spAutoFit/>
            </a:bodyPr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2000" b="0" i="0" u="none" strike="noStrike" baseline="0">
                  <a:ln>
                    <a:noFill/>
                  </a:ln>
                  <a:solidFill>
                    <a:srgbClr val="000000"/>
                  </a:solidFill>
                  <a:latin typeface="Arial" pitchFamily="34"/>
                  <a:ea typeface="Times New Roman" pitchFamily="18"/>
                  <a:cs typeface="Times New Roman" pitchFamily="18"/>
                </a:rPr>
                <a:t>ROC=</a:t>
              </a:r>
              <a:r>
                <a:rPr lang="en-GB" sz="2000" b="0" i="1" u="none" strike="noStrike" baseline="0">
                  <a:ln>
                    <a:noFill/>
                  </a:ln>
                  <a:solidFill>
                    <a:srgbClr val="000000"/>
                  </a:solidFill>
                  <a:latin typeface="Arial" pitchFamily="34"/>
                  <a:ea typeface="Times New Roman" pitchFamily="18"/>
                  <a:cs typeface="Times New Roman" pitchFamily="18"/>
                </a:rPr>
                <a:t>R</a:t>
              </a:r>
              <a:r>
                <a:rPr lang="en-GB" sz="2000" b="0" i="0" u="none" strike="noStrike" baseline="-25000">
                  <a:ln>
                    <a:noFill/>
                  </a:ln>
                  <a:solidFill>
                    <a:srgbClr val="000000"/>
                  </a:solidFill>
                  <a:latin typeface="Arial" pitchFamily="34"/>
                  <a:ea typeface="Times New Roman" pitchFamily="18"/>
                  <a:cs typeface="Times New Roman" pitchFamily="18"/>
                </a:rPr>
                <a:t>1</a:t>
              </a:r>
            </a:p>
          </p:txBody>
        </p:sp>
        <p:graphicFrame>
          <p:nvGraphicFramePr>
            <p:cNvPr id="6" name="Object 5"/>
            <p:cNvGraphicFramePr/>
            <p:nvPr/>
          </p:nvGraphicFramePr>
          <p:xfrm>
            <a:off x="1774800" y="1327320"/>
            <a:ext cx="1593719" cy="5968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13" name="Equation" r:id="rId4" imgW="26009600" imgH="9753600" progId="Equation.3">
                    <p:embed/>
                  </p:oleObj>
                </mc:Choice>
                <mc:Fallback>
                  <p:oleObj name="Equation" r:id="rId4" imgW="26009600" imgH="9753600" progId="Equation.3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774800" y="1327320"/>
                          <a:ext cx="1593719" cy="596880"/>
                        </a:xfrm>
                        <a:prstGeom prst="rect">
                          <a:avLst/>
                        </a:prstGeom>
                        <a:solidFill>
                          <a:srgbClr val="99CCFF"/>
                        </a:solidFill>
                        <a:ln w="0">
                          <a:solidFill>
                            <a:srgbClr val="000000"/>
                          </a:solidFill>
                          <a:prstDash val="soli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6"/>
          <p:cNvGrpSpPr/>
          <p:nvPr/>
        </p:nvGrpSpPr>
        <p:grpSpPr>
          <a:xfrm>
            <a:off x="1774800" y="2262183"/>
            <a:ext cx="4641120" cy="662761"/>
            <a:chOff x="1774800" y="1930319"/>
            <a:chExt cx="4641120" cy="662761"/>
          </a:xfrm>
        </p:grpSpPr>
        <p:sp>
          <p:nvSpPr>
            <p:cNvPr id="8" name="TextBox 7"/>
            <p:cNvSpPr txBox="1"/>
            <p:nvPr/>
          </p:nvSpPr>
          <p:spPr>
            <a:xfrm>
              <a:off x="5235120" y="2152440"/>
              <a:ext cx="1180800" cy="44064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6800" rIns="90000" bIns="46800" anchor="t" anchorCtr="0" compatLnSpc="0">
              <a:spAutoFit/>
            </a:bodyPr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2000" b="0" i="0" u="none" strike="noStrike" baseline="0">
                  <a:ln>
                    <a:noFill/>
                  </a:ln>
                  <a:solidFill>
                    <a:srgbClr val="000000"/>
                  </a:solidFill>
                  <a:latin typeface="Arial" pitchFamily="34"/>
                  <a:ea typeface="Times New Roman" pitchFamily="18"/>
                  <a:cs typeface="Times New Roman" pitchFamily="18"/>
                </a:rPr>
                <a:t>ROC=</a:t>
              </a:r>
              <a:r>
                <a:rPr lang="en-GB" sz="2000" b="0" i="1" u="none" strike="noStrike" baseline="0">
                  <a:ln>
                    <a:noFill/>
                  </a:ln>
                  <a:solidFill>
                    <a:srgbClr val="000000"/>
                  </a:solidFill>
                  <a:latin typeface="Arial" pitchFamily="34"/>
                  <a:ea typeface="Times New Roman" pitchFamily="18"/>
                  <a:cs typeface="Times New Roman" pitchFamily="18"/>
                </a:rPr>
                <a:t>R</a:t>
              </a:r>
              <a:r>
                <a:rPr lang="en-GB" sz="2000" b="0" i="0" u="none" strike="noStrike" baseline="-25000">
                  <a:ln>
                    <a:noFill/>
                  </a:ln>
                  <a:solidFill>
                    <a:srgbClr val="000000"/>
                  </a:solidFill>
                  <a:latin typeface="Arial" pitchFamily="34"/>
                  <a:ea typeface="Times New Roman" pitchFamily="18"/>
                  <a:cs typeface="Times New Roman" pitchFamily="18"/>
                </a:rPr>
                <a:t>2</a:t>
              </a:r>
            </a:p>
          </p:txBody>
        </p:sp>
        <p:graphicFrame>
          <p:nvGraphicFramePr>
            <p:cNvPr id="9" name="Object 8"/>
            <p:cNvGraphicFramePr/>
            <p:nvPr/>
          </p:nvGraphicFramePr>
          <p:xfrm>
            <a:off x="1774800" y="1930319"/>
            <a:ext cx="1650960" cy="619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14" name="Equation" r:id="rId6" imgW="26009600" imgH="9753600" progId="Equation.3">
                    <p:embed/>
                  </p:oleObj>
                </mc:Choice>
                <mc:Fallback>
                  <p:oleObj name="Equation" r:id="rId6" imgW="26009600" imgH="9753600" progId="Equation.3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1774800" y="1930319"/>
                          <a:ext cx="1650960" cy="619200"/>
                        </a:xfrm>
                        <a:prstGeom prst="rect">
                          <a:avLst/>
                        </a:prstGeom>
                        <a:solidFill>
                          <a:srgbClr val="99CCFF"/>
                        </a:solidFill>
                        <a:ln w="0">
                          <a:solidFill>
                            <a:srgbClr val="000000"/>
                          </a:solidFill>
                          <a:prstDash val="soli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Group 9"/>
          <p:cNvGrpSpPr/>
          <p:nvPr/>
        </p:nvGrpSpPr>
        <p:grpSpPr>
          <a:xfrm>
            <a:off x="1774800" y="3018265"/>
            <a:ext cx="5140799" cy="626759"/>
            <a:chOff x="1774800" y="2556000"/>
            <a:chExt cx="5140799" cy="626759"/>
          </a:xfrm>
        </p:grpSpPr>
        <p:sp>
          <p:nvSpPr>
            <p:cNvPr id="11" name="TextBox 10"/>
            <p:cNvSpPr txBox="1"/>
            <p:nvPr/>
          </p:nvSpPr>
          <p:spPr>
            <a:xfrm>
              <a:off x="5239080" y="2736720"/>
              <a:ext cx="1676519" cy="446039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6800" rIns="90000" bIns="46800" anchor="t" anchorCtr="0" compatLnSpc="0">
              <a:spAutoFit/>
            </a:bodyPr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2000" b="0" i="0" u="none" strike="noStrike" baseline="0">
                  <a:ln>
                    <a:noFill/>
                  </a:ln>
                  <a:solidFill>
                    <a:srgbClr val="000000"/>
                  </a:solidFill>
                  <a:latin typeface="Arial" pitchFamily="34"/>
                  <a:ea typeface="Times New Roman" pitchFamily="18"/>
                  <a:cs typeface="Times New Roman" pitchFamily="18"/>
                </a:rPr>
                <a:t>ROC</a:t>
              </a:r>
              <a:r>
                <a:rPr lang="en-GB" sz="2000" b="0" i="0" u="none" strike="noStrike" baseline="0">
                  <a:ln>
                    <a:noFill/>
                  </a:ln>
                  <a:solidFill>
                    <a:srgbClr val="000000"/>
                  </a:solidFill>
                  <a:latin typeface="Symbol" pitchFamily="18"/>
                  <a:ea typeface="Times New Roman" pitchFamily="18"/>
                  <a:cs typeface="Times New Roman" pitchFamily="18"/>
                </a:rPr>
                <a:t></a:t>
              </a:r>
              <a:r>
                <a:rPr lang="en-GB" sz="2000" b="0" i="1" u="none" strike="noStrike" baseline="0">
                  <a:ln>
                    <a:noFill/>
                  </a:ln>
                  <a:solidFill>
                    <a:srgbClr val="000000"/>
                  </a:solidFill>
                  <a:latin typeface="Arial" pitchFamily="34"/>
                  <a:ea typeface="Times New Roman" pitchFamily="18"/>
                  <a:cs typeface="Times New Roman" pitchFamily="18"/>
                </a:rPr>
                <a:t>R</a:t>
              </a:r>
              <a:r>
                <a:rPr lang="en-GB" sz="2000" b="0" i="0" u="none" strike="noStrike" baseline="-25000">
                  <a:ln>
                    <a:noFill/>
                  </a:ln>
                  <a:solidFill>
                    <a:srgbClr val="000000"/>
                  </a:solidFill>
                  <a:latin typeface="Arial" pitchFamily="34"/>
                  <a:ea typeface="Times New Roman" pitchFamily="18"/>
                  <a:cs typeface="Times New Roman" pitchFamily="18"/>
                </a:rPr>
                <a:t>1</a:t>
              </a:r>
              <a:r>
                <a:rPr lang="en-GB" sz="2000" b="0" i="0" u="none" strike="noStrike" baseline="0">
                  <a:ln>
                    <a:noFill/>
                  </a:ln>
                  <a:solidFill>
                    <a:srgbClr val="000000"/>
                  </a:solidFill>
                  <a:latin typeface="Symbol" pitchFamily="18"/>
                  <a:ea typeface="Times New Roman" pitchFamily="18"/>
                  <a:cs typeface="Times New Roman" pitchFamily="18"/>
                </a:rPr>
                <a:t></a:t>
              </a:r>
              <a:r>
                <a:rPr lang="en-GB" sz="2000" b="0" i="1" u="none" strike="noStrike" baseline="0">
                  <a:ln>
                    <a:noFill/>
                  </a:ln>
                  <a:solidFill>
                    <a:srgbClr val="000000"/>
                  </a:solidFill>
                  <a:latin typeface="Arial" pitchFamily="34"/>
                  <a:ea typeface="Times New Roman" pitchFamily="18"/>
                  <a:cs typeface="Times New Roman" pitchFamily="18"/>
                </a:rPr>
                <a:t>R</a:t>
              </a:r>
              <a:r>
                <a:rPr lang="en-GB" sz="2000" b="0" i="0" u="none" strike="noStrike" baseline="-25000">
                  <a:ln>
                    <a:noFill/>
                  </a:ln>
                  <a:solidFill>
                    <a:srgbClr val="000000"/>
                  </a:solidFill>
                  <a:latin typeface="Arial" pitchFamily="34"/>
                  <a:ea typeface="Times New Roman" pitchFamily="18"/>
                  <a:cs typeface="Times New Roman" pitchFamily="18"/>
                </a:rPr>
                <a:t>2</a:t>
              </a:r>
            </a:p>
          </p:txBody>
        </p:sp>
        <p:graphicFrame>
          <p:nvGraphicFramePr>
            <p:cNvPr id="12" name="Object 11"/>
            <p:cNvGraphicFramePr/>
            <p:nvPr/>
          </p:nvGraphicFramePr>
          <p:xfrm>
            <a:off x="1774800" y="2556000"/>
            <a:ext cx="2819520" cy="577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15" name="Equation" r:id="rId8" imgW="47548800" imgH="9753600" progId="Equation.3">
                    <p:embed/>
                  </p:oleObj>
                </mc:Choice>
                <mc:Fallback>
                  <p:oleObj name="Equation" r:id="rId8" imgW="47548800" imgH="9753600" progId="Equation.3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1774800" y="2556000"/>
                          <a:ext cx="2819520" cy="577800"/>
                        </a:xfrm>
                        <a:prstGeom prst="rect">
                          <a:avLst/>
                        </a:prstGeom>
                        <a:solidFill>
                          <a:srgbClr val="99CCFF"/>
                        </a:solidFill>
                        <a:ln w="0">
                          <a:solidFill>
                            <a:srgbClr val="000000"/>
                          </a:solidFill>
                          <a:prstDash val="soli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7A6A44B2-9651-BD4B-A9CC-F108CEC17FF6}"/>
                  </a:ext>
                </a:extLst>
              </p14:cNvPr>
              <p14:cNvContentPartPr/>
              <p14:nvPr/>
            </p14:nvContentPartPr>
            <p14:xfrm>
              <a:off x="1905120" y="1775520"/>
              <a:ext cx="6667920" cy="356220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7A6A44B2-9651-BD4B-A9CC-F108CEC17FF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895760" y="1766160"/>
                <a:ext cx="6686640" cy="3580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975635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283960" y="6499440"/>
            <a:ext cx="644040" cy="232560"/>
          </a:xfrm>
          <a:prstGeom prst="rect">
            <a:avLst/>
          </a:prstGeom>
        </p:spPr>
        <p:txBody>
          <a:bodyPr/>
          <a:lstStyle/>
          <a:p>
            <a:pPr lvl="0"/>
            <a:fld id="{BACDB6EE-7888-41E5-989C-722A3123B484}" type="slidenum">
              <a:t>19</a:t>
            </a:fld>
            <a:endParaRPr lang="en-GB"/>
          </a:p>
        </p:txBody>
      </p:sp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291960" y="286992"/>
            <a:ext cx="8560080" cy="549720"/>
          </a:xfrm>
        </p:spPr>
        <p:txBody>
          <a:bodyPr wrap="square" lIns="90000" tIns="46800" rIns="90000" bIns="46800" anchorCtr="0">
            <a:spAutoFit/>
          </a:bodyPr>
          <a:lstStyle>
            <a:defPPr lvl="0">
              <a:buClr>
                <a:srgbClr val="000000"/>
              </a:buClr>
              <a:buSzPct val="100000"/>
              <a:buFont typeface="Arial" pitchFamily="34"/>
              <a:buNone/>
            </a:defPPr>
            <a:lvl1pPr lvl="0">
              <a:buClr>
                <a:srgbClr val="000000"/>
              </a:buClr>
              <a:buSzPct val="100000"/>
              <a:buFont typeface="Arial" pitchFamily="34"/>
              <a:buChar char="•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en-GB" dirty="0"/>
              <a:t>Example 1: First Order Difference Equation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228600" y="762120"/>
            <a:ext cx="8747280" cy="5496120"/>
          </a:xfrm>
        </p:spPr>
        <p:txBody>
          <a:bodyPr wrap="square" lIns="90000" tIns="46800" rIns="90000" bIns="46800" anchor="t" anchorCtr="0">
            <a:spAutoFit/>
          </a:bodyPr>
          <a:lstStyle>
            <a:defPPr marL="342720" marR="0" lvl="0" indent="-342720" algn="l" hangingPunct="1">
              <a:lnSpc>
                <a:spcPct val="100000"/>
              </a:lnSpc>
              <a:spcBef>
                <a:spcPts val="598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None/>
              <a:tabLst>
                <a:tab pos="342720" algn="l"/>
                <a:tab pos="914040" algn="l"/>
                <a:tab pos="1828439" algn="l"/>
                <a:tab pos="2742839" algn="l"/>
                <a:tab pos="3657239" algn="l"/>
                <a:tab pos="4571639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  <a:defRPr lang="en-GB" sz="24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defPPr>
            <a:lvl1pPr marL="342720" marR="0" lvl="0" indent="-342720" algn="l" hangingPunct="1">
              <a:lnSpc>
                <a:spcPct val="100000"/>
              </a:lnSpc>
              <a:spcBef>
                <a:spcPts val="598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•"/>
              <a:tabLst>
                <a:tab pos="342720" algn="l"/>
                <a:tab pos="914040" algn="l"/>
                <a:tab pos="1828439" algn="l"/>
                <a:tab pos="2742839" algn="l"/>
                <a:tab pos="3657239" algn="l"/>
                <a:tab pos="4571639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  <a:defRPr lang="en-GB" sz="24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1pPr>
            <a:lvl2pPr marL="742680" marR="0" lvl="1" indent="-285480" algn="l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–"/>
              <a:tabLst>
                <a:tab pos="742680" algn="l"/>
                <a:tab pos="914040" algn="l"/>
                <a:tab pos="1828439" algn="l"/>
                <a:tab pos="2742840" algn="l"/>
                <a:tab pos="3657240" algn="l"/>
                <a:tab pos="4571639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  <a:defRPr lang="en-GB" sz="22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2pPr>
            <a:lvl3pPr marL="1143000" marR="0" lvl="2" indent="-228600" algn="l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•"/>
              <a:tabLst>
                <a:tab pos="1143000" algn="l"/>
                <a:tab pos="1828799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3999" algn="l"/>
                <a:tab pos="10058399" algn="l"/>
              </a:tabLst>
              <a:defRPr lang="en-GB" sz="22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3pPr>
            <a:lvl4pPr marL="1600199" marR="0" lvl="3" indent="-228600" algn="l" hangingPunct="1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–"/>
              <a:tabLst>
                <a:tab pos="16002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3999" algn="l"/>
                <a:tab pos="10058400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4pPr>
            <a:lvl5pPr marL="2057400" marR="0" lvl="4" indent="-228600" algn="l" hangingPunct="1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»"/>
              <a:tabLst>
                <a:tab pos="2057400" algn="l"/>
                <a:tab pos="2743199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5pPr>
            <a:lvl6pPr marL="2057400" marR="0" lvl="5" indent="-228600" algn="l" hangingPunct="1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»"/>
              <a:tabLst>
                <a:tab pos="2057400" algn="l"/>
                <a:tab pos="2743199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6pPr>
            <a:lvl7pPr marL="2057400" marR="0" lvl="6" indent="-228600" algn="l" hangingPunct="1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»"/>
              <a:tabLst>
                <a:tab pos="2057400" algn="l"/>
                <a:tab pos="2743199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7pPr>
            <a:lvl8pPr marL="2057400" marR="0" lvl="7" indent="-228600" algn="l" hangingPunct="1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»"/>
              <a:tabLst>
                <a:tab pos="2057400" algn="l"/>
                <a:tab pos="2743199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8pPr>
            <a:lvl9pPr marL="1944000" marR="0" lvl="8" indent="-216000" algn="l" hangingPunct="1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SzPct val="45000"/>
              <a:buFont typeface="StarSymbol"/>
              <a:buChar char="●"/>
              <a:tabLst>
                <a:tab pos="2057400" algn="l"/>
                <a:tab pos="2743199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9pPr>
          </a:lstStyle>
          <a:p>
            <a:pPr lvl="0">
              <a:buNone/>
            </a:pPr>
            <a:r>
              <a:rPr lang="en-GB" dirty="0"/>
              <a:t>Calculate the output of a first order difference equation of a input signal </a:t>
            </a:r>
            <a:r>
              <a:rPr lang="en-GB" i="1" dirty="0"/>
              <a:t>x</a:t>
            </a:r>
            <a:r>
              <a:rPr lang="en-GB" dirty="0"/>
              <a:t>[</a:t>
            </a:r>
            <a:r>
              <a:rPr lang="en-GB" i="1" dirty="0"/>
              <a:t>n</a:t>
            </a:r>
            <a:r>
              <a:rPr lang="en-GB" dirty="0"/>
              <a:t>] = </a:t>
            </a:r>
            <a:r>
              <a:rPr lang="en-GB" i="1" dirty="0"/>
              <a:t>0.5</a:t>
            </a:r>
            <a:r>
              <a:rPr lang="en-GB" i="1" baseline="30000" dirty="0"/>
              <a:t>n</a:t>
            </a:r>
            <a:r>
              <a:rPr lang="en-GB" i="1" dirty="0"/>
              <a:t>u</a:t>
            </a:r>
            <a:r>
              <a:rPr lang="en-GB" dirty="0"/>
              <a:t>[</a:t>
            </a:r>
            <a:r>
              <a:rPr lang="en-GB" i="1" dirty="0"/>
              <a:t>n</a:t>
            </a:r>
            <a:r>
              <a:rPr lang="en-GB" dirty="0"/>
              <a:t>]</a:t>
            </a:r>
          </a:p>
          <a:p>
            <a:pPr lvl="0">
              <a:spcBef>
                <a:spcPts val="998"/>
              </a:spcBef>
              <a:buNone/>
            </a:pPr>
            <a:endParaRPr lang="en-GB" sz="4000" dirty="0"/>
          </a:p>
          <a:p>
            <a:pPr lvl="0">
              <a:buNone/>
            </a:pPr>
            <a:r>
              <a:rPr lang="en-GB" dirty="0"/>
              <a:t>System transfer function (z-transform of the impulse response)</a:t>
            </a:r>
          </a:p>
          <a:p>
            <a:pPr lvl="0">
              <a:buNone/>
            </a:pPr>
            <a:endParaRPr lang="en-GB" dirty="0"/>
          </a:p>
          <a:p>
            <a:pPr lvl="0">
              <a:buNone/>
            </a:pPr>
            <a:endParaRPr lang="en-GB" dirty="0"/>
          </a:p>
          <a:p>
            <a:pPr lvl="0">
              <a:buNone/>
            </a:pPr>
            <a:endParaRPr lang="en-GB" dirty="0"/>
          </a:p>
          <a:p>
            <a:pPr lvl="0">
              <a:buNone/>
            </a:pPr>
            <a:r>
              <a:rPr lang="en-GB" dirty="0"/>
              <a:t>The (</a:t>
            </a:r>
            <a:r>
              <a:rPr lang="en-GB" i="1" dirty="0"/>
              <a:t>z</a:t>
            </a:r>
            <a:r>
              <a:rPr lang="en-GB" dirty="0"/>
              <a:t>-transform of the) output is therefore:</a:t>
            </a:r>
          </a:p>
          <a:p>
            <a:pPr lvl="0">
              <a:buNone/>
            </a:pPr>
            <a:endParaRPr lang="en-GB" dirty="0"/>
          </a:p>
          <a:p>
            <a:pPr lvl="0">
              <a:buNone/>
            </a:pPr>
            <a:endParaRPr lang="en-GB" dirty="0"/>
          </a:p>
          <a:p>
            <a:pPr lvl="0">
              <a:buNone/>
            </a:pPr>
            <a:endParaRPr lang="en-GB" dirty="0"/>
          </a:p>
          <a:p>
            <a:pPr lvl="0">
              <a:buNone/>
            </a:pPr>
            <a:endParaRPr lang="en-GB" dirty="0"/>
          </a:p>
        </p:txBody>
      </p:sp>
      <p:graphicFrame>
        <p:nvGraphicFramePr>
          <p:cNvPr id="4" name="Object 3"/>
          <p:cNvGraphicFramePr/>
          <p:nvPr>
            <p:extLst>
              <p:ext uri="{D42A27DB-BD31-4B8C-83A1-F6EECF244321}">
                <p14:modId xmlns:p14="http://schemas.microsoft.com/office/powerpoint/2010/main" val="954722690"/>
              </p:ext>
            </p:extLst>
          </p:nvPr>
        </p:nvGraphicFramePr>
        <p:xfrm>
          <a:off x="1749599" y="1628800"/>
          <a:ext cx="3124079" cy="749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58" name="Equation" r:id="rId4" imgW="52425600" imgH="12598400" progId="Equation.3">
                  <p:embed/>
                </p:oleObj>
              </mc:Choice>
              <mc:Fallback>
                <p:oleObj name="Equation" r:id="rId4" imgW="52425600" imgH="125984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49599" y="1628800"/>
                        <a:ext cx="3124079" cy="749520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 w="0">
                        <a:solidFill>
                          <a:srgbClr val="000000"/>
                        </a:solidFill>
                        <a:prstDash val="soli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/>
          <p:nvPr/>
        </p:nvGraphicFramePr>
        <p:xfrm>
          <a:off x="1749599" y="2816280"/>
          <a:ext cx="3092400" cy="1120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59" name="Equation" r:id="rId6" imgW="53238400" imgH="19507200" progId="Equation.3">
                  <p:embed/>
                </p:oleObj>
              </mc:Choice>
              <mc:Fallback>
                <p:oleObj name="Equation" r:id="rId6" imgW="53238400" imgH="195072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749599" y="2816280"/>
                        <a:ext cx="3092400" cy="1120680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 w="0">
                        <a:solidFill>
                          <a:srgbClr val="000000"/>
                        </a:solidFill>
                        <a:prstDash val="soli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/>
          <p:nvPr>
            <p:extLst>
              <p:ext uri="{D42A27DB-BD31-4B8C-83A1-F6EECF244321}">
                <p14:modId xmlns:p14="http://schemas.microsoft.com/office/powerpoint/2010/main" val="4292367719"/>
              </p:ext>
            </p:extLst>
          </p:nvPr>
        </p:nvGraphicFramePr>
        <p:xfrm>
          <a:off x="1749599" y="4556888"/>
          <a:ext cx="4835520" cy="2184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60" name="Equation" r:id="rId8" imgW="82905600" imgH="37795200" progId="Equation.3">
                  <p:embed/>
                </p:oleObj>
              </mc:Choice>
              <mc:Fallback>
                <p:oleObj name="Equation" r:id="rId8" imgW="82905600" imgH="377952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749599" y="4556888"/>
                        <a:ext cx="4835520" cy="2184480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 w="0">
                        <a:solidFill>
                          <a:srgbClr val="000000"/>
                        </a:solidFill>
                        <a:prstDash val="soli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05904" y="4647960"/>
            <a:ext cx="1942560" cy="45971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6800" rIns="90000" bIns="46800" anchor="t" anchorCtr="0" compatLnSpc="0">
            <a:sp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400" b="0" i="0" u="none" strike="noStrike" baseline="0" dirty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rPr>
              <a:t>ROC  |</a:t>
            </a:r>
            <a:r>
              <a:rPr lang="en-GB" sz="2400" b="0" i="1" u="none" strike="noStrike" baseline="0" dirty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rPr>
              <a:t>z</a:t>
            </a:r>
            <a:r>
              <a:rPr lang="en-GB" sz="2400" b="0" i="0" u="none" strike="noStrike" baseline="0" dirty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rPr>
              <a:t>|&gt;0.8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03C8118-931F-DC40-86B9-9460C67022C3}"/>
                  </a:ext>
                </a:extLst>
              </p14:cNvPr>
              <p14:cNvContentPartPr/>
              <p14:nvPr/>
            </p14:nvContentPartPr>
            <p14:xfrm>
              <a:off x="273960" y="955080"/>
              <a:ext cx="8839800" cy="58701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03C8118-931F-DC40-86B9-9460C67022C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64600" y="945720"/>
                <a:ext cx="8858520" cy="5888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911976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283960" y="6499440"/>
            <a:ext cx="644040" cy="232560"/>
          </a:xfrm>
          <a:prstGeom prst="rect">
            <a:avLst/>
          </a:prstGeom>
        </p:spPr>
        <p:txBody>
          <a:bodyPr/>
          <a:lstStyle/>
          <a:p>
            <a:pPr lvl="0"/>
            <a:fld id="{7218E80B-9C38-4971-AF22-F9E735CDFC6A}" type="slidenum">
              <a:t>20</a:t>
            </a:fld>
            <a:endParaRPr lang="en-GB"/>
          </a:p>
        </p:txBody>
      </p:sp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392040" y="260648"/>
            <a:ext cx="8359919" cy="686160"/>
          </a:xfrm>
        </p:spPr>
        <p:txBody>
          <a:bodyPr wrap="square" lIns="90000" tIns="46800" rIns="90000" bIns="46800" anchorCtr="0">
            <a:spAutoFit/>
          </a:bodyPr>
          <a:lstStyle>
            <a:defPPr lvl="0">
              <a:buClr>
                <a:srgbClr val="000000"/>
              </a:buClr>
              <a:buSzPct val="100000"/>
              <a:buFont typeface="Arial" pitchFamily="34"/>
              <a:buNone/>
            </a:defPPr>
            <a:lvl1pPr lvl="0">
              <a:buClr>
                <a:srgbClr val="000000"/>
              </a:buClr>
              <a:buSzPct val="100000"/>
              <a:buFont typeface="Arial" pitchFamily="34"/>
              <a:buChar char="•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en-GB" dirty="0"/>
              <a:t>Example 2: 2</a:t>
            </a:r>
            <a:r>
              <a:rPr lang="en-GB" baseline="30000" dirty="0"/>
              <a:t>nd</a:t>
            </a:r>
            <a:r>
              <a:rPr lang="en-GB" dirty="0"/>
              <a:t> Order Difference Equation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380520" y="914400"/>
            <a:ext cx="8045640" cy="3303085"/>
          </a:xfrm>
        </p:spPr>
        <p:txBody>
          <a:bodyPr wrap="square" lIns="90000" tIns="46800" rIns="90000" bIns="46800" anchor="t" anchorCtr="0">
            <a:spAutoFit/>
          </a:bodyPr>
          <a:lstStyle>
            <a:defPPr marL="342720" marR="0" lvl="0" indent="-342720" algn="l" hangingPunct="1">
              <a:lnSpc>
                <a:spcPct val="100000"/>
              </a:lnSpc>
              <a:spcBef>
                <a:spcPts val="598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None/>
              <a:tabLst>
                <a:tab pos="342720" algn="l"/>
                <a:tab pos="914040" algn="l"/>
                <a:tab pos="1828439" algn="l"/>
                <a:tab pos="2742839" algn="l"/>
                <a:tab pos="3657239" algn="l"/>
                <a:tab pos="4571639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  <a:defRPr lang="en-GB" sz="24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defPPr>
            <a:lvl1pPr marL="342720" marR="0" lvl="0" indent="-342720" algn="l" hangingPunct="1">
              <a:lnSpc>
                <a:spcPct val="100000"/>
              </a:lnSpc>
              <a:spcBef>
                <a:spcPts val="598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•"/>
              <a:tabLst>
                <a:tab pos="342720" algn="l"/>
                <a:tab pos="914040" algn="l"/>
                <a:tab pos="1828439" algn="l"/>
                <a:tab pos="2742839" algn="l"/>
                <a:tab pos="3657239" algn="l"/>
                <a:tab pos="4571639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  <a:defRPr lang="en-GB" sz="24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1pPr>
            <a:lvl2pPr marL="742680" marR="0" lvl="1" indent="-285480" algn="l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–"/>
              <a:tabLst>
                <a:tab pos="742680" algn="l"/>
                <a:tab pos="914040" algn="l"/>
                <a:tab pos="1828439" algn="l"/>
                <a:tab pos="2742840" algn="l"/>
                <a:tab pos="3657240" algn="l"/>
                <a:tab pos="4571639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  <a:defRPr lang="en-GB" sz="22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2pPr>
            <a:lvl3pPr marL="1143000" marR="0" lvl="2" indent="-228600" algn="l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•"/>
              <a:tabLst>
                <a:tab pos="1143000" algn="l"/>
                <a:tab pos="1828799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3999" algn="l"/>
                <a:tab pos="10058399" algn="l"/>
              </a:tabLst>
              <a:defRPr lang="en-GB" sz="22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3pPr>
            <a:lvl4pPr marL="1600199" marR="0" lvl="3" indent="-228600" algn="l" hangingPunct="1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–"/>
              <a:tabLst>
                <a:tab pos="16002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3999" algn="l"/>
                <a:tab pos="10058400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4pPr>
            <a:lvl5pPr marL="2057400" marR="0" lvl="4" indent="-228600" algn="l" hangingPunct="1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»"/>
              <a:tabLst>
                <a:tab pos="2057400" algn="l"/>
                <a:tab pos="2743199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5pPr>
            <a:lvl6pPr marL="2057400" marR="0" lvl="5" indent="-228600" algn="l" hangingPunct="1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»"/>
              <a:tabLst>
                <a:tab pos="2057400" algn="l"/>
                <a:tab pos="2743199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6pPr>
            <a:lvl7pPr marL="2057400" marR="0" lvl="6" indent="-228600" algn="l" hangingPunct="1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»"/>
              <a:tabLst>
                <a:tab pos="2057400" algn="l"/>
                <a:tab pos="2743199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7pPr>
            <a:lvl8pPr marL="2057400" marR="0" lvl="7" indent="-228600" algn="l" hangingPunct="1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»"/>
              <a:tabLst>
                <a:tab pos="2057400" algn="l"/>
                <a:tab pos="2743199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8pPr>
            <a:lvl9pPr marL="1944000" marR="0" lvl="8" indent="-216000" algn="l" hangingPunct="1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SzPct val="45000"/>
              <a:buFont typeface="StarSymbol"/>
              <a:buChar char="●"/>
              <a:tabLst>
                <a:tab pos="2057400" algn="l"/>
                <a:tab pos="2743199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defRPr>
            </a:lvl9pPr>
          </a:lstStyle>
          <a:p>
            <a:pPr lvl="0">
              <a:spcBef>
                <a:spcPts val="499"/>
              </a:spcBef>
              <a:buNone/>
            </a:pPr>
            <a:r>
              <a:rPr lang="en-GB" sz="2000" dirty="0"/>
              <a:t>Consider the discrete time step input signal</a:t>
            </a:r>
          </a:p>
          <a:p>
            <a:pPr lvl="0">
              <a:spcBef>
                <a:spcPts val="499"/>
              </a:spcBef>
              <a:buNone/>
            </a:pPr>
            <a:endParaRPr lang="en-GB" sz="2000" dirty="0"/>
          </a:p>
          <a:p>
            <a:pPr lvl="0">
              <a:spcBef>
                <a:spcPts val="799"/>
              </a:spcBef>
              <a:buNone/>
            </a:pPr>
            <a:endParaRPr lang="en-GB" sz="3200" dirty="0"/>
          </a:p>
          <a:p>
            <a:pPr lvl="0">
              <a:spcBef>
                <a:spcPts val="499"/>
              </a:spcBef>
              <a:buNone/>
            </a:pPr>
            <a:r>
              <a:rPr lang="en-GB" sz="2000" dirty="0"/>
              <a:t>to the 2</a:t>
            </a:r>
            <a:r>
              <a:rPr lang="en-GB" sz="2000" baseline="30000" dirty="0"/>
              <a:t>nd</a:t>
            </a:r>
            <a:r>
              <a:rPr lang="en-GB" sz="2000" dirty="0"/>
              <a:t> order difference equation</a:t>
            </a:r>
          </a:p>
          <a:p>
            <a:pPr lvl="0">
              <a:spcBef>
                <a:spcPts val="799"/>
              </a:spcBef>
              <a:buNone/>
            </a:pPr>
            <a:endParaRPr lang="en-GB" sz="3200" dirty="0"/>
          </a:p>
          <a:p>
            <a:pPr lvl="0">
              <a:spcBef>
                <a:spcPts val="799"/>
              </a:spcBef>
              <a:buNone/>
            </a:pPr>
            <a:endParaRPr lang="en-GB" sz="3200" dirty="0"/>
          </a:p>
          <a:p>
            <a:pPr lvl="0">
              <a:spcBef>
                <a:spcPts val="499"/>
              </a:spcBef>
              <a:buNone/>
            </a:pPr>
            <a:r>
              <a:rPr lang="en-GB" sz="2000" dirty="0"/>
              <a:t>To calculate the solution, multiply and express as partial fractions</a:t>
            </a:r>
          </a:p>
        </p:txBody>
      </p:sp>
      <p:graphicFrame>
        <p:nvGraphicFramePr>
          <p:cNvPr id="4" name="Object 3"/>
          <p:cNvGraphicFramePr/>
          <p:nvPr>
            <p:extLst>
              <p:ext uri="{D42A27DB-BD31-4B8C-83A1-F6EECF244321}">
                <p14:modId xmlns:p14="http://schemas.microsoft.com/office/powerpoint/2010/main" val="2697996243"/>
              </p:ext>
            </p:extLst>
          </p:nvPr>
        </p:nvGraphicFramePr>
        <p:xfrm>
          <a:off x="1047598" y="2708920"/>
          <a:ext cx="4386241" cy="1008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82" name="Equation" r:id="rId4" imgW="81280000" imgH="20320000" progId="Equation.3">
                  <p:embed/>
                </p:oleObj>
              </mc:Choice>
              <mc:Fallback>
                <p:oleObj name="Equation" r:id="rId4" imgW="81280000" imgH="203200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47598" y="2708920"/>
                        <a:ext cx="4386241" cy="1008112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 w="0">
                        <a:solidFill>
                          <a:srgbClr val="000000"/>
                        </a:solidFill>
                        <a:prstDash val="soli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/>
          <p:nvPr>
            <p:extLst>
              <p:ext uri="{D42A27DB-BD31-4B8C-83A1-F6EECF244321}">
                <p14:modId xmlns:p14="http://schemas.microsoft.com/office/powerpoint/2010/main" val="391665002"/>
              </p:ext>
            </p:extLst>
          </p:nvPr>
        </p:nvGraphicFramePr>
        <p:xfrm>
          <a:off x="1047599" y="1427976"/>
          <a:ext cx="2414880" cy="704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83" name="Equation" r:id="rId6" imgW="43078400" imgH="12598400" progId="Equation.3">
                  <p:embed/>
                </p:oleObj>
              </mc:Choice>
              <mc:Fallback>
                <p:oleObj name="Equation" r:id="rId6" imgW="43078400" imgH="125984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47599" y="1427976"/>
                        <a:ext cx="2414880" cy="704880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 w="0">
                        <a:solidFill>
                          <a:srgbClr val="000000"/>
                        </a:solidFill>
                        <a:prstDash val="soli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/>
          <p:nvPr>
            <p:extLst>
              <p:ext uri="{D42A27DB-BD31-4B8C-83A1-F6EECF244321}">
                <p14:modId xmlns:p14="http://schemas.microsoft.com/office/powerpoint/2010/main" val="4273436566"/>
              </p:ext>
            </p:extLst>
          </p:nvPr>
        </p:nvGraphicFramePr>
        <p:xfrm>
          <a:off x="1047599" y="4293096"/>
          <a:ext cx="5540625" cy="22322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84" name="Equation" r:id="rId8" imgW="108915200" imgH="49580800" progId="Equation.3">
                  <p:embed/>
                </p:oleObj>
              </mc:Choice>
              <mc:Fallback>
                <p:oleObj name="Equation" r:id="rId8" imgW="108915200" imgH="495808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047599" y="4293096"/>
                        <a:ext cx="5540625" cy="2232248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 w="0">
                        <a:solidFill>
                          <a:srgbClr val="000000"/>
                        </a:solidFill>
                        <a:prstDash val="solid"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ztfEx2"/>
          <p:cNvPicPr>
            <a:picLocks noChangeAspect="1"/>
          </p:cNvPicPr>
          <p:nvPr/>
        </p:nvPicPr>
        <p:blipFill>
          <a:blip r:embed="rId10">
            <a:lum/>
            <a:alphaModFix/>
          </a:blip>
          <a:srcRect/>
          <a:stretch>
            <a:fillRect/>
          </a:stretch>
        </p:blipFill>
        <p:spPr>
          <a:xfrm>
            <a:off x="5484368" y="1371599"/>
            <a:ext cx="3480120" cy="161928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C21D784-E80D-2646-9A27-6B3B6A7A9B60}"/>
                  </a:ext>
                </a:extLst>
              </p14:cNvPr>
              <p14:cNvContentPartPr/>
              <p14:nvPr/>
            </p14:nvContentPartPr>
            <p14:xfrm>
              <a:off x="879120" y="4054680"/>
              <a:ext cx="6947280" cy="23630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C21D784-E80D-2646-9A27-6B3B6A7A9B6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69760" y="4045320"/>
                <a:ext cx="6966000" cy="2381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86620705"/>
      </p:ext>
    </p:extLst>
  </p:cSld>
  <p:clrMapOvr>
    <a:masterClrMapping/>
  </p:clrMapOvr>
</p:sld>
</file>

<file path=ppt/theme/theme1.xml><?xml version="1.0" encoding="utf-8"?>
<a:theme xmlns:a="http://schemas.openxmlformats.org/drawingml/2006/main" name="UBIPG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0000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0000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UBIPG</Template>
  <TotalTime>1604</TotalTime>
  <Words>1092</Words>
  <Application>Microsoft Macintosh PowerPoint</Application>
  <PresentationFormat>On-screen Show (4:3)</PresentationFormat>
  <Paragraphs>241</Paragraphs>
  <Slides>20</Slides>
  <Notes>13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Cambria Math</vt:lpstr>
      <vt:lpstr>Symbol</vt:lpstr>
      <vt:lpstr>Times New Roman</vt:lpstr>
      <vt:lpstr>Verdana</vt:lpstr>
      <vt:lpstr>Wingdings</vt:lpstr>
      <vt:lpstr>UBIPG</vt:lpstr>
      <vt:lpstr>Equation</vt:lpstr>
      <vt:lpstr>DSP: Z Transform</vt:lpstr>
      <vt:lpstr>Reminder: A peek at the z-Transform</vt:lpstr>
      <vt:lpstr>Discrete Time EigenFunctions</vt:lpstr>
      <vt:lpstr>z-Transform vs DTFT</vt:lpstr>
      <vt:lpstr>Geometric Interpretation &amp; Convergence</vt:lpstr>
      <vt:lpstr>Example 1: z-Transform of Power Signal (right sided)</vt:lpstr>
      <vt:lpstr>Example 1: Region of Convergence</vt:lpstr>
      <vt:lpstr>Example 2: z-Transform of Power Signal (left sided)</vt:lpstr>
      <vt:lpstr>Example 3: Sum of Two Exponentials</vt:lpstr>
      <vt:lpstr>Two-Sided Exponential Sequence Example</vt:lpstr>
      <vt:lpstr>Pole and Zero</vt:lpstr>
      <vt:lpstr>The transfer function</vt:lpstr>
      <vt:lpstr>Common pairs</vt:lpstr>
      <vt:lpstr>Z-Transform Properties: Linearity</vt:lpstr>
      <vt:lpstr>Linearity of the z-Transform</vt:lpstr>
      <vt:lpstr>Time Shifting &amp; z-Transforms</vt:lpstr>
      <vt:lpstr>Example: Linear &amp; Time Shift</vt:lpstr>
      <vt:lpstr>Convolution using z-Transforms</vt:lpstr>
      <vt:lpstr>Example 1: First Order Difference Equation</vt:lpstr>
      <vt:lpstr>Example 2: 2nd Order Difference Equation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DSP: Systems</dc:title>
  <dc:creator>irwan gunawan</dc:creator>
  <cp:lastModifiedBy>Microsoft Office User</cp:lastModifiedBy>
  <cp:revision>41</cp:revision>
  <dcterms:created xsi:type="dcterms:W3CDTF">2012-10-08T07:04:23Z</dcterms:created>
  <dcterms:modified xsi:type="dcterms:W3CDTF">2021-06-29T03:20:33Z</dcterms:modified>
</cp:coreProperties>
</file>